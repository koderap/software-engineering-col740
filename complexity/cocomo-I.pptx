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compatMode="1" strictFirstAndLastChars="0" saveSubsetFonts="1">
  <p:sldMasterIdLst>
    <p:sldMasterId id="2147483648" r:id="rId3"/>
  </p:sldMasterIdLst>
  <p:notesMasterIdLst>
    <p:notesMasterId r:id="rId86"/>
  </p:notesMasterIdLst>
  <p:sldIdLst>
    <p:sldId id="256" r:id="rId4"/>
    <p:sldId id="283" r:id="rId5"/>
    <p:sldId id="299" r:id="rId6"/>
    <p:sldId id="257" r:id="rId7"/>
    <p:sldId id="306" r:id="rId8"/>
    <p:sldId id="258" r:id="rId9"/>
    <p:sldId id="271" r:id="rId10"/>
    <p:sldId id="307" r:id="rId11"/>
    <p:sldId id="308" r:id="rId12"/>
    <p:sldId id="309" r:id="rId13"/>
    <p:sldId id="310" r:id="rId14"/>
    <p:sldId id="311" r:id="rId15"/>
    <p:sldId id="312" r:id="rId16"/>
    <p:sldId id="313" r:id="rId17"/>
    <p:sldId id="314" r:id="rId18"/>
    <p:sldId id="315" r:id="rId19"/>
    <p:sldId id="316" r:id="rId20"/>
    <p:sldId id="317" r:id="rId21"/>
    <p:sldId id="318" r:id="rId22"/>
    <p:sldId id="319" r:id="rId23"/>
    <p:sldId id="320" r:id="rId24"/>
    <p:sldId id="261" r:id="rId25"/>
    <p:sldId id="262" r:id="rId26"/>
    <p:sldId id="263" r:id="rId27"/>
    <p:sldId id="264" r:id="rId28"/>
    <p:sldId id="276" r:id="rId29"/>
    <p:sldId id="284" r:id="rId30"/>
    <p:sldId id="285" r:id="rId31"/>
    <p:sldId id="286" r:id="rId32"/>
    <p:sldId id="321" r:id="rId33"/>
    <p:sldId id="322" r:id="rId34"/>
    <p:sldId id="323" r:id="rId35"/>
    <p:sldId id="324" r:id="rId36"/>
    <p:sldId id="325" r:id="rId37"/>
    <p:sldId id="326" r:id="rId38"/>
    <p:sldId id="327" r:id="rId39"/>
    <p:sldId id="328" r:id="rId40"/>
    <p:sldId id="329" r:id="rId41"/>
    <p:sldId id="330" r:id="rId42"/>
    <p:sldId id="331" r:id="rId43"/>
    <p:sldId id="338" r:id="rId44"/>
    <p:sldId id="332" r:id="rId45"/>
    <p:sldId id="333" r:id="rId46"/>
    <p:sldId id="334" r:id="rId47"/>
    <p:sldId id="335" r:id="rId48"/>
    <p:sldId id="336" r:id="rId49"/>
    <p:sldId id="337" r:id="rId50"/>
    <p:sldId id="279" r:id="rId51"/>
    <p:sldId id="280" r:id="rId52"/>
    <p:sldId id="281" r:id="rId53"/>
    <p:sldId id="282" r:id="rId54"/>
    <p:sldId id="287" r:id="rId55"/>
    <p:sldId id="288" r:id="rId56"/>
    <p:sldId id="339" r:id="rId57"/>
    <p:sldId id="340" r:id="rId58"/>
    <p:sldId id="341" r:id="rId59"/>
    <p:sldId id="342" r:id="rId60"/>
    <p:sldId id="343" r:id="rId61"/>
    <p:sldId id="301" r:id="rId62"/>
    <p:sldId id="344" r:id="rId63"/>
    <p:sldId id="345" r:id="rId64"/>
    <p:sldId id="304" r:id="rId65"/>
    <p:sldId id="305" r:id="rId66"/>
    <p:sldId id="289" r:id="rId67"/>
    <p:sldId id="294" r:id="rId68"/>
    <p:sldId id="346" r:id="rId69"/>
    <p:sldId id="347" r:id="rId70"/>
    <p:sldId id="348" r:id="rId71"/>
    <p:sldId id="349" r:id="rId72"/>
    <p:sldId id="350" r:id="rId73"/>
    <p:sldId id="351" r:id="rId74"/>
    <p:sldId id="352" r:id="rId75"/>
    <p:sldId id="353" r:id="rId76"/>
    <p:sldId id="354" r:id="rId77"/>
    <p:sldId id="355" r:id="rId78"/>
    <p:sldId id="357" r:id="rId79"/>
    <p:sldId id="358" r:id="rId80"/>
    <p:sldId id="359" r:id="rId81"/>
    <p:sldId id="296" r:id="rId82"/>
    <p:sldId id="297" r:id="rId83"/>
    <p:sldId id="298" r:id="rId84"/>
    <p:sldId id="300" r:id="rId85"/>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6871" autoAdjust="0"/>
  </p:normalViewPr>
  <p:slideViewPr>
    <p:cSldViewPr>
      <p:cViewPr varScale="1">
        <p:scale>
          <a:sx n="97" d="100"/>
          <a:sy n="97" d="100"/>
        </p:scale>
        <p:origin x="2624" y="1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theme" Target="theme/theme1.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5" Type="http://schemas.openxmlformats.org/officeDocument/2006/relationships/slide" Target="slides/slide2.xml"/><Relationship Id="rId90" Type="http://schemas.openxmlformats.org/officeDocument/2006/relationships/tableStyles" Target="tableStyles.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slide" Target="slides/slide74.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slide" Target="slides/slide77.xml"/><Relationship Id="rId85" Type="http://schemas.openxmlformats.org/officeDocument/2006/relationships/slide" Target="slides/slide82.xml"/><Relationship Id="rId3" Type="http://schemas.openxmlformats.org/officeDocument/2006/relationships/slideMaster" Target="slideMasters/slideMaster1.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customXml" Target="../customXml/item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presProps" Target="presProps.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0F537623-D17C-E9CA-1243-1E2591193613}"/>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pPr>
              <a:defRPr/>
            </a:pPr>
            <a:endParaRPr lang="en-US" altLang="tr-TR"/>
          </a:p>
        </p:txBody>
      </p:sp>
      <p:sp>
        <p:nvSpPr>
          <p:cNvPr id="3075" name="Rectangle 3">
            <a:extLst>
              <a:ext uri="{FF2B5EF4-FFF2-40B4-BE49-F238E27FC236}">
                <a16:creationId xmlns:a16="http://schemas.microsoft.com/office/drawing/2014/main" id="{508D5B80-56B2-FF30-41F3-76DE51CB51B7}"/>
              </a:ext>
            </a:extLst>
          </p:cNvPr>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tr-TR"/>
          </a:p>
        </p:txBody>
      </p:sp>
      <p:sp>
        <p:nvSpPr>
          <p:cNvPr id="7172" name="Rectangle 4">
            <a:extLst>
              <a:ext uri="{FF2B5EF4-FFF2-40B4-BE49-F238E27FC236}">
                <a16:creationId xmlns:a16="http://schemas.microsoft.com/office/drawing/2014/main" id="{6F9CEBFE-1319-4788-9DB4-FDF92D91729D}"/>
              </a:ext>
            </a:extLst>
          </p:cNvPr>
          <p:cNvSpPr>
            <a:spLocks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a:extLst>
              <a:ext uri="{FF2B5EF4-FFF2-40B4-BE49-F238E27FC236}">
                <a16:creationId xmlns:a16="http://schemas.microsoft.com/office/drawing/2014/main" id="{EFE9718B-8B02-9821-40E3-44EFC958FA13}"/>
              </a:ext>
            </a:extLst>
          </p:cNvPr>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tr-TR" noProof="0"/>
              <a:t>Click to edit Master text styles</a:t>
            </a:r>
          </a:p>
          <a:p>
            <a:pPr lvl="1"/>
            <a:r>
              <a:rPr lang="en-US" altLang="tr-TR" noProof="0"/>
              <a:t>Second level</a:t>
            </a:r>
          </a:p>
          <a:p>
            <a:pPr lvl="2"/>
            <a:r>
              <a:rPr lang="en-US" altLang="tr-TR" noProof="0"/>
              <a:t>Third level</a:t>
            </a:r>
          </a:p>
          <a:p>
            <a:pPr lvl="3"/>
            <a:r>
              <a:rPr lang="en-US" altLang="tr-TR" noProof="0"/>
              <a:t>Fourth level</a:t>
            </a:r>
          </a:p>
          <a:p>
            <a:pPr lvl="4"/>
            <a:r>
              <a:rPr lang="en-US" altLang="tr-TR" noProof="0"/>
              <a:t>Fifth level</a:t>
            </a:r>
          </a:p>
        </p:txBody>
      </p:sp>
      <p:sp>
        <p:nvSpPr>
          <p:cNvPr id="3078" name="Rectangle 6">
            <a:extLst>
              <a:ext uri="{FF2B5EF4-FFF2-40B4-BE49-F238E27FC236}">
                <a16:creationId xmlns:a16="http://schemas.microsoft.com/office/drawing/2014/main" id="{2161FD5C-7DF5-FD70-9EE9-E1E54E4EBC62}"/>
              </a:ext>
            </a:extLst>
          </p:cNvPr>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tr-TR"/>
          </a:p>
        </p:txBody>
      </p:sp>
      <p:sp>
        <p:nvSpPr>
          <p:cNvPr id="3079" name="Rectangle 7">
            <a:extLst>
              <a:ext uri="{FF2B5EF4-FFF2-40B4-BE49-F238E27FC236}">
                <a16:creationId xmlns:a16="http://schemas.microsoft.com/office/drawing/2014/main" id="{B09FF7FD-4151-44A4-D73E-A935192AFA15}"/>
              </a:ext>
            </a:extLst>
          </p:cNvPr>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6AA57921-A258-FB4F-B24A-E9D54A250F94}" type="slidenum">
              <a:rPr lang="en-US" altLang="tr-TR"/>
              <a:pPr/>
              <a:t>‹#›</a:t>
            </a:fld>
            <a:endParaRPr lang="en-US" altLang="tr-TR"/>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a:extLst>
              <a:ext uri="{FF2B5EF4-FFF2-40B4-BE49-F238E27FC236}">
                <a16:creationId xmlns:a16="http://schemas.microsoft.com/office/drawing/2014/main" id="{CA239E02-C7F1-3FFF-5B60-BB2D1B4AA41F}"/>
              </a:ext>
            </a:extLst>
          </p:cNvPr>
          <p:cNvSpPr>
            <a:spLocks noGrp="1" noRot="1" noChangeAspect="1" noTextEdit="1"/>
          </p:cNvSpPr>
          <p:nvPr>
            <p:ph type="sldImg"/>
          </p:nvPr>
        </p:nvSpPr>
        <p:spPr>
          <a:ln/>
        </p:spPr>
      </p:sp>
      <p:sp>
        <p:nvSpPr>
          <p:cNvPr id="13315" name="Notes Placeholder 2">
            <a:extLst>
              <a:ext uri="{FF2B5EF4-FFF2-40B4-BE49-F238E27FC236}">
                <a16:creationId xmlns:a16="http://schemas.microsoft.com/office/drawing/2014/main" id="{EDDDF67B-962C-BE6B-C171-47041BC02B90}"/>
              </a:ext>
            </a:extLst>
          </p:cNvPr>
          <p:cNvSpPr>
            <a:spLocks noGrp="1"/>
          </p:cNvSpPr>
          <p:nvPr>
            <p:ph type="body" idx="1"/>
          </p:nvPr>
        </p:nvSpPr>
        <p:spPr>
          <a:noFill/>
        </p:spPr>
        <p:txBody>
          <a:bodyPr/>
          <a:lstStyle/>
          <a:p>
            <a:endParaRPr lang="en-US" altLang="en-US"/>
          </a:p>
        </p:txBody>
      </p:sp>
      <p:sp>
        <p:nvSpPr>
          <p:cNvPr id="13316" name="Slide Number Placeholder 3">
            <a:extLst>
              <a:ext uri="{FF2B5EF4-FFF2-40B4-BE49-F238E27FC236}">
                <a16:creationId xmlns:a16="http://schemas.microsoft.com/office/drawing/2014/main" id="{B63A4838-3BAD-6BAB-EC2E-236B448B3ECB}"/>
              </a:ext>
            </a:extLst>
          </p:cNvPr>
          <p:cNvSpPr>
            <a:spLocks noGrp="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C6010B68-77CF-9D43-8CBB-5B96847C7F45}" type="slidenum">
              <a:rPr lang="en-US" altLang="en-US" sz="1200"/>
              <a:pPr/>
              <a:t>5</a:t>
            </a:fld>
            <a:endParaRPr lang="en-US" alt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BE9A3C8E-C566-AEBA-67A6-48BB33AD1612}"/>
              </a:ext>
            </a:extLst>
          </p:cNvPr>
          <p:cNvSpPr>
            <a:spLocks noGrp="1" noRot="1" noChangeAspect="1" noTextEdit="1"/>
          </p:cNvSpPr>
          <p:nvPr>
            <p:ph type="sldImg"/>
          </p:nvPr>
        </p:nvSpPr>
        <p:spPr>
          <a:ln/>
        </p:spPr>
      </p:sp>
      <p:sp>
        <p:nvSpPr>
          <p:cNvPr id="22531" name="Notes Placeholder 2">
            <a:extLst>
              <a:ext uri="{FF2B5EF4-FFF2-40B4-BE49-F238E27FC236}">
                <a16:creationId xmlns:a16="http://schemas.microsoft.com/office/drawing/2014/main" id="{DC7EC3B8-D940-F1E6-E11D-14254834D1F8}"/>
              </a:ext>
            </a:extLst>
          </p:cNvPr>
          <p:cNvSpPr>
            <a:spLocks noGrp="1"/>
          </p:cNvSpPr>
          <p:nvPr>
            <p:ph type="body" idx="1"/>
          </p:nvPr>
        </p:nvSpPr>
        <p:spPr>
          <a:noFill/>
        </p:spPr>
        <p:txBody>
          <a:bodyPr/>
          <a:lstStyle/>
          <a:p>
            <a:endParaRPr lang="en-US" altLang="en-US"/>
          </a:p>
        </p:txBody>
      </p:sp>
      <p:sp>
        <p:nvSpPr>
          <p:cNvPr id="22532" name="Slide Number Placeholder 3">
            <a:extLst>
              <a:ext uri="{FF2B5EF4-FFF2-40B4-BE49-F238E27FC236}">
                <a16:creationId xmlns:a16="http://schemas.microsoft.com/office/drawing/2014/main" id="{526A01FA-651C-BA87-7A2A-01AF2AEC52B1}"/>
              </a:ext>
            </a:extLst>
          </p:cNvPr>
          <p:cNvSpPr>
            <a:spLocks noGrp="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180D1A5C-71E9-0044-A0F1-03E8DF5194BC}" type="slidenum">
              <a:rPr lang="en-US" altLang="en-US" sz="1200"/>
              <a:pPr/>
              <a:t>13</a:t>
            </a:fld>
            <a:endParaRPr lang="en-US" alt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a:extLst>
              <a:ext uri="{FF2B5EF4-FFF2-40B4-BE49-F238E27FC236}">
                <a16:creationId xmlns:a16="http://schemas.microsoft.com/office/drawing/2014/main" id="{B1362692-2E59-55B8-CB9D-76844335F70D}"/>
              </a:ext>
            </a:extLst>
          </p:cNvPr>
          <p:cNvSpPr>
            <a:spLocks noGrp="1" noRot="1" noChangeAspect="1" noTextEdit="1"/>
          </p:cNvSpPr>
          <p:nvPr>
            <p:ph type="sldImg"/>
          </p:nvPr>
        </p:nvSpPr>
        <p:spPr>
          <a:ln/>
        </p:spPr>
      </p:sp>
      <p:sp>
        <p:nvSpPr>
          <p:cNvPr id="30723" name="Notes Placeholder 2">
            <a:extLst>
              <a:ext uri="{FF2B5EF4-FFF2-40B4-BE49-F238E27FC236}">
                <a16:creationId xmlns:a16="http://schemas.microsoft.com/office/drawing/2014/main" id="{CBB47319-6C42-134A-F0E9-32D91E6B503B}"/>
              </a:ext>
            </a:extLst>
          </p:cNvPr>
          <p:cNvSpPr>
            <a:spLocks noGrp="1"/>
          </p:cNvSpPr>
          <p:nvPr>
            <p:ph type="body" idx="1"/>
          </p:nvPr>
        </p:nvSpPr>
        <p:spPr>
          <a:noFill/>
        </p:spPr>
        <p:txBody>
          <a:bodyPr/>
          <a:lstStyle/>
          <a:p>
            <a:r>
              <a:rPr lang="en-GB" altLang="en-US"/>
              <a:t>A person-month is equivalent to hours of labor (160 hours is a common value)</a:t>
            </a:r>
            <a:endParaRPr lang="en-US" altLang="en-US"/>
          </a:p>
        </p:txBody>
      </p:sp>
      <p:sp>
        <p:nvSpPr>
          <p:cNvPr id="30724" name="Slide Number Placeholder 3">
            <a:extLst>
              <a:ext uri="{FF2B5EF4-FFF2-40B4-BE49-F238E27FC236}">
                <a16:creationId xmlns:a16="http://schemas.microsoft.com/office/drawing/2014/main" id="{9E8E17B7-D4BE-277D-729C-46705C5BB3DF}"/>
              </a:ext>
            </a:extLst>
          </p:cNvPr>
          <p:cNvSpPr>
            <a:spLocks noGrp="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24C06BED-9F1E-D648-B354-0DA12404EE93}" type="slidenum">
              <a:rPr lang="en-US" altLang="en-US" sz="1200"/>
              <a:pPr/>
              <a:t>20</a:t>
            </a:fld>
            <a:endParaRPr lang="en-US" alt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269F55AA-5FD0-9FC8-719D-9F0F07AFA4EB}"/>
              </a:ext>
            </a:extLst>
          </p:cNvPr>
          <p:cNvSpPr>
            <a:spLocks noGrp="1" noRot="1" noChangeAspect="1" noTextEdit="1"/>
          </p:cNvSpPr>
          <p:nvPr>
            <p:ph type="sldImg"/>
          </p:nvPr>
        </p:nvSpPr>
        <p:spPr>
          <a:ln/>
        </p:spPr>
      </p:sp>
      <p:sp>
        <p:nvSpPr>
          <p:cNvPr id="32771" name="Notes Placeholder 2">
            <a:extLst>
              <a:ext uri="{FF2B5EF4-FFF2-40B4-BE49-F238E27FC236}">
                <a16:creationId xmlns:a16="http://schemas.microsoft.com/office/drawing/2014/main" id="{82C1F9CF-5184-46A7-9B6A-C8806CF8D2E7}"/>
              </a:ext>
            </a:extLst>
          </p:cNvPr>
          <p:cNvSpPr>
            <a:spLocks noGrp="1"/>
          </p:cNvSpPr>
          <p:nvPr>
            <p:ph type="body" idx="1"/>
          </p:nvPr>
        </p:nvSpPr>
        <p:spPr>
          <a:noFill/>
        </p:spPr>
        <p:txBody>
          <a:bodyPr/>
          <a:lstStyle/>
          <a:p>
            <a:endParaRPr lang="en-GB" altLang="en-US"/>
          </a:p>
        </p:txBody>
      </p:sp>
      <p:sp>
        <p:nvSpPr>
          <p:cNvPr id="32772" name="Slide Number Placeholder 3">
            <a:extLst>
              <a:ext uri="{FF2B5EF4-FFF2-40B4-BE49-F238E27FC236}">
                <a16:creationId xmlns:a16="http://schemas.microsoft.com/office/drawing/2014/main" id="{C33701F6-501B-3D18-3D2E-AF11E8BC93D5}"/>
              </a:ext>
            </a:extLst>
          </p:cNvPr>
          <p:cNvSpPr>
            <a:spLocks noGrp="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D13C139C-4D40-EC4A-A8DF-2631160C805B}" type="slidenum">
              <a:rPr lang="en-US" altLang="en-US" sz="1200"/>
              <a:pPr/>
              <a:t>21</a:t>
            </a:fld>
            <a:endParaRPr lang="en-US" alt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a:extLst>
              <a:ext uri="{FF2B5EF4-FFF2-40B4-BE49-F238E27FC236}">
                <a16:creationId xmlns:a16="http://schemas.microsoft.com/office/drawing/2014/main" id="{8481B479-1ACC-EE98-2D95-72F70E9F2DA5}"/>
              </a:ext>
            </a:extLst>
          </p:cNvPr>
          <p:cNvSpPr>
            <a:spLocks noGrp="1" noRot="1" noChangeAspect="1" noTextEdit="1"/>
          </p:cNvSpPr>
          <p:nvPr>
            <p:ph type="sldImg"/>
          </p:nvPr>
        </p:nvSpPr>
        <p:spPr>
          <a:ln/>
        </p:spPr>
      </p:sp>
      <p:sp>
        <p:nvSpPr>
          <p:cNvPr id="47107" name="Notes Placeholder 2">
            <a:extLst>
              <a:ext uri="{FF2B5EF4-FFF2-40B4-BE49-F238E27FC236}">
                <a16:creationId xmlns:a16="http://schemas.microsoft.com/office/drawing/2014/main" id="{42B26B34-5C76-6325-FD8F-E18E68807507}"/>
              </a:ext>
            </a:extLst>
          </p:cNvPr>
          <p:cNvSpPr>
            <a:spLocks noGrp="1"/>
          </p:cNvSpPr>
          <p:nvPr>
            <p:ph type="body" idx="1"/>
          </p:nvPr>
        </p:nvSpPr>
        <p:spPr>
          <a:noFill/>
        </p:spPr>
        <p:txBody>
          <a:bodyPr/>
          <a:lstStyle/>
          <a:p>
            <a:r>
              <a:rPr lang="en-US" altLang="en-US"/>
              <a:t>Files Flows Processes (FFP) - A metric usually used to estimate the cost of MEDIUM SIZE product</a:t>
            </a:r>
          </a:p>
          <a:p>
            <a:r>
              <a:rPr lang="en-US" altLang="en-US"/>
              <a:t>- File: a collection of logically/physically related records in product</a:t>
            </a:r>
          </a:p>
          <a:p>
            <a:r>
              <a:rPr lang="en-US" altLang="en-US"/>
              <a:t>- Flows: a data interface between the product and the environment</a:t>
            </a:r>
          </a:p>
          <a:p>
            <a:r>
              <a:rPr lang="en-US" altLang="en-US"/>
              <a:t>- Process: a functionality defined logical or arithmetical manipulation of data</a:t>
            </a:r>
          </a:p>
          <a:p>
            <a:r>
              <a:rPr lang="en-US" altLang="en-US"/>
              <a:t>- Steps of finding FFP:</a:t>
            </a:r>
          </a:p>
          <a:p>
            <a:r>
              <a:rPr lang="en-US" altLang="en-US"/>
              <a:t>1. Size(S) = Files(Fi) + Flow(Fl) + Process(Pr)</a:t>
            </a:r>
          </a:p>
          <a:p>
            <a:r>
              <a:rPr lang="en-US" altLang="en-US"/>
              <a:t>2. Cost(C) = Efficiency(b) x Size(S)</a:t>
            </a:r>
          </a:p>
          <a:p>
            <a:endParaRPr lang="en-US" altLang="en-US"/>
          </a:p>
          <a:p>
            <a:r>
              <a:rPr lang="en-US" altLang="en-US"/>
              <a:t>- Issues</a:t>
            </a:r>
          </a:p>
          <a:p>
            <a:r>
              <a:rPr lang="en-US" altLang="en-US"/>
              <a:t>1. It does not include the database</a:t>
            </a:r>
          </a:p>
          <a:p>
            <a:r>
              <a:rPr lang="en-US" altLang="en-US"/>
              <a:t>2. maintenance can be inaccurately measured</a:t>
            </a:r>
          </a:p>
        </p:txBody>
      </p:sp>
      <p:sp>
        <p:nvSpPr>
          <p:cNvPr id="47108" name="Slide Number Placeholder 3">
            <a:extLst>
              <a:ext uri="{FF2B5EF4-FFF2-40B4-BE49-F238E27FC236}">
                <a16:creationId xmlns:a16="http://schemas.microsoft.com/office/drawing/2014/main" id="{80FBEB74-88FA-DD12-B951-6129EEF36A71}"/>
              </a:ext>
            </a:extLst>
          </p:cNvPr>
          <p:cNvSpPr>
            <a:spLocks noGrp="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A5A86CF5-32E2-734F-92E2-F48360C1CB2F}" type="slidenum">
              <a:rPr lang="en-US" altLang="en-US" sz="1200"/>
              <a:pPr/>
              <a:t>34</a:t>
            </a:fld>
            <a:endParaRPr lang="en-US" alt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a:extLst>
              <a:ext uri="{FF2B5EF4-FFF2-40B4-BE49-F238E27FC236}">
                <a16:creationId xmlns:a16="http://schemas.microsoft.com/office/drawing/2014/main" id="{22C65565-BF8C-EADF-88DF-E9073955198F}"/>
              </a:ext>
            </a:extLst>
          </p:cNvPr>
          <p:cNvSpPr>
            <a:spLocks noGrp="1" noRot="1" noChangeAspect="1" noTextEdit="1"/>
          </p:cNvSpPr>
          <p:nvPr>
            <p:ph type="sldImg"/>
          </p:nvPr>
        </p:nvSpPr>
        <p:spPr>
          <a:ln/>
        </p:spPr>
      </p:sp>
      <p:sp>
        <p:nvSpPr>
          <p:cNvPr id="50179" name="Notes Placeholder 2">
            <a:extLst>
              <a:ext uri="{FF2B5EF4-FFF2-40B4-BE49-F238E27FC236}">
                <a16:creationId xmlns:a16="http://schemas.microsoft.com/office/drawing/2014/main" id="{F8B9F850-8243-3D92-A45C-4CE9CA25ABDF}"/>
              </a:ext>
            </a:extLst>
          </p:cNvPr>
          <p:cNvSpPr>
            <a:spLocks noGrp="1"/>
          </p:cNvSpPr>
          <p:nvPr>
            <p:ph type="body" idx="1"/>
          </p:nvPr>
        </p:nvSpPr>
        <p:spPr>
          <a:noFill/>
        </p:spPr>
        <p:txBody>
          <a:bodyPr/>
          <a:lstStyle/>
          <a:p>
            <a:r>
              <a:rPr lang="en-US" altLang="en-US"/>
              <a:t>- Steps of finding FFP:</a:t>
            </a:r>
          </a:p>
          <a:p>
            <a:r>
              <a:rPr lang="en-US" altLang="en-US"/>
              <a:t>1. Size(S) = Files(Fi) + Flow(Fl) + Process(Pr)</a:t>
            </a:r>
          </a:p>
          <a:p>
            <a:r>
              <a:rPr lang="en-US" altLang="en-US"/>
              <a:t>2. Cost(C) = Efficiency(</a:t>
            </a:r>
            <a:r>
              <a:rPr lang="tr-TR" altLang="en-US"/>
              <a:t>d</a:t>
            </a:r>
            <a:r>
              <a:rPr lang="en-US" altLang="en-US"/>
              <a:t>) x Size(S)</a:t>
            </a:r>
          </a:p>
          <a:p>
            <a:endParaRPr lang="en-US" altLang="en-US"/>
          </a:p>
        </p:txBody>
      </p:sp>
      <p:sp>
        <p:nvSpPr>
          <p:cNvPr id="50180" name="Slide Number Placeholder 3">
            <a:extLst>
              <a:ext uri="{FF2B5EF4-FFF2-40B4-BE49-F238E27FC236}">
                <a16:creationId xmlns:a16="http://schemas.microsoft.com/office/drawing/2014/main" id="{2A28DE7E-6525-BB0D-017F-C2C80EE918A1}"/>
              </a:ext>
            </a:extLst>
          </p:cNvPr>
          <p:cNvSpPr>
            <a:spLocks noGrp="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A54C5CBF-7B09-294B-ABE9-69EBD02D2330}" type="slidenum">
              <a:rPr lang="en-US" altLang="en-US" sz="1200"/>
              <a:pPr/>
              <a:t>36</a:t>
            </a:fld>
            <a:endParaRPr lang="en-US" alt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a:extLst>
              <a:ext uri="{FF2B5EF4-FFF2-40B4-BE49-F238E27FC236}">
                <a16:creationId xmlns:a16="http://schemas.microsoft.com/office/drawing/2014/main" id="{2E9BD6CF-20ED-C8D3-F872-E8FECB556F0F}"/>
              </a:ext>
            </a:extLst>
          </p:cNvPr>
          <p:cNvSpPr>
            <a:spLocks noGrp="1" noRot="1" noChangeAspect="1" noTextEdit="1"/>
          </p:cNvSpPr>
          <p:nvPr>
            <p:ph type="sldImg"/>
          </p:nvPr>
        </p:nvSpPr>
        <p:spPr>
          <a:ln/>
        </p:spPr>
      </p:sp>
      <p:sp>
        <p:nvSpPr>
          <p:cNvPr id="55299" name="Notes Placeholder 2">
            <a:extLst>
              <a:ext uri="{FF2B5EF4-FFF2-40B4-BE49-F238E27FC236}">
                <a16:creationId xmlns:a16="http://schemas.microsoft.com/office/drawing/2014/main" id="{226E7C69-C973-CCD1-E1B3-171992BFB723}"/>
              </a:ext>
            </a:extLst>
          </p:cNvPr>
          <p:cNvSpPr>
            <a:spLocks noGrp="1"/>
          </p:cNvSpPr>
          <p:nvPr>
            <p:ph type="body" idx="1"/>
          </p:nvPr>
        </p:nvSpPr>
        <p:spPr>
          <a:noFill/>
        </p:spPr>
        <p:txBody>
          <a:bodyPr/>
          <a:lstStyle/>
          <a:p>
            <a:r>
              <a:rPr lang="en-US" altLang="en-US"/>
              <a:t>- Method of estimating S/W size with "measurable quantities"</a:t>
            </a:r>
          </a:p>
          <a:p>
            <a:r>
              <a:rPr lang="en-US" altLang="en-US"/>
              <a:t>- Steps of finding FP:</a:t>
            </a:r>
          </a:p>
          <a:p>
            <a:r>
              <a:rPr lang="en-US" altLang="en-US"/>
              <a:t>1. Determine whether the product is simple, average, or complex</a:t>
            </a:r>
          </a:p>
          <a:p>
            <a:r>
              <a:rPr lang="en-US" altLang="en-US"/>
              <a:t>2. Find the corresponding complexity values of "input, output, inquiry, masterfile, interface" </a:t>
            </a:r>
          </a:p>
          <a:p>
            <a:r>
              <a:rPr lang="en-US" altLang="en-US"/>
              <a:t>3. UFP = a x Input + b x output + c x inquiry + d x masterfile + e x interface</a:t>
            </a:r>
          </a:p>
          <a:p>
            <a:r>
              <a:rPr lang="en-US" altLang="en-US"/>
              <a:t>4. TCF = 0.65 + 0.01 x DI (degree of influence)</a:t>
            </a:r>
          </a:p>
          <a:p>
            <a:r>
              <a:rPr lang="en-US" altLang="en-US"/>
              <a:t>5. FP = UFP x TCF</a:t>
            </a:r>
          </a:p>
          <a:p>
            <a:endParaRPr lang="en-US" altLang="en-US"/>
          </a:p>
          <a:p>
            <a:r>
              <a:rPr lang="en-US" altLang="en-US"/>
              <a:t>- Issues:</a:t>
            </a:r>
          </a:p>
          <a:p>
            <a:r>
              <a:rPr lang="en-US" altLang="en-US"/>
              <a:t>1. maintenance can be inaccurately measured</a:t>
            </a:r>
          </a:p>
          <a:p>
            <a:r>
              <a:rPr lang="en-US" altLang="en-US"/>
              <a:t>2. possible to make major changes without changing</a:t>
            </a:r>
          </a:p>
        </p:txBody>
      </p:sp>
      <p:sp>
        <p:nvSpPr>
          <p:cNvPr id="55300" name="Slide Number Placeholder 3">
            <a:extLst>
              <a:ext uri="{FF2B5EF4-FFF2-40B4-BE49-F238E27FC236}">
                <a16:creationId xmlns:a16="http://schemas.microsoft.com/office/drawing/2014/main" id="{4CAB083E-8ED8-7190-A529-C10BBDCED742}"/>
              </a:ext>
            </a:extLst>
          </p:cNvPr>
          <p:cNvSpPr>
            <a:spLocks noGrp="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474B15C3-B7B3-BD4A-89E8-F694ADFE6CB3}" type="slidenum">
              <a:rPr lang="en-US" altLang="en-US" sz="1200"/>
              <a:pPr/>
              <a:t>40</a:t>
            </a:fld>
            <a:endParaRPr lang="en-US" alt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a:extLst>
              <a:ext uri="{FF2B5EF4-FFF2-40B4-BE49-F238E27FC236}">
                <a16:creationId xmlns:a16="http://schemas.microsoft.com/office/drawing/2014/main" id="{CB07B058-25E9-D234-55CA-31584D5374BB}"/>
              </a:ext>
            </a:extLst>
          </p:cNvPr>
          <p:cNvSpPr>
            <a:spLocks noGrp="1" noRot="1" noChangeAspect="1" noTextEdit="1"/>
          </p:cNvSpPr>
          <p:nvPr>
            <p:ph type="sldImg"/>
          </p:nvPr>
        </p:nvSpPr>
        <p:spPr>
          <a:ln/>
        </p:spPr>
      </p:sp>
      <p:sp>
        <p:nvSpPr>
          <p:cNvPr id="73731" name="Notes Placeholder 2">
            <a:extLst>
              <a:ext uri="{FF2B5EF4-FFF2-40B4-BE49-F238E27FC236}">
                <a16:creationId xmlns:a16="http://schemas.microsoft.com/office/drawing/2014/main" id="{D4D88B46-BA24-3B08-338E-D7147681EE91}"/>
              </a:ext>
            </a:extLst>
          </p:cNvPr>
          <p:cNvSpPr>
            <a:spLocks noGrp="1"/>
          </p:cNvSpPr>
          <p:nvPr>
            <p:ph type="body" idx="1"/>
          </p:nvPr>
        </p:nvSpPr>
        <p:spPr>
          <a:noFill/>
        </p:spPr>
        <p:txBody>
          <a:bodyPr/>
          <a:lstStyle/>
          <a:p>
            <a:endParaRPr lang="en-GB" altLang="en-US"/>
          </a:p>
        </p:txBody>
      </p:sp>
      <p:sp>
        <p:nvSpPr>
          <p:cNvPr id="73732" name="Slide Number Placeholder 3">
            <a:extLst>
              <a:ext uri="{FF2B5EF4-FFF2-40B4-BE49-F238E27FC236}">
                <a16:creationId xmlns:a16="http://schemas.microsoft.com/office/drawing/2014/main" id="{7D337EEC-6740-BCC2-6E94-AD5274570D00}"/>
              </a:ext>
            </a:extLst>
          </p:cNvPr>
          <p:cNvSpPr>
            <a:spLocks noGrp="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0FED5A33-A944-0342-A2DD-81CFD47BDA48}" type="slidenum">
              <a:rPr lang="en-US" altLang="tr-TR" sz="1200"/>
              <a:pPr/>
              <a:t>57</a:t>
            </a:fld>
            <a:endParaRPr lang="en-US" altLang="tr-TR"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a:extLst>
              <a:ext uri="{FF2B5EF4-FFF2-40B4-BE49-F238E27FC236}">
                <a16:creationId xmlns:a16="http://schemas.microsoft.com/office/drawing/2014/main" id="{EFDF003E-E5F4-63D5-43C3-4D3717671D0B}"/>
              </a:ext>
            </a:extLst>
          </p:cNvPr>
          <p:cNvSpPr>
            <a:spLocks noGrp="1" noRot="1" noChangeAspect="1" noTextEdit="1"/>
          </p:cNvSpPr>
          <p:nvPr>
            <p:ph type="sldImg"/>
          </p:nvPr>
        </p:nvSpPr>
        <p:spPr>
          <a:ln/>
        </p:spPr>
      </p:sp>
      <p:sp>
        <p:nvSpPr>
          <p:cNvPr id="76803" name="Notes Placeholder 2">
            <a:extLst>
              <a:ext uri="{FF2B5EF4-FFF2-40B4-BE49-F238E27FC236}">
                <a16:creationId xmlns:a16="http://schemas.microsoft.com/office/drawing/2014/main" id="{A29AF1ED-A5A4-7DDC-1F72-3F5C5D545CB0}"/>
              </a:ext>
            </a:extLst>
          </p:cNvPr>
          <p:cNvSpPr>
            <a:spLocks noGrp="1"/>
          </p:cNvSpPr>
          <p:nvPr>
            <p:ph type="body" idx="1"/>
          </p:nvPr>
        </p:nvSpPr>
        <p:spPr>
          <a:noFill/>
        </p:spPr>
        <p:txBody>
          <a:bodyPr/>
          <a:lstStyle/>
          <a:p>
            <a:endParaRPr lang="tr-TR" altLang="en-US"/>
          </a:p>
        </p:txBody>
      </p:sp>
      <p:sp>
        <p:nvSpPr>
          <p:cNvPr id="76804" name="Slide Number Placeholder 3">
            <a:extLst>
              <a:ext uri="{FF2B5EF4-FFF2-40B4-BE49-F238E27FC236}">
                <a16:creationId xmlns:a16="http://schemas.microsoft.com/office/drawing/2014/main" id="{E8702503-E463-D594-ADC4-F8D7A3280031}"/>
              </a:ext>
            </a:extLst>
          </p:cNvPr>
          <p:cNvSpPr>
            <a:spLocks noGrp="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E2361721-F4BB-5A44-B276-66F47C6752F7}" type="slidenum">
              <a:rPr lang="en-US" altLang="tr-TR" sz="1200"/>
              <a:pPr/>
              <a:t>59</a:t>
            </a:fld>
            <a:endParaRPr lang="en-US" altLang="tr-TR"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a:extLst>
              <a:ext uri="{FF2B5EF4-FFF2-40B4-BE49-F238E27FC236}">
                <a16:creationId xmlns:a16="http://schemas.microsoft.com/office/drawing/2014/main" id="{82FC70B4-FCA8-CB6C-D440-95F9A5BC875E}"/>
              </a:ext>
            </a:extLst>
          </p:cNvPr>
          <p:cNvSpPr>
            <a:spLocks noGrp="1" noRot="1" noChangeAspect="1" noTextEdit="1"/>
          </p:cNvSpPr>
          <p:nvPr>
            <p:ph type="sldImg"/>
          </p:nvPr>
        </p:nvSpPr>
        <p:spPr>
          <a:ln/>
        </p:spPr>
      </p:sp>
      <p:sp>
        <p:nvSpPr>
          <p:cNvPr id="79875" name="Notes Placeholder 2">
            <a:extLst>
              <a:ext uri="{FF2B5EF4-FFF2-40B4-BE49-F238E27FC236}">
                <a16:creationId xmlns:a16="http://schemas.microsoft.com/office/drawing/2014/main" id="{5884CEC0-94C0-AE9D-AE2B-B3BC13AB5B06}"/>
              </a:ext>
            </a:extLst>
          </p:cNvPr>
          <p:cNvSpPr>
            <a:spLocks noGrp="1"/>
          </p:cNvSpPr>
          <p:nvPr>
            <p:ph type="body" idx="1"/>
          </p:nvPr>
        </p:nvSpPr>
        <p:spPr>
          <a:noFill/>
        </p:spPr>
        <p:txBody>
          <a:bodyPr/>
          <a:lstStyle/>
          <a:p>
            <a:pPr lvl="2">
              <a:spcBef>
                <a:spcPts val="500"/>
              </a:spcBef>
              <a:spcAft>
                <a:spcPts val="500"/>
              </a:spcAft>
            </a:pPr>
            <a:r>
              <a:rPr lang="en-US" altLang="tr-TR" b="1">
                <a:solidFill>
                  <a:srgbClr val="FF0000"/>
                </a:solidFill>
              </a:rPr>
              <a:t>Organic Mode</a:t>
            </a:r>
            <a:r>
              <a:rPr lang="en-US" altLang="tr-TR" b="1"/>
              <a:t>:</a:t>
            </a:r>
            <a:r>
              <a:rPr lang="en-US" altLang="tr-TR"/>
              <a:t> The project is developed in a familiar, stable environment, and the product is similar to previously developed products. The product is relatively small, and requires little innovation. </a:t>
            </a:r>
          </a:p>
          <a:p>
            <a:pPr lvl="2">
              <a:spcBef>
                <a:spcPts val="500"/>
              </a:spcBef>
              <a:spcAft>
                <a:spcPts val="500"/>
              </a:spcAft>
            </a:pPr>
            <a:r>
              <a:rPr lang="en-US" altLang="tr-TR" b="1">
                <a:solidFill>
                  <a:srgbClr val="FF0000"/>
                </a:solidFill>
              </a:rPr>
              <a:t>Semidetached Mode</a:t>
            </a:r>
            <a:r>
              <a:rPr lang="en-US" altLang="tr-TR" b="1"/>
              <a:t>:</a:t>
            </a:r>
            <a:r>
              <a:rPr lang="en-US" altLang="tr-TR"/>
              <a:t> The project's characteristics are intermediate between Organic and Embedded.</a:t>
            </a:r>
            <a:endParaRPr lang="tr-TR" altLang="tr-TR"/>
          </a:p>
          <a:p>
            <a:pPr lvl="2">
              <a:spcBef>
                <a:spcPts val="500"/>
              </a:spcBef>
              <a:spcAft>
                <a:spcPts val="500"/>
              </a:spcAft>
            </a:pPr>
            <a:r>
              <a:rPr lang="en-US" altLang="tr-TR"/>
              <a:t> </a:t>
            </a:r>
            <a:r>
              <a:rPr lang="en-US" altLang="tr-TR" b="1">
                <a:solidFill>
                  <a:srgbClr val="FF0000"/>
                </a:solidFill>
              </a:rPr>
              <a:t>Embedded Mode</a:t>
            </a:r>
            <a:r>
              <a:rPr lang="en-US" altLang="tr-TR" b="1"/>
              <a:t>:</a:t>
            </a:r>
            <a:r>
              <a:rPr lang="en-US" altLang="tr-TR"/>
              <a:t> The project is characterized by tight, inflexible constraints and interface requirements. An embedded mode project will require a great deal of innovation. </a:t>
            </a:r>
          </a:p>
          <a:p>
            <a:endParaRPr lang="en-GB" altLang="en-US"/>
          </a:p>
        </p:txBody>
      </p:sp>
      <p:sp>
        <p:nvSpPr>
          <p:cNvPr id="79876" name="Slide Number Placeholder 3">
            <a:extLst>
              <a:ext uri="{FF2B5EF4-FFF2-40B4-BE49-F238E27FC236}">
                <a16:creationId xmlns:a16="http://schemas.microsoft.com/office/drawing/2014/main" id="{6F163B22-7788-E041-472D-6BC044C599DA}"/>
              </a:ext>
            </a:extLst>
          </p:cNvPr>
          <p:cNvSpPr>
            <a:spLocks noGrp="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C803B882-0604-B948-8DC6-7E32F5F875EF}" type="slidenum">
              <a:rPr lang="en-US" altLang="tr-TR" sz="1200"/>
              <a:pPr/>
              <a:t>61</a:t>
            </a:fld>
            <a:endParaRPr lang="en-US" altLang="tr-TR"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Image Placeholder 1">
            <a:extLst>
              <a:ext uri="{FF2B5EF4-FFF2-40B4-BE49-F238E27FC236}">
                <a16:creationId xmlns:a16="http://schemas.microsoft.com/office/drawing/2014/main" id="{4188B64A-48FC-A01C-F530-1E05345EA0BC}"/>
              </a:ext>
            </a:extLst>
          </p:cNvPr>
          <p:cNvSpPr>
            <a:spLocks noGrp="1" noRot="1" noChangeAspect="1" noTextEdit="1"/>
          </p:cNvSpPr>
          <p:nvPr>
            <p:ph type="sldImg"/>
          </p:nvPr>
        </p:nvSpPr>
        <p:spPr>
          <a:ln/>
        </p:spPr>
      </p:sp>
      <p:sp>
        <p:nvSpPr>
          <p:cNvPr id="90115" name="Notes Placeholder 2">
            <a:extLst>
              <a:ext uri="{FF2B5EF4-FFF2-40B4-BE49-F238E27FC236}">
                <a16:creationId xmlns:a16="http://schemas.microsoft.com/office/drawing/2014/main" id="{924E5E8D-B50B-81BC-D421-71749E092084}"/>
              </a:ext>
            </a:extLst>
          </p:cNvPr>
          <p:cNvSpPr>
            <a:spLocks noGrp="1"/>
          </p:cNvSpPr>
          <p:nvPr>
            <p:ph type="body" idx="1"/>
          </p:nvPr>
        </p:nvSpPr>
        <p:spPr>
          <a:noFill/>
        </p:spPr>
        <p:txBody>
          <a:bodyPr/>
          <a:lstStyle/>
          <a:p>
            <a:endParaRPr lang="en-GB" altLang="en-US"/>
          </a:p>
        </p:txBody>
      </p:sp>
      <p:sp>
        <p:nvSpPr>
          <p:cNvPr id="90116" name="Slide Number Placeholder 3">
            <a:extLst>
              <a:ext uri="{FF2B5EF4-FFF2-40B4-BE49-F238E27FC236}">
                <a16:creationId xmlns:a16="http://schemas.microsoft.com/office/drawing/2014/main" id="{D6635228-9652-7F92-3958-59B20205CEF1}"/>
              </a:ext>
            </a:extLst>
          </p:cNvPr>
          <p:cNvSpPr>
            <a:spLocks noGrp="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E20AECD4-B3E8-E24A-9224-00C39F12DFA1}" type="slidenum">
              <a:rPr lang="en-US" altLang="tr-TR" sz="1200"/>
              <a:pPr/>
              <a:t>70</a:t>
            </a:fld>
            <a:endParaRPr lang="en-US" altLang="tr-TR"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a:extLst>
              <a:ext uri="{FF2B5EF4-FFF2-40B4-BE49-F238E27FC236}">
                <a16:creationId xmlns:a16="http://schemas.microsoft.com/office/drawing/2014/main" id="{D57DFE9D-E8B8-74ED-5424-E71FFF446311}"/>
              </a:ext>
            </a:extLst>
          </p:cNvPr>
          <p:cNvSpPr>
            <a:spLocks noGrp="1" noRot="1" noChangeAspect="1" noTextEdit="1"/>
          </p:cNvSpPr>
          <p:nvPr>
            <p:ph type="sldImg"/>
          </p:nvPr>
        </p:nvSpPr>
        <p:spPr>
          <a:ln/>
        </p:spPr>
      </p:sp>
      <p:sp>
        <p:nvSpPr>
          <p:cNvPr id="3" name="Notes Placeholder 2">
            <a:extLst>
              <a:ext uri="{FF2B5EF4-FFF2-40B4-BE49-F238E27FC236}">
                <a16:creationId xmlns:a16="http://schemas.microsoft.com/office/drawing/2014/main" id="{E430F08F-EA4B-41EB-969A-52778FEA900C}"/>
              </a:ext>
            </a:extLst>
          </p:cNvPr>
          <p:cNvSpPr>
            <a:spLocks noGrp="1"/>
          </p:cNvSpPr>
          <p:nvPr>
            <p:ph type="body" idx="1"/>
          </p:nvPr>
        </p:nvSpPr>
        <p:spPr/>
        <p:txBody>
          <a:bodyPr/>
          <a:lstStyle/>
          <a:p>
            <a:pPr>
              <a:defRPr/>
            </a:pPr>
            <a:r>
              <a:rPr lang="en-US" altLang="en-US" b="1" dirty="0">
                <a:solidFill>
                  <a:schemeClr val="tx1">
                    <a:lumMod val="90000"/>
                  </a:schemeClr>
                </a:solidFill>
                <a:latin typeface="Arial" panose="020B0604020202020204" pitchFamily="34" charset="0"/>
                <a:ea typeface="Times New Roman" panose="02020603050405020304" pitchFamily="18" charset="0"/>
                <a:cs typeface="Arial" panose="020B0604020202020204" pitchFamily="34" charset="0"/>
              </a:rPr>
              <a:t>Consult Wikipedia for the format used in the exam</a:t>
            </a:r>
            <a:endParaRPr lang="en-US" dirty="0"/>
          </a:p>
        </p:txBody>
      </p:sp>
      <p:sp>
        <p:nvSpPr>
          <p:cNvPr id="93188" name="Slide Number Placeholder 3">
            <a:extLst>
              <a:ext uri="{FF2B5EF4-FFF2-40B4-BE49-F238E27FC236}">
                <a16:creationId xmlns:a16="http://schemas.microsoft.com/office/drawing/2014/main" id="{D7F04947-DDF7-9DB2-0FFD-C0B5915D4558}"/>
              </a:ext>
            </a:extLst>
          </p:cNvPr>
          <p:cNvSpPr>
            <a:spLocks noGrp="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4205A9A7-01C9-0541-8231-0C394991EA19}" type="slidenum">
              <a:rPr lang="en-US" altLang="en-US" sz="1200"/>
              <a:pPr/>
              <a:t>72</a:t>
            </a:fld>
            <a:endParaRPr lang="en-US" altLang="en-US"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tr-T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tr-TR"/>
          </a:p>
        </p:txBody>
      </p:sp>
      <p:sp>
        <p:nvSpPr>
          <p:cNvPr id="4" name="Rectangle 4">
            <a:extLst>
              <a:ext uri="{FF2B5EF4-FFF2-40B4-BE49-F238E27FC236}">
                <a16:creationId xmlns:a16="http://schemas.microsoft.com/office/drawing/2014/main" id="{AC62B3C8-1908-B6CB-3CA8-8BCA0D6AE2AF}"/>
              </a:ext>
            </a:extLst>
          </p:cNvPr>
          <p:cNvSpPr>
            <a:spLocks noGrp="1" noChangeArrowheads="1"/>
          </p:cNvSpPr>
          <p:nvPr>
            <p:ph type="dt" sz="half" idx="10"/>
          </p:nvPr>
        </p:nvSpPr>
        <p:spPr>
          <a:ln/>
        </p:spPr>
        <p:txBody>
          <a:bodyPr/>
          <a:lstStyle>
            <a:lvl1pPr>
              <a:defRPr/>
            </a:lvl1pPr>
          </a:lstStyle>
          <a:p>
            <a:pPr>
              <a:defRPr/>
            </a:pPr>
            <a:r>
              <a:rPr lang="en-US" altLang="tr-TR"/>
              <a:t>26/12/2016</a:t>
            </a:r>
          </a:p>
        </p:txBody>
      </p:sp>
      <p:sp>
        <p:nvSpPr>
          <p:cNvPr id="5" name="Rectangle 5">
            <a:extLst>
              <a:ext uri="{FF2B5EF4-FFF2-40B4-BE49-F238E27FC236}">
                <a16:creationId xmlns:a16="http://schemas.microsoft.com/office/drawing/2014/main" id="{E97FF94C-7375-386F-1C9B-56E5C0E8911A}"/>
              </a:ext>
            </a:extLst>
          </p:cNvPr>
          <p:cNvSpPr>
            <a:spLocks noGrp="1" noChangeArrowheads="1"/>
          </p:cNvSpPr>
          <p:nvPr>
            <p:ph type="ftr" sz="quarter" idx="11"/>
          </p:nvPr>
        </p:nvSpPr>
        <p:spPr>
          <a:ln/>
        </p:spPr>
        <p:txBody>
          <a:bodyPr/>
          <a:lstStyle>
            <a:lvl1pPr>
              <a:defRPr/>
            </a:lvl1pPr>
          </a:lstStyle>
          <a:p>
            <a:pPr>
              <a:defRPr/>
            </a:pPr>
            <a:endParaRPr lang="en-US" altLang="tr-TR"/>
          </a:p>
        </p:txBody>
      </p:sp>
      <p:sp>
        <p:nvSpPr>
          <p:cNvPr id="6" name="Rectangle 6">
            <a:extLst>
              <a:ext uri="{FF2B5EF4-FFF2-40B4-BE49-F238E27FC236}">
                <a16:creationId xmlns:a16="http://schemas.microsoft.com/office/drawing/2014/main" id="{CB04DA90-9D39-AFBC-B92D-1C23CA64A97E}"/>
              </a:ext>
            </a:extLst>
          </p:cNvPr>
          <p:cNvSpPr>
            <a:spLocks noGrp="1" noChangeArrowheads="1"/>
          </p:cNvSpPr>
          <p:nvPr>
            <p:ph type="sldNum" sz="quarter" idx="12"/>
          </p:nvPr>
        </p:nvSpPr>
        <p:spPr>
          <a:ln/>
        </p:spPr>
        <p:txBody>
          <a:bodyPr/>
          <a:lstStyle>
            <a:lvl1pPr>
              <a:defRPr/>
            </a:lvl1pPr>
          </a:lstStyle>
          <a:p>
            <a:fld id="{DC590C99-F3DC-5B42-902C-14B0AAC345BC}" type="slidenum">
              <a:rPr lang="en-US" altLang="tr-TR"/>
              <a:pPr/>
              <a:t>‹#›</a:t>
            </a:fld>
            <a:endParaRPr lang="en-US" altLang="tr-TR"/>
          </a:p>
        </p:txBody>
      </p:sp>
    </p:spTree>
    <p:extLst>
      <p:ext uri="{BB962C8B-B14F-4D97-AF65-F5344CB8AC3E}">
        <p14:creationId xmlns:p14="http://schemas.microsoft.com/office/powerpoint/2010/main" val="4647721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a:extLst>
              <a:ext uri="{FF2B5EF4-FFF2-40B4-BE49-F238E27FC236}">
                <a16:creationId xmlns:a16="http://schemas.microsoft.com/office/drawing/2014/main" id="{F2ADC138-F851-43E0-2514-191EB913A9B1}"/>
              </a:ext>
            </a:extLst>
          </p:cNvPr>
          <p:cNvSpPr>
            <a:spLocks noGrp="1"/>
          </p:cNvSpPr>
          <p:nvPr>
            <p:ph type="dt" sz="half" idx="10"/>
          </p:nvPr>
        </p:nvSpPr>
        <p:spPr/>
        <p:txBody>
          <a:bodyPr/>
          <a:lstStyle>
            <a:lvl1pPr>
              <a:defRPr/>
            </a:lvl1pPr>
          </a:lstStyle>
          <a:p>
            <a:pPr>
              <a:defRPr/>
            </a:pPr>
            <a:r>
              <a:rPr lang="en-US" altLang="tr-TR"/>
              <a:t>26/12/2016</a:t>
            </a:r>
            <a:endParaRPr lang="en-US" altLang="tr-TR" dirty="0"/>
          </a:p>
        </p:txBody>
      </p:sp>
      <p:sp>
        <p:nvSpPr>
          <p:cNvPr id="5" name="Footer Placeholder 4">
            <a:extLst>
              <a:ext uri="{FF2B5EF4-FFF2-40B4-BE49-F238E27FC236}">
                <a16:creationId xmlns:a16="http://schemas.microsoft.com/office/drawing/2014/main" id="{092E89EE-4E90-610F-6727-797623FBB49A}"/>
              </a:ext>
            </a:extLst>
          </p:cNvPr>
          <p:cNvSpPr>
            <a:spLocks noGrp="1"/>
          </p:cNvSpPr>
          <p:nvPr>
            <p:ph type="ftr" sz="quarter" idx="11"/>
          </p:nvPr>
        </p:nvSpPr>
        <p:spPr/>
        <p:txBody>
          <a:bodyPr/>
          <a:lstStyle>
            <a:lvl1pPr>
              <a:defRPr/>
            </a:lvl1pPr>
          </a:lstStyle>
          <a:p>
            <a:pPr>
              <a:defRPr/>
            </a:pPr>
            <a:endParaRPr lang="en-US" altLang="tr-TR"/>
          </a:p>
        </p:txBody>
      </p:sp>
      <p:sp>
        <p:nvSpPr>
          <p:cNvPr id="6" name="Slide Number Placeholder 5">
            <a:extLst>
              <a:ext uri="{FF2B5EF4-FFF2-40B4-BE49-F238E27FC236}">
                <a16:creationId xmlns:a16="http://schemas.microsoft.com/office/drawing/2014/main" id="{B736BE38-AB83-06C5-091E-64A77ABF5E30}"/>
              </a:ext>
            </a:extLst>
          </p:cNvPr>
          <p:cNvSpPr>
            <a:spLocks noGrp="1"/>
          </p:cNvSpPr>
          <p:nvPr>
            <p:ph type="sldNum" sz="quarter" idx="12"/>
          </p:nvPr>
        </p:nvSpPr>
        <p:spPr/>
        <p:txBody>
          <a:bodyPr/>
          <a:lstStyle>
            <a:lvl1pPr>
              <a:defRPr/>
            </a:lvl1pPr>
          </a:lstStyle>
          <a:p>
            <a:fld id="{BB1AB732-363A-3949-A016-997695A1D08A}" type="slidenum">
              <a:rPr lang="en-US" altLang="tr-TR"/>
              <a:pPr/>
              <a:t>‹#›</a:t>
            </a:fld>
            <a:endParaRPr lang="en-US" altLang="tr-TR"/>
          </a:p>
        </p:txBody>
      </p:sp>
    </p:spTree>
    <p:extLst>
      <p:ext uri="{BB962C8B-B14F-4D97-AF65-F5344CB8AC3E}">
        <p14:creationId xmlns:p14="http://schemas.microsoft.com/office/powerpoint/2010/main" val="166593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tr-T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4">
            <a:extLst>
              <a:ext uri="{FF2B5EF4-FFF2-40B4-BE49-F238E27FC236}">
                <a16:creationId xmlns:a16="http://schemas.microsoft.com/office/drawing/2014/main" id="{4E7E92F4-F719-A068-55B7-B6857F9E81EF}"/>
              </a:ext>
            </a:extLst>
          </p:cNvPr>
          <p:cNvSpPr>
            <a:spLocks noGrp="1" noChangeArrowheads="1"/>
          </p:cNvSpPr>
          <p:nvPr>
            <p:ph type="dt" sz="half" idx="10"/>
          </p:nvPr>
        </p:nvSpPr>
        <p:spPr>
          <a:ln/>
        </p:spPr>
        <p:txBody>
          <a:bodyPr/>
          <a:lstStyle>
            <a:lvl1pPr>
              <a:defRPr/>
            </a:lvl1pPr>
          </a:lstStyle>
          <a:p>
            <a:pPr>
              <a:defRPr/>
            </a:pPr>
            <a:r>
              <a:rPr lang="en-US" altLang="tr-TR"/>
              <a:t>26/12/2016</a:t>
            </a:r>
          </a:p>
        </p:txBody>
      </p:sp>
      <p:sp>
        <p:nvSpPr>
          <p:cNvPr id="5" name="Rectangle 5">
            <a:extLst>
              <a:ext uri="{FF2B5EF4-FFF2-40B4-BE49-F238E27FC236}">
                <a16:creationId xmlns:a16="http://schemas.microsoft.com/office/drawing/2014/main" id="{97A55D60-E425-485D-2DB7-8D7373135DFE}"/>
              </a:ext>
            </a:extLst>
          </p:cNvPr>
          <p:cNvSpPr>
            <a:spLocks noGrp="1" noChangeArrowheads="1"/>
          </p:cNvSpPr>
          <p:nvPr>
            <p:ph type="ftr" sz="quarter" idx="11"/>
          </p:nvPr>
        </p:nvSpPr>
        <p:spPr>
          <a:ln/>
        </p:spPr>
        <p:txBody>
          <a:bodyPr/>
          <a:lstStyle>
            <a:lvl1pPr>
              <a:defRPr/>
            </a:lvl1pPr>
          </a:lstStyle>
          <a:p>
            <a:pPr>
              <a:defRPr/>
            </a:pPr>
            <a:endParaRPr lang="en-US" altLang="tr-TR"/>
          </a:p>
        </p:txBody>
      </p:sp>
      <p:sp>
        <p:nvSpPr>
          <p:cNvPr id="6" name="Rectangle 6">
            <a:extLst>
              <a:ext uri="{FF2B5EF4-FFF2-40B4-BE49-F238E27FC236}">
                <a16:creationId xmlns:a16="http://schemas.microsoft.com/office/drawing/2014/main" id="{15672D9D-A14D-B486-6DE3-9016AA2A830E}"/>
              </a:ext>
            </a:extLst>
          </p:cNvPr>
          <p:cNvSpPr>
            <a:spLocks noGrp="1" noChangeArrowheads="1"/>
          </p:cNvSpPr>
          <p:nvPr>
            <p:ph type="sldNum" sz="quarter" idx="12"/>
          </p:nvPr>
        </p:nvSpPr>
        <p:spPr>
          <a:ln/>
        </p:spPr>
        <p:txBody>
          <a:bodyPr/>
          <a:lstStyle>
            <a:lvl1pPr>
              <a:defRPr/>
            </a:lvl1pPr>
          </a:lstStyle>
          <a:p>
            <a:fld id="{E6146ABB-3E2D-FB4C-8264-85D309C05F6F}" type="slidenum">
              <a:rPr lang="en-US" altLang="tr-TR"/>
              <a:pPr/>
              <a:t>‹#›</a:t>
            </a:fld>
            <a:endParaRPr lang="en-US" altLang="tr-TR"/>
          </a:p>
        </p:txBody>
      </p:sp>
    </p:spTree>
    <p:extLst>
      <p:ext uri="{BB962C8B-B14F-4D97-AF65-F5344CB8AC3E}">
        <p14:creationId xmlns:p14="http://schemas.microsoft.com/office/powerpoint/2010/main" val="7933841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Date Placeholder 4">
            <a:extLst>
              <a:ext uri="{FF2B5EF4-FFF2-40B4-BE49-F238E27FC236}">
                <a16:creationId xmlns:a16="http://schemas.microsoft.com/office/drawing/2014/main" id="{889FC402-C639-C803-B05F-3EB6F27F8DE5}"/>
              </a:ext>
            </a:extLst>
          </p:cNvPr>
          <p:cNvSpPr>
            <a:spLocks noGrp="1"/>
          </p:cNvSpPr>
          <p:nvPr>
            <p:ph type="dt" sz="half" idx="10"/>
          </p:nvPr>
        </p:nvSpPr>
        <p:spPr/>
        <p:txBody>
          <a:bodyPr/>
          <a:lstStyle>
            <a:lvl1pPr>
              <a:defRPr/>
            </a:lvl1pPr>
          </a:lstStyle>
          <a:p>
            <a:pPr>
              <a:defRPr/>
            </a:pPr>
            <a:r>
              <a:rPr lang="en-US" altLang="tr-TR"/>
              <a:t>26/12/2016</a:t>
            </a:r>
            <a:endParaRPr lang="en-US" altLang="tr-TR" dirty="0"/>
          </a:p>
        </p:txBody>
      </p:sp>
      <p:sp>
        <p:nvSpPr>
          <p:cNvPr id="6" name="Footer Placeholder 5">
            <a:extLst>
              <a:ext uri="{FF2B5EF4-FFF2-40B4-BE49-F238E27FC236}">
                <a16:creationId xmlns:a16="http://schemas.microsoft.com/office/drawing/2014/main" id="{FD4D72FC-9F41-B867-2C5D-FEA80019BA7C}"/>
              </a:ext>
            </a:extLst>
          </p:cNvPr>
          <p:cNvSpPr>
            <a:spLocks noGrp="1"/>
          </p:cNvSpPr>
          <p:nvPr>
            <p:ph type="ftr" sz="quarter" idx="11"/>
          </p:nvPr>
        </p:nvSpPr>
        <p:spPr/>
        <p:txBody>
          <a:bodyPr/>
          <a:lstStyle>
            <a:lvl1pPr>
              <a:defRPr/>
            </a:lvl1pPr>
          </a:lstStyle>
          <a:p>
            <a:pPr>
              <a:defRPr/>
            </a:pPr>
            <a:endParaRPr lang="en-US" altLang="tr-TR"/>
          </a:p>
        </p:txBody>
      </p:sp>
      <p:sp>
        <p:nvSpPr>
          <p:cNvPr id="7" name="Slide Number Placeholder 6">
            <a:extLst>
              <a:ext uri="{FF2B5EF4-FFF2-40B4-BE49-F238E27FC236}">
                <a16:creationId xmlns:a16="http://schemas.microsoft.com/office/drawing/2014/main" id="{0CAFCCDD-1C57-44F9-E8CD-A0C32EBD0862}"/>
              </a:ext>
            </a:extLst>
          </p:cNvPr>
          <p:cNvSpPr>
            <a:spLocks noGrp="1"/>
          </p:cNvSpPr>
          <p:nvPr>
            <p:ph type="sldNum" sz="quarter" idx="12"/>
          </p:nvPr>
        </p:nvSpPr>
        <p:spPr/>
        <p:txBody>
          <a:bodyPr/>
          <a:lstStyle>
            <a:lvl1pPr>
              <a:defRPr/>
            </a:lvl1pPr>
          </a:lstStyle>
          <a:p>
            <a:fld id="{09B1D7A1-DCED-C74D-949C-412659AFC8BC}" type="slidenum">
              <a:rPr lang="en-US" altLang="tr-TR"/>
              <a:pPr/>
              <a:t>‹#›</a:t>
            </a:fld>
            <a:endParaRPr lang="en-US" altLang="tr-TR"/>
          </a:p>
        </p:txBody>
      </p:sp>
    </p:spTree>
    <p:extLst>
      <p:ext uri="{BB962C8B-B14F-4D97-AF65-F5344CB8AC3E}">
        <p14:creationId xmlns:p14="http://schemas.microsoft.com/office/powerpoint/2010/main" val="3863744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tr-T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7" name="Date Placeholder 6">
            <a:extLst>
              <a:ext uri="{FF2B5EF4-FFF2-40B4-BE49-F238E27FC236}">
                <a16:creationId xmlns:a16="http://schemas.microsoft.com/office/drawing/2014/main" id="{38B202AB-C0EC-4554-C129-BE624BE2D1EF}"/>
              </a:ext>
            </a:extLst>
          </p:cNvPr>
          <p:cNvSpPr>
            <a:spLocks noGrp="1"/>
          </p:cNvSpPr>
          <p:nvPr>
            <p:ph type="dt" sz="half" idx="10"/>
          </p:nvPr>
        </p:nvSpPr>
        <p:spPr/>
        <p:txBody>
          <a:bodyPr/>
          <a:lstStyle>
            <a:lvl1pPr>
              <a:defRPr/>
            </a:lvl1pPr>
          </a:lstStyle>
          <a:p>
            <a:pPr>
              <a:defRPr/>
            </a:pPr>
            <a:r>
              <a:rPr lang="en-US" altLang="tr-TR"/>
              <a:t>26/12/2016</a:t>
            </a:r>
            <a:endParaRPr lang="en-US" altLang="tr-TR" dirty="0"/>
          </a:p>
        </p:txBody>
      </p:sp>
      <p:sp>
        <p:nvSpPr>
          <p:cNvPr id="8" name="Footer Placeholder 7">
            <a:extLst>
              <a:ext uri="{FF2B5EF4-FFF2-40B4-BE49-F238E27FC236}">
                <a16:creationId xmlns:a16="http://schemas.microsoft.com/office/drawing/2014/main" id="{77C225C4-7EE8-16F1-FABD-0B7CD3B52B45}"/>
              </a:ext>
            </a:extLst>
          </p:cNvPr>
          <p:cNvSpPr>
            <a:spLocks noGrp="1"/>
          </p:cNvSpPr>
          <p:nvPr>
            <p:ph type="ftr" sz="quarter" idx="11"/>
          </p:nvPr>
        </p:nvSpPr>
        <p:spPr/>
        <p:txBody>
          <a:bodyPr/>
          <a:lstStyle>
            <a:lvl1pPr>
              <a:defRPr/>
            </a:lvl1pPr>
          </a:lstStyle>
          <a:p>
            <a:pPr>
              <a:defRPr/>
            </a:pPr>
            <a:endParaRPr lang="en-US" altLang="tr-TR"/>
          </a:p>
        </p:txBody>
      </p:sp>
      <p:sp>
        <p:nvSpPr>
          <p:cNvPr id="9" name="Slide Number Placeholder 8">
            <a:extLst>
              <a:ext uri="{FF2B5EF4-FFF2-40B4-BE49-F238E27FC236}">
                <a16:creationId xmlns:a16="http://schemas.microsoft.com/office/drawing/2014/main" id="{BE6A995D-DE8B-6C35-ED05-24F82CAC04A8}"/>
              </a:ext>
            </a:extLst>
          </p:cNvPr>
          <p:cNvSpPr>
            <a:spLocks noGrp="1"/>
          </p:cNvSpPr>
          <p:nvPr>
            <p:ph type="sldNum" sz="quarter" idx="12"/>
          </p:nvPr>
        </p:nvSpPr>
        <p:spPr/>
        <p:txBody>
          <a:bodyPr/>
          <a:lstStyle>
            <a:lvl1pPr>
              <a:defRPr/>
            </a:lvl1pPr>
          </a:lstStyle>
          <a:p>
            <a:fld id="{12AF8280-4E2E-6C4C-8050-1C3F4741C197}" type="slidenum">
              <a:rPr lang="en-US" altLang="tr-TR"/>
              <a:pPr/>
              <a:t>‹#›</a:t>
            </a:fld>
            <a:endParaRPr lang="en-US" altLang="tr-TR"/>
          </a:p>
        </p:txBody>
      </p:sp>
    </p:spTree>
    <p:extLst>
      <p:ext uri="{BB962C8B-B14F-4D97-AF65-F5344CB8AC3E}">
        <p14:creationId xmlns:p14="http://schemas.microsoft.com/office/powerpoint/2010/main" val="27749568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Date Placeholder 2">
            <a:extLst>
              <a:ext uri="{FF2B5EF4-FFF2-40B4-BE49-F238E27FC236}">
                <a16:creationId xmlns:a16="http://schemas.microsoft.com/office/drawing/2014/main" id="{0A5E7A21-3355-DF5D-281C-E7F604A16169}"/>
              </a:ext>
            </a:extLst>
          </p:cNvPr>
          <p:cNvSpPr>
            <a:spLocks noGrp="1"/>
          </p:cNvSpPr>
          <p:nvPr>
            <p:ph type="dt" sz="half" idx="10"/>
          </p:nvPr>
        </p:nvSpPr>
        <p:spPr/>
        <p:txBody>
          <a:bodyPr/>
          <a:lstStyle>
            <a:lvl1pPr>
              <a:defRPr/>
            </a:lvl1pPr>
          </a:lstStyle>
          <a:p>
            <a:pPr>
              <a:defRPr/>
            </a:pPr>
            <a:r>
              <a:rPr lang="en-US" altLang="tr-TR"/>
              <a:t>26/12/2016</a:t>
            </a:r>
            <a:endParaRPr lang="en-US" altLang="tr-TR" dirty="0"/>
          </a:p>
        </p:txBody>
      </p:sp>
      <p:sp>
        <p:nvSpPr>
          <p:cNvPr id="4" name="Footer Placeholder 3">
            <a:extLst>
              <a:ext uri="{FF2B5EF4-FFF2-40B4-BE49-F238E27FC236}">
                <a16:creationId xmlns:a16="http://schemas.microsoft.com/office/drawing/2014/main" id="{1DD6EE49-A40B-87CA-CC62-6649FA9E5DAE}"/>
              </a:ext>
            </a:extLst>
          </p:cNvPr>
          <p:cNvSpPr>
            <a:spLocks noGrp="1"/>
          </p:cNvSpPr>
          <p:nvPr>
            <p:ph type="ftr" sz="quarter" idx="11"/>
          </p:nvPr>
        </p:nvSpPr>
        <p:spPr/>
        <p:txBody>
          <a:bodyPr/>
          <a:lstStyle>
            <a:lvl1pPr>
              <a:defRPr/>
            </a:lvl1pPr>
          </a:lstStyle>
          <a:p>
            <a:pPr>
              <a:defRPr/>
            </a:pPr>
            <a:endParaRPr lang="en-US" altLang="tr-TR"/>
          </a:p>
        </p:txBody>
      </p:sp>
      <p:sp>
        <p:nvSpPr>
          <p:cNvPr id="5" name="Slide Number Placeholder 4">
            <a:extLst>
              <a:ext uri="{FF2B5EF4-FFF2-40B4-BE49-F238E27FC236}">
                <a16:creationId xmlns:a16="http://schemas.microsoft.com/office/drawing/2014/main" id="{4D2A118D-7BEE-DBE3-424E-B21E31150E79}"/>
              </a:ext>
            </a:extLst>
          </p:cNvPr>
          <p:cNvSpPr>
            <a:spLocks noGrp="1"/>
          </p:cNvSpPr>
          <p:nvPr>
            <p:ph type="sldNum" sz="quarter" idx="12"/>
          </p:nvPr>
        </p:nvSpPr>
        <p:spPr/>
        <p:txBody>
          <a:bodyPr/>
          <a:lstStyle>
            <a:lvl1pPr>
              <a:defRPr/>
            </a:lvl1pPr>
          </a:lstStyle>
          <a:p>
            <a:fld id="{42C9A14E-2E1E-C949-A68E-AEE1AD681C97}" type="slidenum">
              <a:rPr lang="en-US" altLang="tr-TR"/>
              <a:pPr/>
              <a:t>‹#›</a:t>
            </a:fld>
            <a:endParaRPr lang="en-US" altLang="tr-TR"/>
          </a:p>
        </p:txBody>
      </p:sp>
    </p:spTree>
    <p:extLst>
      <p:ext uri="{BB962C8B-B14F-4D97-AF65-F5344CB8AC3E}">
        <p14:creationId xmlns:p14="http://schemas.microsoft.com/office/powerpoint/2010/main" val="15212725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7D8465B3-1976-4C92-698C-FAF52FF4BBC4}"/>
              </a:ext>
            </a:extLst>
          </p:cNvPr>
          <p:cNvSpPr>
            <a:spLocks noGrp="1" noChangeArrowheads="1"/>
          </p:cNvSpPr>
          <p:nvPr>
            <p:ph type="dt" sz="half" idx="10"/>
          </p:nvPr>
        </p:nvSpPr>
        <p:spPr>
          <a:ln/>
        </p:spPr>
        <p:txBody>
          <a:bodyPr/>
          <a:lstStyle>
            <a:lvl1pPr>
              <a:defRPr/>
            </a:lvl1pPr>
          </a:lstStyle>
          <a:p>
            <a:pPr>
              <a:defRPr/>
            </a:pPr>
            <a:r>
              <a:rPr lang="en-US" altLang="tr-TR"/>
              <a:t>26/12/2016</a:t>
            </a:r>
          </a:p>
        </p:txBody>
      </p:sp>
      <p:sp>
        <p:nvSpPr>
          <p:cNvPr id="3" name="Rectangle 5">
            <a:extLst>
              <a:ext uri="{FF2B5EF4-FFF2-40B4-BE49-F238E27FC236}">
                <a16:creationId xmlns:a16="http://schemas.microsoft.com/office/drawing/2014/main" id="{5DF5AC7B-73E9-EBFB-778F-C0BA0EFA4C70}"/>
              </a:ext>
            </a:extLst>
          </p:cNvPr>
          <p:cNvSpPr>
            <a:spLocks noGrp="1" noChangeArrowheads="1"/>
          </p:cNvSpPr>
          <p:nvPr>
            <p:ph type="ftr" sz="quarter" idx="11"/>
          </p:nvPr>
        </p:nvSpPr>
        <p:spPr>
          <a:ln/>
        </p:spPr>
        <p:txBody>
          <a:bodyPr/>
          <a:lstStyle>
            <a:lvl1pPr>
              <a:defRPr/>
            </a:lvl1pPr>
          </a:lstStyle>
          <a:p>
            <a:pPr>
              <a:defRPr/>
            </a:pPr>
            <a:endParaRPr lang="en-US" altLang="tr-TR"/>
          </a:p>
        </p:txBody>
      </p:sp>
      <p:sp>
        <p:nvSpPr>
          <p:cNvPr id="4" name="Rectangle 6">
            <a:extLst>
              <a:ext uri="{FF2B5EF4-FFF2-40B4-BE49-F238E27FC236}">
                <a16:creationId xmlns:a16="http://schemas.microsoft.com/office/drawing/2014/main" id="{6372E71A-AF81-0891-BA5A-112429F74595}"/>
              </a:ext>
            </a:extLst>
          </p:cNvPr>
          <p:cNvSpPr>
            <a:spLocks noGrp="1" noChangeArrowheads="1"/>
          </p:cNvSpPr>
          <p:nvPr>
            <p:ph type="sldNum" sz="quarter" idx="12"/>
          </p:nvPr>
        </p:nvSpPr>
        <p:spPr>
          <a:ln/>
        </p:spPr>
        <p:txBody>
          <a:bodyPr/>
          <a:lstStyle>
            <a:lvl1pPr>
              <a:defRPr/>
            </a:lvl1pPr>
          </a:lstStyle>
          <a:p>
            <a:fld id="{5261239D-EE15-B247-9AC6-0B6ACBF0F02B}" type="slidenum">
              <a:rPr lang="en-US" altLang="tr-TR"/>
              <a:pPr/>
              <a:t>‹#›</a:t>
            </a:fld>
            <a:endParaRPr lang="en-US" altLang="tr-TR"/>
          </a:p>
        </p:txBody>
      </p:sp>
    </p:spTree>
    <p:extLst>
      <p:ext uri="{BB962C8B-B14F-4D97-AF65-F5344CB8AC3E}">
        <p14:creationId xmlns:p14="http://schemas.microsoft.com/office/powerpoint/2010/main" val="2363699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tr-T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4">
            <a:extLst>
              <a:ext uri="{FF2B5EF4-FFF2-40B4-BE49-F238E27FC236}">
                <a16:creationId xmlns:a16="http://schemas.microsoft.com/office/drawing/2014/main" id="{1531A45C-EE0E-0DF4-CFD5-F6FE4360ADFA}"/>
              </a:ext>
            </a:extLst>
          </p:cNvPr>
          <p:cNvSpPr>
            <a:spLocks noGrp="1" noChangeArrowheads="1"/>
          </p:cNvSpPr>
          <p:nvPr>
            <p:ph type="dt" sz="half" idx="10"/>
          </p:nvPr>
        </p:nvSpPr>
        <p:spPr>
          <a:ln/>
        </p:spPr>
        <p:txBody>
          <a:bodyPr/>
          <a:lstStyle>
            <a:lvl1pPr>
              <a:defRPr/>
            </a:lvl1pPr>
          </a:lstStyle>
          <a:p>
            <a:pPr>
              <a:defRPr/>
            </a:pPr>
            <a:r>
              <a:rPr lang="en-US" altLang="tr-TR"/>
              <a:t>26/12/2016</a:t>
            </a:r>
          </a:p>
        </p:txBody>
      </p:sp>
      <p:sp>
        <p:nvSpPr>
          <p:cNvPr id="6" name="Rectangle 5">
            <a:extLst>
              <a:ext uri="{FF2B5EF4-FFF2-40B4-BE49-F238E27FC236}">
                <a16:creationId xmlns:a16="http://schemas.microsoft.com/office/drawing/2014/main" id="{32E5BDE4-7269-A8E0-74C1-C7CCC30E0ECA}"/>
              </a:ext>
            </a:extLst>
          </p:cNvPr>
          <p:cNvSpPr>
            <a:spLocks noGrp="1" noChangeArrowheads="1"/>
          </p:cNvSpPr>
          <p:nvPr>
            <p:ph type="ftr" sz="quarter" idx="11"/>
          </p:nvPr>
        </p:nvSpPr>
        <p:spPr>
          <a:ln/>
        </p:spPr>
        <p:txBody>
          <a:bodyPr/>
          <a:lstStyle>
            <a:lvl1pPr>
              <a:defRPr/>
            </a:lvl1pPr>
          </a:lstStyle>
          <a:p>
            <a:pPr>
              <a:defRPr/>
            </a:pPr>
            <a:endParaRPr lang="en-US" altLang="tr-TR"/>
          </a:p>
        </p:txBody>
      </p:sp>
      <p:sp>
        <p:nvSpPr>
          <p:cNvPr id="7" name="Rectangle 6">
            <a:extLst>
              <a:ext uri="{FF2B5EF4-FFF2-40B4-BE49-F238E27FC236}">
                <a16:creationId xmlns:a16="http://schemas.microsoft.com/office/drawing/2014/main" id="{19D5749D-9643-AB75-0BC3-196104EB911D}"/>
              </a:ext>
            </a:extLst>
          </p:cNvPr>
          <p:cNvSpPr>
            <a:spLocks noGrp="1" noChangeArrowheads="1"/>
          </p:cNvSpPr>
          <p:nvPr>
            <p:ph type="sldNum" sz="quarter" idx="12"/>
          </p:nvPr>
        </p:nvSpPr>
        <p:spPr>
          <a:ln/>
        </p:spPr>
        <p:txBody>
          <a:bodyPr/>
          <a:lstStyle>
            <a:lvl1pPr>
              <a:defRPr/>
            </a:lvl1pPr>
          </a:lstStyle>
          <a:p>
            <a:fld id="{C66CC355-26F4-6A40-A27A-4E553317FDBA}" type="slidenum">
              <a:rPr lang="en-US" altLang="tr-TR"/>
              <a:pPr/>
              <a:t>‹#›</a:t>
            </a:fld>
            <a:endParaRPr lang="en-US" altLang="tr-TR"/>
          </a:p>
        </p:txBody>
      </p:sp>
    </p:spTree>
    <p:extLst>
      <p:ext uri="{BB962C8B-B14F-4D97-AF65-F5344CB8AC3E}">
        <p14:creationId xmlns:p14="http://schemas.microsoft.com/office/powerpoint/2010/main" val="29849503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tr-T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tr-TR"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4">
            <a:extLst>
              <a:ext uri="{FF2B5EF4-FFF2-40B4-BE49-F238E27FC236}">
                <a16:creationId xmlns:a16="http://schemas.microsoft.com/office/drawing/2014/main" id="{47BBB4FF-4DFA-233F-3D8C-A8439E881D1E}"/>
              </a:ext>
            </a:extLst>
          </p:cNvPr>
          <p:cNvSpPr>
            <a:spLocks noGrp="1" noChangeArrowheads="1"/>
          </p:cNvSpPr>
          <p:nvPr>
            <p:ph type="dt" sz="half" idx="10"/>
          </p:nvPr>
        </p:nvSpPr>
        <p:spPr>
          <a:ln/>
        </p:spPr>
        <p:txBody>
          <a:bodyPr/>
          <a:lstStyle>
            <a:lvl1pPr>
              <a:defRPr/>
            </a:lvl1pPr>
          </a:lstStyle>
          <a:p>
            <a:pPr>
              <a:defRPr/>
            </a:pPr>
            <a:r>
              <a:rPr lang="en-US" altLang="tr-TR"/>
              <a:t>26/12/2016</a:t>
            </a:r>
          </a:p>
        </p:txBody>
      </p:sp>
      <p:sp>
        <p:nvSpPr>
          <p:cNvPr id="6" name="Rectangle 5">
            <a:extLst>
              <a:ext uri="{FF2B5EF4-FFF2-40B4-BE49-F238E27FC236}">
                <a16:creationId xmlns:a16="http://schemas.microsoft.com/office/drawing/2014/main" id="{459263C4-7AEE-52D5-2D0E-D4A7B8585323}"/>
              </a:ext>
            </a:extLst>
          </p:cNvPr>
          <p:cNvSpPr>
            <a:spLocks noGrp="1" noChangeArrowheads="1"/>
          </p:cNvSpPr>
          <p:nvPr>
            <p:ph type="ftr" sz="quarter" idx="11"/>
          </p:nvPr>
        </p:nvSpPr>
        <p:spPr>
          <a:ln/>
        </p:spPr>
        <p:txBody>
          <a:bodyPr/>
          <a:lstStyle>
            <a:lvl1pPr>
              <a:defRPr/>
            </a:lvl1pPr>
          </a:lstStyle>
          <a:p>
            <a:pPr>
              <a:defRPr/>
            </a:pPr>
            <a:endParaRPr lang="en-US" altLang="tr-TR"/>
          </a:p>
        </p:txBody>
      </p:sp>
      <p:sp>
        <p:nvSpPr>
          <p:cNvPr id="7" name="Rectangle 6">
            <a:extLst>
              <a:ext uri="{FF2B5EF4-FFF2-40B4-BE49-F238E27FC236}">
                <a16:creationId xmlns:a16="http://schemas.microsoft.com/office/drawing/2014/main" id="{2906EE7D-E30A-30D3-F5D5-E12EC475E74B}"/>
              </a:ext>
            </a:extLst>
          </p:cNvPr>
          <p:cNvSpPr>
            <a:spLocks noGrp="1" noChangeArrowheads="1"/>
          </p:cNvSpPr>
          <p:nvPr>
            <p:ph type="sldNum" sz="quarter" idx="12"/>
          </p:nvPr>
        </p:nvSpPr>
        <p:spPr>
          <a:ln/>
        </p:spPr>
        <p:txBody>
          <a:bodyPr/>
          <a:lstStyle>
            <a:lvl1pPr>
              <a:defRPr/>
            </a:lvl1pPr>
          </a:lstStyle>
          <a:p>
            <a:fld id="{7A0BF1FA-9E4F-7D44-99B3-75F5700F7E6E}" type="slidenum">
              <a:rPr lang="en-US" altLang="tr-TR"/>
              <a:pPr/>
              <a:t>‹#›</a:t>
            </a:fld>
            <a:endParaRPr lang="en-US" altLang="tr-TR"/>
          </a:p>
        </p:txBody>
      </p:sp>
    </p:spTree>
    <p:extLst>
      <p:ext uri="{BB962C8B-B14F-4D97-AF65-F5344CB8AC3E}">
        <p14:creationId xmlns:p14="http://schemas.microsoft.com/office/powerpoint/2010/main" val="15317094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Rectangle 4">
            <a:extLst>
              <a:ext uri="{FF2B5EF4-FFF2-40B4-BE49-F238E27FC236}">
                <a16:creationId xmlns:a16="http://schemas.microsoft.com/office/drawing/2014/main" id="{D3BFDF5E-5FA4-2A78-BA7D-9778BA9933F3}"/>
              </a:ext>
            </a:extLst>
          </p:cNvPr>
          <p:cNvSpPr>
            <a:spLocks noGrp="1" noChangeArrowheads="1"/>
          </p:cNvSpPr>
          <p:nvPr>
            <p:ph type="dt" sz="half" idx="10"/>
          </p:nvPr>
        </p:nvSpPr>
        <p:spPr>
          <a:ln/>
        </p:spPr>
        <p:txBody>
          <a:bodyPr/>
          <a:lstStyle>
            <a:lvl1pPr>
              <a:defRPr/>
            </a:lvl1pPr>
          </a:lstStyle>
          <a:p>
            <a:pPr>
              <a:defRPr/>
            </a:pPr>
            <a:r>
              <a:rPr lang="en-US" altLang="tr-TR"/>
              <a:t>26/12/2016</a:t>
            </a:r>
          </a:p>
        </p:txBody>
      </p:sp>
      <p:sp>
        <p:nvSpPr>
          <p:cNvPr id="5" name="Rectangle 5">
            <a:extLst>
              <a:ext uri="{FF2B5EF4-FFF2-40B4-BE49-F238E27FC236}">
                <a16:creationId xmlns:a16="http://schemas.microsoft.com/office/drawing/2014/main" id="{46BE0110-CCB5-BBB2-851C-4B71E3C0DC61}"/>
              </a:ext>
            </a:extLst>
          </p:cNvPr>
          <p:cNvSpPr>
            <a:spLocks noGrp="1" noChangeArrowheads="1"/>
          </p:cNvSpPr>
          <p:nvPr>
            <p:ph type="ftr" sz="quarter" idx="11"/>
          </p:nvPr>
        </p:nvSpPr>
        <p:spPr>
          <a:ln/>
        </p:spPr>
        <p:txBody>
          <a:bodyPr/>
          <a:lstStyle>
            <a:lvl1pPr>
              <a:defRPr/>
            </a:lvl1pPr>
          </a:lstStyle>
          <a:p>
            <a:pPr>
              <a:defRPr/>
            </a:pPr>
            <a:endParaRPr lang="en-US" altLang="tr-TR"/>
          </a:p>
        </p:txBody>
      </p:sp>
      <p:sp>
        <p:nvSpPr>
          <p:cNvPr id="6" name="Rectangle 6">
            <a:extLst>
              <a:ext uri="{FF2B5EF4-FFF2-40B4-BE49-F238E27FC236}">
                <a16:creationId xmlns:a16="http://schemas.microsoft.com/office/drawing/2014/main" id="{82C33AF4-EC48-4DB0-38D1-3C5E2F41A379}"/>
              </a:ext>
            </a:extLst>
          </p:cNvPr>
          <p:cNvSpPr>
            <a:spLocks noGrp="1" noChangeArrowheads="1"/>
          </p:cNvSpPr>
          <p:nvPr>
            <p:ph type="sldNum" sz="quarter" idx="12"/>
          </p:nvPr>
        </p:nvSpPr>
        <p:spPr>
          <a:ln/>
        </p:spPr>
        <p:txBody>
          <a:bodyPr/>
          <a:lstStyle>
            <a:lvl1pPr>
              <a:defRPr/>
            </a:lvl1pPr>
          </a:lstStyle>
          <a:p>
            <a:fld id="{6E3A1056-13E5-C44B-910B-B960E18EA591}" type="slidenum">
              <a:rPr lang="en-US" altLang="tr-TR"/>
              <a:pPr/>
              <a:t>‹#›</a:t>
            </a:fld>
            <a:endParaRPr lang="en-US" altLang="tr-TR"/>
          </a:p>
        </p:txBody>
      </p:sp>
    </p:spTree>
    <p:extLst>
      <p:ext uri="{BB962C8B-B14F-4D97-AF65-F5344CB8AC3E}">
        <p14:creationId xmlns:p14="http://schemas.microsoft.com/office/powerpoint/2010/main" val="33349264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endParaRPr lang="tr-T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Rectangle 4">
            <a:extLst>
              <a:ext uri="{FF2B5EF4-FFF2-40B4-BE49-F238E27FC236}">
                <a16:creationId xmlns:a16="http://schemas.microsoft.com/office/drawing/2014/main" id="{A860B88C-2A8D-B728-B594-5134B202BCC4}"/>
              </a:ext>
            </a:extLst>
          </p:cNvPr>
          <p:cNvSpPr>
            <a:spLocks noGrp="1" noChangeArrowheads="1"/>
          </p:cNvSpPr>
          <p:nvPr>
            <p:ph type="dt" sz="half" idx="10"/>
          </p:nvPr>
        </p:nvSpPr>
        <p:spPr>
          <a:ln/>
        </p:spPr>
        <p:txBody>
          <a:bodyPr/>
          <a:lstStyle>
            <a:lvl1pPr>
              <a:defRPr/>
            </a:lvl1pPr>
          </a:lstStyle>
          <a:p>
            <a:pPr>
              <a:defRPr/>
            </a:pPr>
            <a:r>
              <a:rPr lang="en-US" altLang="tr-TR"/>
              <a:t>26/12/2016</a:t>
            </a:r>
          </a:p>
        </p:txBody>
      </p:sp>
      <p:sp>
        <p:nvSpPr>
          <p:cNvPr id="5" name="Rectangle 5">
            <a:extLst>
              <a:ext uri="{FF2B5EF4-FFF2-40B4-BE49-F238E27FC236}">
                <a16:creationId xmlns:a16="http://schemas.microsoft.com/office/drawing/2014/main" id="{17D263EB-59F6-E181-4004-584DF105C21A}"/>
              </a:ext>
            </a:extLst>
          </p:cNvPr>
          <p:cNvSpPr>
            <a:spLocks noGrp="1" noChangeArrowheads="1"/>
          </p:cNvSpPr>
          <p:nvPr>
            <p:ph type="ftr" sz="quarter" idx="11"/>
          </p:nvPr>
        </p:nvSpPr>
        <p:spPr>
          <a:ln/>
        </p:spPr>
        <p:txBody>
          <a:bodyPr/>
          <a:lstStyle>
            <a:lvl1pPr>
              <a:defRPr/>
            </a:lvl1pPr>
          </a:lstStyle>
          <a:p>
            <a:pPr>
              <a:defRPr/>
            </a:pPr>
            <a:endParaRPr lang="en-US" altLang="tr-TR"/>
          </a:p>
        </p:txBody>
      </p:sp>
      <p:sp>
        <p:nvSpPr>
          <p:cNvPr id="6" name="Rectangle 6">
            <a:extLst>
              <a:ext uri="{FF2B5EF4-FFF2-40B4-BE49-F238E27FC236}">
                <a16:creationId xmlns:a16="http://schemas.microsoft.com/office/drawing/2014/main" id="{0A6B86E8-9797-2DB1-2B2B-D6C8C766445F}"/>
              </a:ext>
            </a:extLst>
          </p:cNvPr>
          <p:cNvSpPr>
            <a:spLocks noGrp="1" noChangeArrowheads="1"/>
          </p:cNvSpPr>
          <p:nvPr>
            <p:ph type="sldNum" sz="quarter" idx="12"/>
          </p:nvPr>
        </p:nvSpPr>
        <p:spPr>
          <a:ln/>
        </p:spPr>
        <p:txBody>
          <a:bodyPr/>
          <a:lstStyle>
            <a:lvl1pPr>
              <a:defRPr/>
            </a:lvl1pPr>
          </a:lstStyle>
          <a:p>
            <a:fld id="{61C28493-36D1-0D4C-B85E-E954CAF9F5FB}" type="slidenum">
              <a:rPr lang="en-US" altLang="tr-TR"/>
              <a:pPr/>
              <a:t>‹#›</a:t>
            </a:fld>
            <a:endParaRPr lang="en-US" altLang="tr-TR"/>
          </a:p>
        </p:txBody>
      </p:sp>
    </p:spTree>
    <p:extLst>
      <p:ext uri="{BB962C8B-B14F-4D97-AF65-F5344CB8AC3E}">
        <p14:creationId xmlns:p14="http://schemas.microsoft.com/office/powerpoint/2010/main" val="21954608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endParaRPr lang="tr-TR"/>
          </a:p>
        </p:txBody>
      </p:sp>
      <p:sp>
        <p:nvSpPr>
          <p:cNvPr id="3" name="Table Placeholder 2"/>
          <p:cNvSpPr>
            <a:spLocks noGrp="1"/>
          </p:cNvSpPr>
          <p:nvPr>
            <p:ph type="tbl" idx="1"/>
          </p:nvPr>
        </p:nvSpPr>
        <p:spPr>
          <a:xfrm>
            <a:off x="685800" y="1981200"/>
            <a:ext cx="7772400" cy="4114800"/>
          </a:xfrm>
        </p:spPr>
        <p:txBody>
          <a:bodyPr/>
          <a:lstStyle/>
          <a:p>
            <a:pPr lvl="0"/>
            <a:endParaRPr lang="tr-TR" noProof="0"/>
          </a:p>
        </p:txBody>
      </p:sp>
      <p:sp>
        <p:nvSpPr>
          <p:cNvPr id="4" name="Rectangle 4">
            <a:extLst>
              <a:ext uri="{FF2B5EF4-FFF2-40B4-BE49-F238E27FC236}">
                <a16:creationId xmlns:a16="http://schemas.microsoft.com/office/drawing/2014/main" id="{C5565E19-25B3-275E-73D8-DDE2878B33A1}"/>
              </a:ext>
            </a:extLst>
          </p:cNvPr>
          <p:cNvSpPr>
            <a:spLocks noGrp="1" noChangeArrowheads="1"/>
          </p:cNvSpPr>
          <p:nvPr>
            <p:ph type="dt" sz="half" idx="10"/>
          </p:nvPr>
        </p:nvSpPr>
        <p:spPr>
          <a:ln/>
        </p:spPr>
        <p:txBody>
          <a:bodyPr/>
          <a:lstStyle>
            <a:lvl1pPr>
              <a:defRPr/>
            </a:lvl1pPr>
          </a:lstStyle>
          <a:p>
            <a:pPr>
              <a:defRPr/>
            </a:pPr>
            <a:r>
              <a:rPr lang="en-US" altLang="tr-TR"/>
              <a:t>26/12/2016</a:t>
            </a:r>
          </a:p>
        </p:txBody>
      </p:sp>
      <p:sp>
        <p:nvSpPr>
          <p:cNvPr id="5" name="Rectangle 5">
            <a:extLst>
              <a:ext uri="{FF2B5EF4-FFF2-40B4-BE49-F238E27FC236}">
                <a16:creationId xmlns:a16="http://schemas.microsoft.com/office/drawing/2014/main" id="{7A4790B9-9F8E-DA4D-3B69-2CE4FF5615B2}"/>
              </a:ext>
            </a:extLst>
          </p:cNvPr>
          <p:cNvSpPr>
            <a:spLocks noGrp="1" noChangeArrowheads="1"/>
          </p:cNvSpPr>
          <p:nvPr>
            <p:ph type="ftr" sz="quarter" idx="11"/>
          </p:nvPr>
        </p:nvSpPr>
        <p:spPr>
          <a:ln/>
        </p:spPr>
        <p:txBody>
          <a:bodyPr/>
          <a:lstStyle>
            <a:lvl1pPr>
              <a:defRPr/>
            </a:lvl1pPr>
          </a:lstStyle>
          <a:p>
            <a:pPr>
              <a:defRPr/>
            </a:pPr>
            <a:endParaRPr lang="en-US" altLang="tr-TR"/>
          </a:p>
        </p:txBody>
      </p:sp>
      <p:sp>
        <p:nvSpPr>
          <p:cNvPr id="6" name="Rectangle 6">
            <a:extLst>
              <a:ext uri="{FF2B5EF4-FFF2-40B4-BE49-F238E27FC236}">
                <a16:creationId xmlns:a16="http://schemas.microsoft.com/office/drawing/2014/main" id="{8AC214EB-B567-1074-F2A5-D3E07A8ED9AA}"/>
              </a:ext>
            </a:extLst>
          </p:cNvPr>
          <p:cNvSpPr>
            <a:spLocks noGrp="1" noChangeArrowheads="1"/>
          </p:cNvSpPr>
          <p:nvPr>
            <p:ph type="sldNum" sz="quarter" idx="12"/>
          </p:nvPr>
        </p:nvSpPr>
        <p:spPr>
          <a:ln/>
        </p:spPr>
        <p:txBody>
          <a:bodyPr/>
          <a:lstStyle>
            <a:lvl1pPr>
              <a:defRPr/>
            </a:lvl1pPr>
          </a:lstStyle>
          <a:p>
            <a:fld id="{A9406B7A-CBDE-A942-BE85-5C4EDD575C0C}" type="slidenum">
              <a:rPr lang="en-US" altLang="tr-TR"/>
              <a:pPr/>
              <a:t>‹#›</a:t>
            </a:fld>
            <a:endParaRPr lang="en-US" altLang="tr-TR"/>
          </a:p>
        </p:txBody>
      </p:sp>
    </p:spTree>
    <p:extLst>
      <p:ext uri="{BB962C8B-B14F-4D97-AF65-F5344CB8AC3E}">
        <p14:creationId xmlns:p14="http://schemas.microsoft.com/office/powerpoint/2010/main" val="9303570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7772400" cy="762000"/>
          </a:xfrm>
        </p:spPr>
        <p:txBody>
          <a:bodyPr/>
          <a:lstStyle/>
          <a:p>
            <a:r>
              <a:rPr lang="en-US"/>
              <a:t>Click to edit Master title style</a:t>
            </a:r>
          </a:p>
        </p:txBody>
      </p:sp>
      <p:sp>
        <p:nvSpPr>
          <p:cNvPr id="3" name="Text Placeholder 2"/>
          <p:cNvSpPr>
            <a:spLocks noGrp="1"/>
          </p:cNvSpPr>
          <p:nvPr>
            <p:ph type="body" sz="half" idx="1"/>
          </p:nvPr>
        </p:nvSpPr>
        <p:spPr>
          <a:xfrm>
            <a:off x="685800" y="1676400"/>
            <a:ext cx="3810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76400"/>
            <a:ext cx="3810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9">
            <a:extLst>
              <a:ext uri="{FF2B5EF4-FFF2-40B4-BE49-F238E27FC236}">
                <a16:creationId xmlns:a16="http://schemas.microsoft.com/office/drawing/2014/main" id="{153D2599-C144-633D-0FD8-5374A90FAF6A}"/>
              </a:ext>
            </a:extLst>
          </p:cNvPr>
          <p:cNvSpPr>
            <a:spLocks noGrp="1" noChangeArrowheads="1"/>
          </p:cNvSpPr>
          <p:nvPr>
            <p:ph type="dt" sz="half" idx="10"/>
          </p:nvPr>
        </p:nvSpPr>
        <p:spPr/>
        <p:txBody>
          <a:bodyPr/>
          <a:lstStyle>
            <a:lvl1pPr>
              <a:defRPr/>
            </a:lvl1pPr>
          </a:lstStyle>
          <a:p>
            <a:pPr>
              <a:defRPr/>
            </a:pPr>
            <a:r>
              <a:rPr lang="en-US"/>
              <a:t> </a:t>
            </a:r>
          </a:p>
        </p:txBody>
      </p:sp>
      <p:sp>
        <p:nvSpPr>
          <p:cNvPr id="6" name="Rectangle 10">
            <a:extLst>
              <a:ext uri="{FF2B5EF4-FFF2-40B4-BE49-F238E27FC236}">
                <a16:creationId xmlns:a16="http://schemas.microsoft.com/office/drawing/2014/main" id="{6EC5B483-4B3F-E5B1-FA7A-F88699B026F9}"/>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1">
            <a:extLst>
              <a:ext uri="{FF2B5EF4-FFF2-40B4-BE49-F238E27FC236}">
                <a16:creationId xmlns:a16="http://schemas.microsoft.com/office/drawing/2014/main" id="{BEACD8D9-BBDB-A636-B4BE-FB767A07814B}"/>
              </a:ext>
            </a:extLst>
          </p:cNvPr>
          <p:cNvSpPr>
            <a:spLocks noGrp="1" noChangeArrowheads="1"/>
          </p:cNvSpPr>
          <p:nvPr>
            <p:ph type="sldNum" sz="quarter" idx="12"/>
          </p:nvPr>
        </p:nvSpPr>
        <p:spPr/>
        <p:txBody>
          <a:bodyPr/>
          <a:lstStyle>
            <a:lvl1pPr>
              <a:defRPr/>
            </a:lvl1pPr>
          </a:lstStyle>
          <a:p>
            <a:fld id="{E05A4993-02B4-EB45-8711-A986349EF903}" type="slidenum">
              <a:rPr lang="en-US" altLang="en-US"/>
              <a:pPr/>
              <a:t>‹#›</a:t>
            </a:fld>
            <a:endParaRPr lang="en-US" altLang="en-US"/>
          </a:p>
        </p:txBody>
      </p:sp>
    </p:spTree>
    <p:extLst>
      <p:ext uri="{BB962C8B-B14F-4D97-AF65-F5344CB8AC3E}">
        <p14:creationId xmlns:p14="http://schemas.microsoft.com/office/powerpoint/2010/main" val="35809981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ABAE4D0B-4801-D4C6-F13B-82E88F4589D5}"/>
              </a:ext>
            </a:extLst>
          </p:cNvPr>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tr-TR"/>
              <a:t>Click to edit Master title style</a:t>
            </a:r>
          </a:p>
        </p:txBody>
      </p:sp>
      <p:sp>
        <p:nvSpPr>
          <p:cNvPr id="1027" name="Rectangle 3">
            <a:extLst>
              <a:ext uri="{FF2B5EF4-FFF2-40B4-BE49-F238E27FC236}">
                <a16:creationId xmlns:a16="http://schemas.microsoft.com/office/drawing/2014/main" id="{9BAA7B59-C300-0268-5799-B5DB23C1A5E2}"/>
              </a:ext>
            </a:extLst>
          </p:cNvPr>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tr-TR"/>
              <a:t>Click to edit Master text styles</a:t>
            </a:r>
          </a:p>
          <a:p>
            <a:pPr lvl="1"/>
            <a:r>
              <a:rPr lang="en-US" altLang="tr-TR"/>
              <a:t>Second level</a:t>
            </a:r>
          </a:p>
          <a:p>
            <a:pPr lvl="2"/>
            <a:r>
              <a:rPr lang="en-US" altLang="tr-TR"/>
              <a:t>Third level</a:t>
            </a:r>
          </a:p>
          <a:p>
            <a:pPr lvl="3"/>
            <a:r>
              <a:rPr lang="en-US" altLang="tr-TR"/>
              <a:t>Fourth level</a:t>
            </a:r>
          </a:p>
          <a:p>
            <a:pPr lvl="4"/>
            <a:r>
              <a:rPr lang="en-US" altLang="tr-TR"/>
              <a:t>Fifth level</a:t>
            </a:r>
          </a:p>
        </p:txBody>
      </p:sp>
      <p:sp>
        <p:nvSpPr>
          <p:cNvPr id="1028" name="Rectangle 4">
            <a:extLst>
              <a:ext uri="{FF2B5EF4-FFF2-40B4-BE49-F238E27FC236}">
                <a16:creationId xmlns:a16="http://schemas.microsoft.com/office/drawing/2014/main" id="{3D60ADD1-71AA-20E2-6DD3-754A22BB447A}"/>
              </a:ext>
            </a:extLst>
          </p:cNvPr>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pPr>
              <a:defRPr/>
            </a:pPr>
            <a:r>
              <a:rPr lang="en-US" altLang="tr-TR"/>
              <a:t>26/12/2016</a:t>
            </a:r>
          </a:p>
        </p:txBody>
      </p:sp>
      <p:sp>
        <p:nvSpPr>
          <p:cNvPr id="1029" name="Rectangle 5">
            <a:extLst>
              <a:ext uri="{FF2B5EF4-FFF2-40B4-BE49-F238E27FC236}">
                <a16:creationId xmlns:a16="http://schemas.microsoft.com/office/drawing/2014/main" id="{9F65ACA3-24B3-4416-E6A4-90C451883D7A}"/>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ltLang="tr-TR"/>
          </a:p>
        </p:txBody>
      </p:sp>
      <p:sp>
        <p:nvSpPr>
          <p:cNvPr id="1030" name="Rectangle 6">
            <a:extLst>
              <a:ext uri="{FF2B5EF4-FFF2-40B4-BE49-F238E27FC236}">
                <a16:creationId xmlns:a16="http://schemas.microsoft.com/office/drawing/2014/main" id="{F6FC374F-ECFD-F392-C71D-556276F36392}"/>
              </a:ext>
            </a:extLst>
          </p:cNvPr>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F26BF1BC-0322-1248-8C02-6F997E59D816}" type="slidenum">
              <a:rPr lang="en-US" altLang="tr-TR"/>
              <a:pPr/>
              <a:t>‹#›</a:t>
            </a:fld>
            <a:endParaRPr lang="en-US" altLang="tr-TR"/>
          </a:p>
        </p:txBody>
      </p:sp>
    </p:spTree>
  </p:cSld>
  <p:clrMap bg1="lt1" tx1="dk1" bg2="lt2" tx2="dk2" accent1="accent1" accent2="accent2" accent3="accent3" accent4="accent4" accent5="accent5" accent6="accent6" hlink="hlink" folHlink="folHlink"/>
  <p:sldLayoutIdLst>
    <p:sldLayoutId id="2147483733" r:id="rId1"/>
    <p:sldLayoutId id="2147483741" r:id="rId2"/>
    <p:sldLayoutId id="2147483734" r:id="rId3"/>
    <p:sldLayoutId id="2147483742" r:id="rId4"/>
    <p:sldLayoutId id="2147483743" r:id="rId5"/>
    <p:sldLayoutId id="2147483744" r:id="rId6"/>
    <p:sldLayoutId id="2147483735" r:id="rId7"/>
    <p:sldLayoutId id="2147483736" r:id="rId8"/>
    <p:sldLayoutId id="2147483737" r:id="rId9"/>
    <p:sldLayoutId id="2147483738" r:id="rId10"/>
    <p:sldLayoutId id="2147483739" r:id="rId11"/>
    <p:sldLayoutId id="2147483740" r:id="rId12"/>
    <p:sldLayoutId id="2147483745" r:id="rId13"/>
  </p:sldLayoutIdLst>
  <p:hf hdr="0"/>
  <p:txStyles>
    <p:titleStyle>
      <a:lvl1pPr algn="ctr" rtl="0" eaLnBrk="0" fontAlgn="base" hangingPunct="0">
        <a:spcBef>
          <a:spcPct val="0"/>
        </a:spcBef>
        <a:spcAft>
          <a:spcPct val="0"/>
        </a:spcAft>
        <a:defRPr sz="4400" kern="1200">
          <a:solidFill>
            <a:schemeClr val="accent2"/>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sz="4400">
          <a:solidFill>
            <a:schemeClr val="accent2"/>
          </a:solidFill>
          <a:effectLst>
            <a:outerShdw blurRad="38100" dist="38100" dir="2700000" algn="tl">
              <a:srgbClr val="C0C0C0"/>
            </a:outerShdw>
          </a:effectLst>
          <a:latin typeface="Arial" panose="020B0604020202020204" pitchFamily="34" charset="0"/>
        </a:defRPr>
      </a:lvl2pPr>
      <a:lvl3pPr algn="ctr" rtl="0" eaLnBrk="0" fontAlgn="base" hangingPunct="0">
        <a:spcBef>
          <a:spcPct val="0"/>
        </a:spcBef>
        <a:spcAft>
          <a:spcPct val="0"/>
        </a:spcAft>
        <a:defRPr sz="4400">
          <a:solidFill>
            <a:schemeClr val="accent2"/>
          </a:solidFill>
          <a:effectLst>
            <a:outerShdw blurRad="38100" dist="38100" dir="2700000" algn="tl">
              <a:srgbClr val="C0C0C0"/>
            </a:outerShdw>
          </a:effectLst>
          <a:latin typeface="Arial" panose="020B0604020202020204" pitchFamily="34" charset="0"/>
        </a:defRPr>
      </a:lvl3pPr>
      <a:lvl4pPr algn="ctr" rtl="0" eaLnBrk="0" fontAlgn="base" hangingPunct="0">
        <a:spcBef>
          <a:spcPct val="0"/>
        </a:spcBef>
        <a:spcAft>
          <a:spcPct val="0"/>
        </a:spcAft>
        <a:defRPr sz="4400">
          <a:solidFill>
            <a:schemeClr val="accent2"/>
          </a:solidFill>
          <a:effectLst>
            <a:outerShdw blurRad="38100" dist="38100" dir="2700000" algn="tl">
              <a:srgbClr val="C0C0C0"/>
            </a:outerShdw>
          </a:effectLst>
          <a:latin typeface="Arial" panose="020B0604020202020204" pitchFamily="34" charset="0"/>
        </a:defRPr>
      </a:lvl4pPr>
      <a:lvl5pPr algn="ctr" rtl="0" eaLnBrk="0" fontAlgn="base" hangingPunct="0">
        <a:spcBef>
          <a:spcPct val="0"/>
        </a:spcBef>
        <a:spcAft>
          <a:spcPct val="0"/>
        </a:spcAft>
        <a:defRPr sz="4400">
          <a:solidFill>
            <a:schemeClr val="accent2"/>
          </a:solidFill>
          <a:effectLst>
            <a:outerShdw blurRad="38100" dist="38100" dir="2700000" algn="tl">
              <a:srgbClr val="C0C0C0"/>
            </a:outerShdw>
          </a:effectLst>
          <a:latin typeface="Arial" panose="020B0604020202020204" pitchFamily="34" charset="0"/>
        </a:defRPr>
      </a:lvl5pPr>
      <a:lvl6pPr marL="457200" algn="ctr" rtl="0" eaLnBrk="0" fontAlgn="base" hangingPunct="0">
        <a:spcBef>
          <a:spcPct val="0"/>
        </a:spcBef>
        <a:spcAft>
          <a:spcPct val="0"/>
        </a:spcAft>
        <a:defRPr sz="4400">
          <a:solidFill>
            <a:schemeClr val="accent2"/>
          </a:solidFill>
          <a:effectLst>
            <a:outerShdw blurRad="38100" dist="38100" dir="2700000" algn="tl">
              <a:srgbClr val="C0C0C0"/>
            </a:outerShdw>
          </a:effectLst>
          <a:latin typeface="Arial" panose="020B0604020202020204" pitchFamily="34" charset="0"/>
        </a:defRPr>
      </a:lvl6pPr>
      <a:lvl7pPr marL="914400" algn="ctr" rtl="0" eaLnBrk="0" fontAlgn="base" hangingPunct="0">
        <a:spcBef>
          <a:spcPct val="0"/>
        </a:spcBef>
        <a:spcAft>
          <a:spcPct val="0"/>
        </a:spcAft>
        <a:defRPr sz="4400">
          <a:solidFill>
            <a:schemeClr val="accent2"/>
          </a:solidFill>
          <a:effectLst>
            <a:outerShdw blurRad="38100" dist="38100" dir="2700000" algn="tl">
              <a:srgbClr val="C0C0C0"/>
            </a:outerShdw>
          </a:effectLst>
          <a:latin typeface="Arial" panose="020B0604020202020204" pitchFamily="34" charset="0"/>
        </a:defRPr>
      </a:lvl7pPr>
      <a:lvl8pPr marL="1371600" algn="ctr" rtl="0" eaLnBrk="0" fontAlgn="base" hangingPunct="0">
        <a:spcBef>
          <a:spcPct val="0"/>
        </a:spcBef>
        <a:spcAft>
          <a:spcPct val="0"/>
        </a:spcAft>
        <a:defRPr sz="4400">
          <a:solidFill>
            <a:schemeClr val="accent2"/>
          </a:solidFill>
          <a:effectLst>
            <a:outerShdw blurRad="38100" dist="38100" dir="2700000" algn="tl">
              <a:srgbClr val="C0C0C0"/>
            </a:outerShdw>
          </a:effectLst>
          <a:latin typeface="Arial" panose="020B0604020202020204" pitchFamily="34" charset="0"/>
        </a:defRPr>
      </a:lvl8pPr>
      <a:lvl9pPr marL="1828800" algn="ctr" rtl="0" eaLnBrk="0" fontAlgn="base" hangingPunct="0">
        <a:spcBef>
          <a:spcPct val="0"/>
        </a:spcBef>
        <a:spcAft>
          <a:spcPct val="0"/>
        </a:spcAft>
        <a:defRPr sz="4400">
          <a:solidFill>
            <a:schemeClr val="accent2"/>
          </a:solidFill>
          <a:effectLst>
            <a:outerShdw blurRad="38100" dist="38100" dir="2700000" algn="tl">
              <a:srgbClr val="C0C0C0"/>
            </a:outerShdw>
          </a:effectLst>
          <a:latin typeface="Arial" panose="020B0604020202020204" pitchFamily="34" charset="0"/>
        </a:defRPr>
      </a:lvl9pPr>
    </p:titleStyle>
    <p:body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7.emf"/><Relationship Id="rId5" Type="http://schemas.openxmlformats.org/officeDocument/2006/relationships/oleObject" Target="../embeddings/oleObject5.bin"/><Relationship Id="rId4" Type="http://schemas.openxmlformats.org/officeDocument/2006/relationships/image" Target="../media/image6.em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e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embeddings/oleObject7.bin"/><Relationship Id="rId1" Type="http://schemas.openxmlformats.org/officeDocument/2006/relationships/slideLayout" Target="../slideLayouts/slideLayout2.xml"/><Relationship Id="rId6" Type="http://schemas.openxmlformats.org/officeDocument/2006/relationships/image" Target="../media/image10.emf"/><Relationship Id="rId5" Type="http://schemas.openxmlformats.org/officeDocument/2006/relationships/oleObject" Target="../embeddings/oleObject9.bin"/><Relationship Id="rId4" Type="http://schemas.openxmlformats.org/officeDocument/2006/relationships/oleObject" Target="../embeddings/oleObject8.bin"/></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oleObject" Target="../embeddings/oleObject10.bin"/><Relationship Id="rId1" Type="http://schemas.openxmlformats.org/officeDocument/2006/relationships/slideLayout" Target="../slideLayouts/slideLayout2.xml"/><Relationship Id="rId5" Type="http://schemas.openxmlformats.org/officeDocument/2006/relationships/image" Target="../media/image12.emf"/><Relationship Id="rId4" Type="http://schemas.openxmlformats.org/officeDocument/2006/relationships/oleObject" Target="../embeddings/oleObject11.bin"/></Relationships>
</file>

<file path=ppt/slides/_rels/slide46.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oleObject" Target="../embeddings/oleObject12.bin"/><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oleObject" Target="../embeddings/oleObject13.bin"/><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oleObject" Target="../embeddings/oleObject14.bin"/><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oleObject" Target="../embeddings/oleObject15.bin"/><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oleObject" Target="../embeddings/oleObject16.bin"/><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oleObject" Target="../embeddings/oleObject17.bin"/><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oleObject" Target="../embeddings/oleObject19.bin"/><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oleObject" Target="../embeddings/oleObject20.bin"/><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3.emf"/></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slide" Target="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Date Placeholder 3">
            <a:extLst>
              <a:ext uri="{FF2B5EF4-FFF2-40B4-BE49-F238E27FC236}">
                <a16:creationId xmlns:a16="http://schemas.microsoft.com/office/drawing/2014/main" id="{3D2C1509-7C57-3F3A-09D0-46A43D001458}"/>
              </a:ext>
            </a:extLst>
          </p:cNvPr>
          <p:cNvSpPr>
            <a:spLocks noGrp="1"/>
          </p:cNvSpPr>
          <p:nvPr>
            <p:ph type="dt" sz="quarter" idx="10"/>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tr-TR" sz="1400"/>
              <a:t>26/12/2016</a:t>
            </a:r>
          </a:p>
        </p:txBody>
      </p:sp>
      <p:sp>
        <p:nvSpPr>
          <p:cNvPr id="8195" name="Footer Placeholder 4">
            <a:extLst>
              <a:ext uri="{FF2B5EF4-FFF2-40B4-BE49-F238E27FC236}">
                <a16:creationId xmlns:a16="http://schemas.microsoft.com/office/drawing/2014/main" id="{5F426C6E-A839-3533-117D-CF1E35FD9C8D}"/>
              </a:ext>
            </a:extLst>
          </p:cNvPr>
          <p:cNvSpPr>
            <a:spLocks noGrp="1"/>
          </p:cNvSpPr>
          <p:nvPr>
            <p:ph type="ftr" sz="quarter" idx="11"/>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tr-TR" sz="1400"/>
          </a:p>
        </p:txBody>
      </p:sp>
      <p:sp>
        <p:nvSpPr>
          <p:cNvPr id="8196" name="Slide Number Placeholder 5">
            <a:extLst>
              <a:ext uri="{FF2B5EF4-FFF2-40B4-BE49-F238E27FC236}">
                <a16:creationId xmlns:a16="http://schemas.microsoft.com/office/drawing/2014/main" id="{EA61249B-EB7B-C79D-B178-7940DC6DAE6F}"/>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9D69641-506E-314F-97CA-E249E7210665}" type="slidenum">
              <a:rPr lang="en-US" altLang="tr-TR" sz="1400"/>
              <a:pPr>
                <a:spcBef>
                  <a:spcPct val="0"/>
                </a:spcBef>
                <a:buFontTx/>
                <a:buNone/>
              </a:pPr>
              <a:t>1</a:t>
            </a:fld>
            <a:endParaRPr lang="en-US" altLang="tr-TR" sz="1400"/>
          </a:p>
        </p:txBody>
      </p:sp>
      <p:sp>
        <p:nvSpPr>
          <p:cNvPr id="2050" name="Rectangle 2">
            <a:extLst>
              <a:ext uri="{FF2B5EF4-FFF2-40B4-BE49-F238E27FC236}">
                <a16:creationId xmlns:a16="http://schemas.microsoft.com/office/drawing/2014/main" id="{D8CF36D3-7235-FA4D-CF88-8F1AF2CB45ED}"/>
              </a:ext>
            </a:extLst>
          </p:cNvPr>
          <p:cNvSpPr>
            <a:spLocks noGrp="1" noChangeArrowheads="1"/>
          </p:cNvSpPr>
          <p:nvPr>
            <p:ph type="ctrTitle"/>
          </p:nvPr>
        </p:nvSpPr>
        <p:spPr>
          <a:xfrm>
            <a:off x="685800" y="4114800"/>
            <a:ext cx="7772400" cy="1143000"/>
          </a:xfrm>
        </p:spPr>
        <p:txBody>
          <a:bodyPr anchor="ctr"/>
          <a:lstStyle/>
          <a:p>
            <a:pPr>
              <a:defRPr/>
            </a:pPr>
            <a:r>
              <a:rPr lang="en-US" altLang="tr-TR" sz="4400" dirty="0">
                <a:solidFill>
                  <a:schemeClr val="tx1"/>
                </a:solidFill>
              </a:rPr>
              <a:t>COCOMO Models</a:t>
            </a:r>
            <a:br>
              <a:rPr lang="en-US" altLang="tr-TR" sz="4400" dirty="0">
                <a:solidFill>
                  <a:schemeClr val="tx1"/>
                </a:solidFill>
              </a:rPr>
            </a:br>
            <a:endParaRPr lang="en-US" altLang="tr-TR" sz="4400" dirty="0">
              <a:solidFill>
                <a:schemeClr val="tx1"/>
              </a:solidFill>
            </a:endParaRPr>
          </a:p>
        </p:txBody>
      </p:sp>
      <p:pic>
        <p:nvPicPr>
          <p:cNvPr id="8198" name="Picture 2">
            <a:extLst>
              <a:ext uri="{FF2B5EF4-FFF2-40B4-BE49-F238E27FC236}">
                <a16:creationId xmlns:a16="http://schemas.microsoft.com/office/drawing/2014/main" id="{5F14C101-E8C9-ACCC-AA5A-D61A6BB883C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95500" y="514350"/>
            <a:ext cx="4953000" cy="238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Date Placeholder 3">
            <a:extLst>
              <a:ext uri="{FF2B5EF4-FFF2-40B4-BE49-F238E27FC236}">
                <a16:creationId xmlns:a16="http://schemas.microsoft.com/office/drawing/2014/main" id="{D642727D-7837-D448-3FB5-BDE236D872F2}"/>
              </a:ext>
            </a:extLst>
          </p:cNvPr>
          <p:cNvSpPr>
            <a:spLocks noGrp="1"/>
          </p:cNvSpPr>
          <p:nvPr>
            <p:ph type="dt" sz="quarter" idx="10"/>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tr-TR" sz="1400"/>
              <a:t>26/12/2016</a:t>
            </a:r>
          </a:p>
        </p:txBody>
      </p:sp>
      <p:sp>
        <p:nvSpPr>
          <p:cNvPr id="9219" name="Footer Placeholder 4">
            <a:extLst>
              <a:ext uri="{FF2B5EF4-FFF2-40B4-BE49-F238E27FC236}">
                <a16:creationId xmlns:a16="http://schemas.microsoft.com/office/drawing/2014/main" id="{0844E6FA-7D8C-585D-021A-BEAF633C39D8}"/>
              </a:ext>
            </a:extLst>
          </p:cNvPr>
          <p:cNvSpPr>
            <a:spLocks noGrp="1"/>
          </p:cNvSpPr>
          <p:nvPr>
            <p:ph type="ftr" sz="quarter" idx="11"/>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tr-TR" sz="1400"/>
          </a:p>
        </p:txBody>
      </p:sp>
      <p:sp>
        <p:nvSpPr>
          <p:cNvPr id="9220" name="Slide Number Placeholder 5">
            <a:extLst>
              <a:ext uri="{FF2B5EF4-FFF2-40B4-BE49-F238E27FC236}">
                <a16:creationId xmlns:a16="http://schemas.microsoft.com/office/drawing/2014/main" id="{7178F1A7-9C2D-3145-8391-03C6433FB9C3}"/>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12C7A119-5D87-5045-B636-0000AB35402B}" type="slidenum">
              <a:rPr lang="en-US" altLang="tr-TR" sz="1400"/>
              <a:pPr>
                <a:spcBef>
                  <a:spcPct val="0"/>
                </a:spcBef>
                <a:buFontTx/>
                <a:buNone/>
              </a:pPr>
              <a:t>2</a:t>
            </a:fld>
            <a:endParaRPr lang="en-US" altLang="tr-TR" sz="1400"/>
          </a:p>
        </p:txBody>
      </p:sp>
      <p:sp>
        <p:nvSpPr>
          <p:cNvPr id="31746" name="Rectangle 2">
            <a:extLst>
              <a:ext uri="{FF2B5EF4-FFF2-40B4-BE49-F238E27FC236}">
                <a16:creationId xmlns:a16="http://schemas.microsoft.com/office/drawing/2014/main" id="{D620F174-CAC4-B2C6-9EE3-AE567E631672}"/>
              </a:ext>
            </a:extLst>
          </p:cNvPr>
          <p:cNvSpPr>
            <a:spLocks noGrp="1" noChangeArrowheads="1"/>
          </p:cNvSpPr>
          <p:nvPr>
            <p:ph type="title"/>
          </p:nvPr>
        </p:nvSpPr>
        <p:spPr/>
        <p:txBody>
          <a:bodyPr/>
          <a:lstStyle/>
          <a:p>
            <a:pPr>
              <a:defRPr/>
            </a:pPr>
            <a:r>
              <a:rPr lang="en-US" altLang="tr-TR"/>
              <a:t>Project Management and Mr. Murphy</a:t>
            </a:r>
          </a:p>
        </p:txBody>
      </p:sp>
      <p:sp>
        <p:nvSpPr>
          <p:cNvPr id="9222" name="Rectangle 3">
            <a:extLst>
              <a:ext uri="{FF2B5EF4-FFF2-40B4-BE49-F238E27FC236}">
                <a16:creationId xmlns:a16="http://schemas.microsoft.com/office/drawing/2014/main" id="{F754333D-D4EF-64BE-7301-091C76A058FA}"/>
              </a:ext>
            </a:extLst>
          </p:cNvPr>
          <p:cNvSpPr>
            <a:spLocks noGrp="1" noChangeArrowheads="1"/>
          </p:cNvSpPr>
          <p:nvPr>
            <p:ph type="body" idx="1"/>
          </p:nvPr>
        </p:nvSpPr>
        <p:spPr/>
        <p:txBody>
          <a:bodyPr/>
          <a:lstStyle/>
          <a:p>
            <a:pPr marL="533400" indent="-533400">
              <a:buFontTx/>
              <a:buAutoNum type="arabicPeriod"/>
            </a:pPr>
            <a:r>
              <a:rPr lang="en-US" altLang="tr-TR"/>
              <a:t>Logic is a systematic method of coming to the wrong conclusion with confidence. </a:t>
            </a:r>
          </a:p>
          <a:p>
            <a:pPr marL="533400" indent="-533400">
              <a:buFontTx/>
              <a:buAutoNum type="arabicPeriod"/>
            </a:pPr>
            <a:r>
              <a:rPr lang="en-US" altLang="tr-TR"/>
              <a:t>Technology is dominated by those who manage what they do not understand. </a:t>
            </a:r>
          </a:p>
          <a:p>
            <a:pPr marL="533400" indent="-533400">
              <a:buFontTx/>
              <a:buAutoNum type="arabicPeriod"/>
            </a:pPr>
            <a:r>
              <a:rPr lang="en-US" altLang="tr-TR"/>
              <a:t>Nothing ever gets built on schedule or within budget. </a:t>
            </a:r>
          </a:p>
          <a:p>
            <a:pPr marL="533400" indent="-533400">
              <a:buFontTx/>
              <a:buAutoNum type="arabicPeriod"/>
            </a:pPr>
            <a:r>
              <a:rPr lang="en-US" altLang="tr-TR"/>
              <a:t>If mathematically you end up with the incorrect answer, try multiplying by the page number. </a:t>
            </a:r>
          </a:p>
          <a:p>
            <a:pPr marL="533400" indent="-533400"/>
            <a:endParaRPr lang="en-US" altLang="tr-TR"/>
          </a:p>
        </p:txBody>
      </p:sp>
      <p:sp>
        <p:nvSpPr>
          <p:cNvPr id="31750" name="WordArt 6">
            <a:extLst>
              <a:ext uri="{FF2B5EF4-FFF2-40B4-BE49-F238E27FC236}">
                <a16:creationId xmlns:a16="http://schemas.microsoft.com/office/drawing/2014/main" id="{F2DFDE2B-7ECC-CE7C-6364-7BA8A68B86FC}"/>
              </a:ext>
            </a:extLst>
          </p:cNvPr>
          <p:cNvSpPr>
            <a:spLocks noChangeArrowheads="1" noChangeShapeType="1" noTextEdit="1"/>
          </p:cNvSpPr>
          <p:nvPr/>
        </p:nvSpPr>
        <p:spPr bwMode="auto">
          <a:xfrm>
            <a:off x="1600200" y="2209800"/>
            <a:ext cx="5943600" cy="2895600"/>
          </a:xfrm>
          <a:prstGeom prst="rect">
            <a:avLst/>
          </a:prstGeom>
        </p:spPr>
        <p:txBody>
          <a:bodyPr wrap="none" fromWordArt="1">
            <a:prstTxWarp prst="textCascadeUp">
              <a:avLst>
                <a:gd name="adj" fmla="val 44444"/>
              </a:avLst>
            </a:prstTxWarp>
            <a:scene3d>
              <a:camera prst="legacyPerspectiveFront">
                <a:rot lat="20519990" lon="1080000" rev="0"/>
              </a:camera>
              <a:lightRig rig="legacyHarsh2" dir="b"/>
            </a:scene3d>
            <a:sp3d extrusionH="430200" prstMaterial="legacyMatte">
              <a:extrusionClr>
                <a:srgbClr val="FF6600"/>
              </a:extrusionClr>
              <a:contourClr>
                <a:srgbClr val="FFE701"/>
              </a:contourClr>
            </a:sp3d>
          </a:bodyPr>
          <a:lstStyle/>
          <a:p>
            <a:pPr algn="ctr"/>
            <a:r>
              <a:rPr lang="en-US" sz="3600" kern="10">
                <a:ln w="9525">
                  <a:round/>
                  <a:headEnd/>
                  <a:tailEnd/>
                </a:ln>
                <a:gradFill rotWithShape="1">
                  <a:gsLst>
                    <a:gs pos="0">
                      <a:srgbClr val="FFE701"/>
                    </a:gs>
                    <a:gs pos="100000">
                      <a:srgbClr val="FE3E02"/>
                    </a:gs>
                  </a:gsLst>
                  <a:lin ang="5400000" scaled="1"/>
                </a:gradFill>
                <a:latin typeface="Impact" panose="020B0806030902050204" pitchFamily="34" charset="0"/>
              </a:rPr>
              <a:t>Mr. Murphy was an optimist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1750"/>
                                        </p:tgtEl>
                                        <p:attrNameLst>
                                          <p:attrName>style.visibility</p:attrName>
                                        </p:attrNameLst>
                                      </p:cBhvr>
                                      <p:to>
                                        <p:strVal val="visible"/>
                                      </p:to>
                                    </p:set>
                                    <p:anim calcmode="lin" valueType="num">
                                      <p:cBhvr additive="base">
                                        <p:cTn id="7" dur="500" fill="hold"/>
                                        <p:tgtEl>
                                          <p:spTgt spid="31750"/>
                                        </p:tgtEl>
                                        <p:attrNameLst>
                                          <p:attrName>ppt_x</p:attrName>
                                        </p:attrNameLst>
                                      </p:cBhvr>
                                      <p:tavLst>
                                        <p:tav tm="0">
                                          <p:val>
                                            <p:strVal val="#ppt_x"/>
                                          </p:val>
                                        </p:tav>
                                        <p:tav tm="100000">
                                          <p:val>
                                            <p:strVal val="#ppt_x"/>
                                          </p:val>
                                        </p:tav>
                                      </p:tavLst>
                                    </p:anim>
                                    <p:anim calcmode="lin" valueType="num">
                                      <p:cBhvr additive="base">
                                        <p:cTn id="8" dur="500" fill="hold"/>
                                        <p:tgtEl>
                                          <p:spTgt spid="317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Date Placeholder 3">
            <a:extLst>
              <a:ext uri="{FF2B5EF4-FFF2-40B4-BE49-F238E27FC236}">
                <a16:creationId xmlns:a16="http://schemas.microsoft.com/office/drawing/2014/main" id="{7615C10C-DD97-77E2-E4A5-B3A3D3F8C8F8}"/>
              </a:ext>
            </a:extLst>
          </p:cNvPr>
          <p:cNvSpPr>
            <a:spLocks noGrp="1"/>
          </p:cNvSpPr>
          <p:nvPr>
            <p:ph type="dt" sz="quarter" idx="10"/>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tr-TR" sz="1400"/>
              <a:t>26/12/2016</a:t>
            </a:r>
          </a:p>
        </p:txBody>
      </p:sp>
      <p:sp>
        <p:nvSpPr>
          <p:cNvPr id="10243" name="Footer Placeholder 4">
            <a:extLst>
              <a:ext uri="{FF2B5EF4-FFF2-40B4-BE49-F238E27FC236}">
                <a16:creationId xmlns:a16="http://schemas.microsoft.com/office/drawing/2014/main" id="{B2847C9B-D621-50E0-54C5-120803823556}"/>
              </a:ext>
            </a:extLst>
          </p:cNvPr>
          <p:cNvSpPr>
            <a:spLocks noGrp="1"/>
          </p:cNvSpPr>
          <p:nvPr>
            <p:ph type="ftr" sz="quarter" idx="11"/>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tr-TR" sz="1400"/>
          </a:p>
        </p:txBody>
      </p:sp>
      <p:sp>
        <p:nvSpPr>
          <p:cNvPr id="10244" name="Slide Number Placeholder 5">
            <a:extLst>
              <a:ext uri="{FF2B5EF4-FFF2-40B4-BE49-F238E27FC236}">
                <a16:creationId xmlns:a16="http://schemas.microsoft.com/office/drawing/2014/main" id="{CDD13E59-8C91-BEF7-AFAA-1E8BC053F80B}"/>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4F55BEF-01BB-884F-BD4C-FE11AF345C35}" type="slidenum">
              <a:rPr lang="en-US" altLang="tr-TR" sz="1400"/>
              <a:pPr>
                <a:spcBef>
                  <a:spcPct val="0"/>
                </a:spcBef>
                <a:buFontTx/>
                <a:buNone/>
              </a:pPr>
              <a:t>3</a:t>
            </a:fld>
            <a:endParaRPr lang="en-US" altLang="tr-TR" sz="1400"/>
          </a:p>
        </p:txBody>
      </p:sp>
      <p:sp>
        <p:nvSpPr>
          <p:cNvPr id="51202" name="Rectangle 2">
            <a:extLst>
              <a:ext uri="{FF2B5EF4-FFF2-40B4-BE49-F238E27FC236}">
                <a16:creationId xmlns:a16="http://schemas.microsoft.com/office/drawing/2014/main" id="{8A9ADD85-28DD-EFB1-F1C3-0C69F49A5E34}"/>
              </a:ext>
            </a:extLst>
          </p:cNvPr>
          <p:cNvSpPr>
            <a:spLocks noGrp="1" noChangeArrowheads="1"/>
          </p:cNvSpPr>
          <p:nvPr>
            <p:ph type="title"/>
          </p:nvPr>
        </p:nvSpPr>
        <p:spPr/>
        <p:txBody>
          <a:bodyPr/>
          <a:lstStyle/>
          <a:p>
            <a:pPr>
              <a:defRPr/>
            </a:pPr>
            <a:endParaRPr lang="tr-TR" altLang="tr-TR"/>
          </a:p>
        </p:txBody>
      </p:sp>
      <p:sp>
        <p:nvSpPr>
          <p:cNvPr id="10246" name="Rectangle 3">
            <a:extLst>
              <a:ext uri="{FF2B5EF4-FFF2-40B4-BE49-F238E27FC236}">
                <a16:creationId xmlns:a16="http://schemas.microsoft.com/office/drawing/2014/main" id="{673249CA-5B14-EAB8-1A85-EF4455DEF2C2}"/>
              </a:ext>
            </a:extLst>
          </p:cNvPr>
          <p:cNvSpPr>
            <a:spLocks noGrp="1" noChangeArrowheads="1"/>
          </p:cNvSpPr>
          <p:nvPr>
            <p:ph type="body" idx="1"/>
          </p:nvPr>
        </p:nvSpPr>
        <p:spPr/>
        <p:txBody>
          <a:bodyPr/>
          <a:lstStyle/>
          <a:p>
            <a:endParaRPr lang="tr-TR" altLang="tr-TR"/>
          </a:p>
        </p:txBody>
      </p:sp>
      <p:graphicFrame>
        <p:nvGraphicFramePr>
          <p:cNvPr id="10247" name="Object 4">
            <a:extLst>
              <a:ext uri="{FF2B5EF4-FFF2-40B4-BE49-F238E27FC236}">
                <a16:creationId xmlns:a16="http://schemas.microsoft.com/office/drawing/2014/main" id="{1EA7CF7B-BA6A-57C4-23D0-05261D01EC17}"/>
              </a:ext>
            </a:extLst>
          </p:cNvPr>
          <p:cNvGraphicFramePr>
            <a:graphicFrameLocks noChangeAspect="1"/>
          </p:cNvGraphicFramePr>
          <p:nvPr/>
        </p:nvGraphicFramePr>
        <p:xfrm>
          <a:off x="533400" y="514350"/>
          <a:ext cx="7924800" cy="5718175"/>
        </p:xfrm>
        <a:graphic>
          <a:graphicData uri="http://schemas.openxmlformats.org/presentationml/2006/ole">
            <mc:AlternateContent xmlns:mc="http://schemas.openxmlformats.org/markup-compatibility/2006">
              <mc:Choice xmlns:v="urn:schemas-microsoft-com:vml" Requires="v">
                <p:oleObj name="Bitmap Image" r:id="rId2" imgW="4927600" imgH="3556000" progId="Paint.Picture">
                  <p:embed/>
                </p:oleObj>
              </mc:Choice>
              <mc:Fallback>
                <p:oleObj name="Bitmap Image" r:id="rId2" imgW="4927600" imgH="3556000" progId="Paint.Picture">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514350"/>
                        <a:ext cx="7924800" cy="571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Date Placeholder 3">
            <a:extLst>
              <a:ext uri="{FF2B5EF4-FFF2-40B4-BE49-F238E27FC236}">
                <a16:creationId xmlns:a16="http://schemas.microsoft.com/office/drawing/2014/main" id="{22B00F06-75F0-3DB0-1839-135348BCA43D}"/>
              </a:ext>
            </a:extLst>
          </p:cNvPr>
          <p:cNvSpPr>
            <a:spLocks noGrp="1"/>
          </p:cNvSpPr>
          <p:nvPr>
            <p:ph type="dt" sz="quarter" idx="10"/>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tr-TR" sz="1400"/>
              <a:t>26/12/2016</a:t>
            </a:r>
          </a:p>
        </p:txBody>
      </p:sp>
      <p:sp>
        <p:nvSpPr>
          <p:cNvPr id="11267" name="Footer Placeholder 4">
            <a:extLst>
              <a:ext uri="{FF2B5EF4-FFF2-40B4-BE49-F238E27FC236}">
                <a16:creationId xmlns:a16="http://schemas.microsoft.com/office/drawing/2014/main" id="{A1698D95-5C2A-8D11-F1F1-EE5189F1047B}"/>
              </a:ext>
            </a:extLst>
          </p:cNvPr>
          <p:cNvSpPr>
            <a:spLocks noGrp="1"/>
          </p:cNvSpPr>
          <p:nvPr>
            <p:ph type="ftr" sz="quarter" idx="11"/>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tr-TR" sz="1400"/>
          </a:p>
        </p:txBody>
      </p:sp>
      <p:sp>
        <p:nvSpPr>
          <p:cNvPr id="11268" name="Slide Number Placeholder 5">
            <a:extLst>
              <a:ext uri="{FF2B5EF4-FFF2-40B4-BE49-F238E27FC236}">
                <a16:creationId xmlns:a16="http://schemas.microsoft.com/office/drawing/2014/main" id="{E4A5844C-78EA-0037-5F08-32251BDEC71A}"/>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BA719C4-809C-5A4A-BE12-175B0F9EF46D}" type="slidenum">
              <a:rPr lang="en-US" altLang="tr-TR" sz="1400"/>
              <a:pPr>
                <a:spcBef>
                  <a:spcPct val="0"/>
                </a:spcBef>
                <a:buFontTx/>
                <a:buNone/>
              </a:pPr>
              <a:t>4</a:t>
            </a:fld>
            <a:endParaRPr lang="en-US" altLang="tr-TR" sz="1400"/>
          </a:p>
        </p:txBody>
      </p:sp>
      <p:sp>
        <p:nvSpPr>
          <p:cNvPr id="4098" name="Rectangle 2">
            <a:extLst>
              <a:ext uri="{FF2B5EF4-FFF2-40B4-BE49-F238E27FC236}">
                <a16:creationId xmlns:a16="http://schemas.microsoft.com/office/drawing/2014/main" id="{73FA8A59-7F3C-8527-B969-E1BA69C8EE1D}"/>
              </a:ext>
            </a:extLst>
          </p:cNvPr>
          <p:cNvSpPr>
            <a:spLocks noGrp="1" noChangeArrowheads="1"/>
          </p:cNvSpPr>
          <p:nvPr>
            <p:ph type="title"/>
          </p:nvPr>
        </p:nvSpPr>
        <p:spPr/>
        <p:txBody>
          <a:bodyPr/>
          <a:lstStyle/>
          <a:p>
            <a:pPr>
              <a:defRPr/>
            </a:pPr>
            <a:r>
              <a:rPr lang="en-US" altLang="tr-TR"/>
              <a:t>Motivation</a:t>
            </a:r>
          </a:p>
        </p:txBody>
      </p:sp>
      <p:sp>
        <p:nvSpPr>
          <p:cNvPr id="11270" name="Rectangle 3">
            <a:extLst>
              <a:ext uri="{FF2B5EF4-FFF2-40B4-BE49-F238E27FC236}">
                <a16:creationId xmlns:a16="http://schemas.microsoft.com/office/drawing/2014/main" id="{89363ECB-919C-DDF6-0C4C-88E98B9F4558}"/>
              </a:ext>
            </a:extLst>
          </p:cNvPr>
          <p:cNvSpPr>
            <a:spLocks noGrp="1" noChangeArrowheads="1"/>
          </p:cNvSpPr>
          <p:nvPr>
            <p:ph type="body" idx="1"/>
          </p:nvPr>
        </p:nvSpPr>
        <p:spPr/>
        <p:txBody>
          <a:bodyPr/>
          <a:lstStyle/>
          <a:p>
            <a:pPr>
              <a:spcBef>
                <a:spcPts val="500"/>
              </a:spcBef>
              <a:spcAft>
                <a:spcPts val="500"/>
              </a:spcAft>
              <a:buFontTx/>
              <a:buNone/>
            </a:pPr>
            <a:r>
              <a:rPr lang="en-US" altLang="tr-TR"/>
              <a:t>The software cost estimation provides:</a:t>
            </a:r>
          </a:p>
          <a:p>
            <a:pPr>
              <a:spcBef>
                <a:spcPts val="500"/>
              </a:spcBef>
              <a:spcAft>
                <a:spcPts val="500"/>
              </a:spcAft>
            </a:pPr>
            <a:r>
              <a:rPr lang="en-US" altLang="tr-TR"/>
              <a:t> </a:t>
            </a:r>
            <a:r>
              <a:rPr lang="tr-TR" altLang="tr-TR"/>
              <a:t>T</a:t>
            </a:r>
            <a:r>
              <a:rPr lang="en-US" altLang="tr-TR"/>
              <a:t>he vital link between the general concepts and techniques of </a:t>
            </a:r>
            <a:r>
              <a:rPr lang="en-US" altLang="tr-TR" b="1"/>
              <a:t>economic analysis</a:t>
            </a:r>
            <a:r>
              <a:rPr lang="en-US" altLang="tr-TR"/>
              <a:t> and the particular world of </a:t>
            </a:r>
            <a:r>
              <a:rPr lang="en-US" altLang="tr-TR" b="1"/>
              <a:t>software engineering. </a:t>
            </a:r>
          </a:p>
          <a:p>
            <a:pPr>
              <a:spcBef>
                <a:spcPts val="500"/>
              </a:spcBef>
              <a:spcAft>
                <a:spcPts val="500"/>
              </a:spcAft>
            </a:pPr>
            <a:r>
              <a:rPr lang="en-US" altLang="tr-TR"/>
              <a:t>Software cost estimation techniques also provides an essential part of the foundation for </a:t>
            </a:r>
            <a:r>
              <a:rPr lang="en-US" altLang="tr-TR" b="1"/>
              <a:t>good software management</a:t>
            </a:r>
            <a:r>
              <a:rPr lang="en-US" altLang="tr-TR"/>
              <a:t>. </a:t>
            </a:r>
          </a:p>
          <a:p>
            <a:endParaRPr lang="en-US" altLang="tr-T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2">
            <a:extLst>
              <a:ext uri="{FF2B5EF4-FFF2-40B4-BE49-F238E27FC236}">
                <a16:creationId xmlns:a16="http://schemas.microsoft.com/office/drawing/2014/main" id="{3F4F80D2-7CC9-4B1A-BFC2-4EA730C4CFF1}"/>
              </a:ext>
            </a:extLst>
          </p:cNvPr>
          <p:cNvSpPr>
            <a:spLocks noGrp="1" noChangeArrowheads="1"/>
          </p:cNvSpPr>
          <p:nvPr>
            <p:ph type="title"/>
          </p:nvPr>
        </p:nvSpPr>
        <p:spPr/>
        <p:txBody>
          <a:bodyPr/>
          <a:lstStyle/>
          <a:p>
            <a:pPr eaLnBrk="1" hangingPunct="1">
              <a:defRPr/>
            </a:pPr>
            <a:r>
              <a:rPr lang="en-US"/>
              <a:t>Planning Prerequisites</a:t>
            </a:r>
          </a:p>
        </p:txBody>
      </p:sp>
      <p:sp>
        <p:nvSpPr>
          <p:cNvPr id="12291" name="Rectangle 3">
            <a:extLst>
              <a:ext uri="{FF2B5EF4-FFF2-40B4-BE49-F238E27FC236}">
                <a16:creationId xmlns:a16="http://schemas.microsoft.com/office/drawing/2014/main" id="{9863B409-8AB1-6A17-7D84-AAE0CA010CD4}"/>
              </a:ext>
            </a:extLst>
          </p:cNvPr>
          <p:cNvSpPr>
            <a:spLocks noGrp="1" noChangeArrowheads="1"/>
          </p:cNvSpPr>
          <p:nvPr>
            <p:ph idx="1"/>
          </p:nvPr>
        </p:nvSpPr>
        <p:spPr/>
        <p:txBody>
          <a:bodyPr/>
          <a:lstStyle/>
          <a:p>
            <a:pPr eaLnBrk="1" hangingPunct="1"/>
            <a:r>
              <a:rPr lang="en-US" altLang="en-US"/>
              <a:t>The planning process requires the following inputs:</a:t>
            </a:r>
          </a:p>
          <a:p>
            <a:pPr lvl="1" eaLnBrk="1" hangingPunct="1"/>
            <a:r>
              <a:rPr lang="en-US" altLang="en-US"/>
              <a:t>Required human effort (man-months)</a:t>
            </a:r>
          </a:p>
          <a:p>
            <a:pPr lvl="1" eaLnBrk="1" hangingPunct="1"/>
            <a:r>
              <a:rPr lang="en-US" altLang="en-US"/>
              <a:t>Project duration (months)</a:t>
            </a:r>
          </a:p>
          <a:p>
            <a:pPr lvl="1" eaLnBrk="1" hangingPunct="1"/>
            <a:r>
              <a:rPr lang="en-US" altLang="en-US"/>
              <a:t>Project costs ($)</a:t>
            </a:r>
          </a:p>
          <a:p>
            <a:pPr eaLnBrk="1" hangingPunct="1"/>
            <a:r>
              <a:rPr lang="en-US" altLang="en-US"/>
              <a:t>We would like our estimates to be perfectly precise and accurate</a:t>
            </a:r>
          </a:p>
          <a:p>
            <a:pPr lvl="1" eaLnBrk="1" hangingPunct="1"/>
            <a:r>
              <a:rPr lang="en-US" altLang="en-US"/>
              <a:t>But this requirement is impossible until the project is over</a:t>
            </a:r>
          </a:p>
        </p:txBody>
      </p:sp>
      <p:sp>
        <p:nvSpPr>
          <p:cNvPr id="12292" name="Date Placeholder 3">
            <a:extLst>
              <a:ext uri="{FF2B5EF4-FFF2-40B4-BE49-F238E27FC236}">
                <a16:creationId xmlns:a16="http://schemas.microsoft.com/office/drawing/2014/main" id="{B29BA6C9-02F7-0413-1CE9-FF6B5F09ACDE}"/>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a:latin typeface="Arial" panose="020B0604020202020204" pitchFamily="34" charset="0"/>
              </a:rPr>
              <a:t> </a:t>
            </a:r>
          </a:p>
        </p:txBody>
      </p:sp>
      <p:sp>
        <p:nvSpPr>
          <p:cNvPr id="12293" name="Slide Number Placeholder 1">
            <a:extLst>
              <a:ext uri="{FF2B5EF4-FFF2-40B4-BE49-F238E27FC236}">
                <a16:creationId xmlns:a16="http://schemas.microsoft.com/office/drawing/2014/main" id="{F9FA02C5-D31D-9413-EA1B-BD62D9458F5B}"/>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6A88907-121E-C24E-85ED-B8C88DC5EDBA}" type="slidenum">
              <a:rPr lang="en-US" altLang="en-US" sz="1400"/>
              <a:pPr>
                <a:spcBef>
                  <a:spcPct val="0"/>
                </a:spcBef>
                <a:buFontTx/>
                <a:buNone/>
              </a:pPr>
              <a:t>5</a:t>
            </a:fld>
            <a:endParaRPr lang="en-US" altLang="en-US" sz="1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Date Placeholder 3">
            <a:extLst>
              <a:ext uri="{FF2B5EF4-FFF2-40B4-BE49-F238E27FC236}">
                <a16:creationId xmlns:a16="http://schemas.microsoft.com/office/drawing/2014/main" id="{6F929024-B134-6884-F19D-643155502C8F}"/>
              </a:ext>
            </a:extLst>
          </p:cNvPr>
          <p:cNvSpPr>
            <a:spLocks noGrp="1"/>
          </p:cNvSpPr>
          <p:nvPr>
            <p:ph type="dt" sz="quarter" idx="10"/>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tr-TR" sz="1400"/>
              <a:t>26/12/2016</a:t>
            </a:r>
          </a:p>
        </p:txBody>
      </p:sp>
      <p:sp>
        <p:nvSpPr>
          <p:cNvPr id="14339" name="Footer Placeholder 4">
            <a:extLst>
              <a:ext uri="{FF2B5EF4-FFF2-40B4-BE49-F238E27FC236}">
                <a16:creationId xmlns:a16="http://schemas.microsoft.com/office/drawing/2014/main" id="{44C8CDF1-81F6-F8F1-95F3-7474D262E2B5}"/>
              </a:ext>
            </a:extLst>
          </p:cNvPr>
          <p:cNvSpPr>
            <a:spLocks noGrp="1"/>
          </p:cNvSpPr>
          <p:nvPr>
            <p:ph type="ftr" sz="quarter" idx="11"/>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tr-TR" sz="1400"/>
          </a:p>
        </p:txBody>
      </p:sp>
      <p:sp>
        <p:nvSpPr>
          <p:cNvPr id="14340" name="Slide Number Placeholder 5">
            <a:extLst>
              <a:ext uri="{FF2B5EF4-FFF2-40B4-BE49-F238E27FC236}">
                <a16:creationId xmlns:a16="http://schemas.microsoft.com/office/drawing/2014/main" id="{4D1CDEC7-FF80-176F-6045-535B03074804}"/>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3888C01-3086-B042-8AE8-12386C99D1DE}" type="slidenum">
              <a:rPr lang="en-US" altLang="tr-TR" sz="1400"/>
              <a:pPr>
                <a:spcBef>
                  <a:spcPct val="0"/>
                </a:spcBef>
                <a:buFontTx/>
                <a:buNone/>
              </a:pPr>
              <a:t>6</a:t>
            </a:fld>
            <a:endParaRPr lang="en-US" altLang="tr-TR" sz="1400"/>
          </a:p>
        </p:txBody>
      </p:sp>
      <p:sp>
        <p:nvSpPr>
          <p:cNvPr id="5122" name="Rectangle 2">
            <a:extLst>
              <a:ext uri="{FF2B5EF4-FFF2-40B4-BE49-F238E27FC236}">
                <a16:creationId xmlns:a16="http://schemas.microsoft.com/office/drawing/2014/main" id="{55256D2C-7F10-6AD6-A0F5-C6F93E6B29FB}"/>
              </a:ext>
            </a:extLst>
          </p:cNvPr>
          <p:cNvSpPr>
            <a:spLocks noGrp="1" noChangeArrowheads="1"/>
          </p:cNvSpPr>
          <p:nvPr>
            <p:ph type="title"/>
          </p:nvPr>
        </p:nvSpPr>
        <p:spPr>
          <a:xfrm>
            <a:off x="730250" y="38100"/>
            <a:ext cx="7772400" cy="1143000"/>
          </a:xfrm>
        </p:spPr>
        <p:txBody>
          <a:bodyPr/>
          <a:lstStyle/>
          <a:p>
            <a:pPr>
              <a:defRPr/>
            </a:pPr>
            <a:r>
              <a:rPr lang="en-US" altLang="tr-TR" dirty="0"/>
              <a:t>Cost of a project</a:t>
            </a:r>
          </a:p>
        </p:txBody>
      </p:sp>
      <p:sp>
        <p:nvSpPr>
          <p:cNvPr id="5123" name="Rectangle 3">
            <a:extLst>
              <a:ext uri="{FF2B5EF4-FFF2-40B4-BE49-F238E27FC236}">
                <a16:creationId xmlns:a16="http://schemas.microsoft.com/office/drawing/2014/main" id="{6AE73D3C-6CBD-353E-BD45-161330716A55}"/>
              </a:ext>
            </a:extLst>
          </p:cNvPr>
          <p:cNvSpPr>
            <a:spLocks noGrp="1" noChangeArrowheads="1"/>
          </p:cNvSpPr>
          <p:nvPr>
            <p:ph type="body" idx="1"/>
          </p:nvPr>
        </p:nvSpPr>
        <p:spPr>
          <a:xfrm>
            <a:off x="381000" y="1066800"/>
            <a:ext cx="8458200" cy="5181600"/>
          </a:xfrm>
        </p:spPr>
        <p:txBody>
          <a:bodyPr/>
          <a:lstStyle/>
          <a:p>
            <a:r>
              <a:rPr lang="en-US" altLang="tr-TR"/>
              <a:t>The cost in a project is due to</a:t>
            </a:r>
            <a:r>
              <a:rPr lang="tr-TR" altLang="tr-TR"/>
              <a:t> </a:t>
            </a:r>
            <a:r>
              <a:rPr lang="en-US" altLang="tr-TR"/>
              <a:t>the requirements for software, hardware and human resources</a:t>
            </a:r>
          </a:p>
          <a:p>
            <a:r>
              <a:rPr lang="en-US" altLang="tr-TR"/>
              <a:t>The cost of software development is due to the human resources needed</a:t>
            </a:r>
          </a:p>
          <a:p>
            <a:r>
              <a:rPr lang="en-US" altLang="tr-TR"/>
              <a:t>Most cost estimates are measured in </a:t>
            </a:r>
            <a:r>
              <a:rPr lang="en-US" altLang="tr-TR" b="1" i="1"/>
              <a:t>person-months  (PM)</a:t>
            </a:r>
            <a:endParaRPr lang="tr-TR" altLang="tr-TR" b="1" i="1"/>
          </a:p>
          <a:p>
            <a:pPr>
              <a:spcBef>
                <a:spcPts val="500"/>
              </a:spcBef>
              <a:spcAft>
                <a:spcPts val="500"/>
              </a:spcAft>
            </a:pPr>
            <a:r>
              <a:rPr lang="en-US" altLang="tr-TR"/>
              <a:t>At any point, the accuracy of the estimate will depend on the amount of </a:t>
            </a:r>
            <a:r>
              <a:rPr lang="en-US" altLang="tr-TR">
                <a:solidFill>
                  <a:srgbClr val="FF0000"/>
                </a:solidFill>
              </a:rPr>
              <a:t>reliable information</a:t>
            </a:r>
            <a:r>
              <a:rPr lang="en-US" altLang="tr-TR"/>
              <a:t> we have about the final product.</a:t>
            </a:r>
          </a:p>
          <a:p>
            <a:pPr>
              <a:spcBef>
                <a:spcPts val="500"/>
              </a:spcBef>
              <a:spcAft>
                <a:spcPts val="500"/>
              </a:spcAft>
            </a:pPr>
            <a:r>
              <a:rPr lang="en-US" altLang="tr-TR"/>
              <a:t>The cost of the project depends on the </a:t>
            </a:r>
            <a:r>
              <a:rPr lang="en-US" altLang="tr-TR">
                <a:solidFill>
                  <a:srgbClr val="FF0000"/>
                </a:solidFill>
              </a:rPr>
              <a:t>nature</a:t>
            </a:r>
            <a:r>
              <a:rPr lang="en-US" altLang="tr-TR"/>
              <a:t> and </a:t>
            </a:r>
            <a:r>
              <a:rPr lang="en-US" altLang="tr-TR">
                <a:solidFill>
                  <a:srgbClr val="FF0000"/>
                </a:solidFill>
              </a:rPr>
              <a:t>characteristics</a:t>
            </a:r>
            <a:r>
              <a:rPr lang="en-US" altLang="tr-TR"/>
              <a:t> of the project</a:t>
            </a:r>
            <a:endParaRPr lang="tr-TR" altLang="tr-TR"/>
          </a:p>
          <a:p>
            <a:endParaRPr lang="en-US" altLang="tr-TR" b="1" i="1"/>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12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12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123">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12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Date Placeholder 3">
            <a:extLst>
              <a:ext uri="{FF2B5EF4-FFF2-40B4-BE49-F238E27FC236}">
                <a16:creationId xmlns:a16="http://schemas.microsoft.com/office/drawing/2014/main" id="{D9044887-D34A-C7E8-D0F2-FAF3DB8895A4}"/>
              </a:ext>
            </a:extLst>
          </p:cNvPr>
          <p:cNvSpPr>
            <a:spLocks noGrp="1"/>
          </p:cNvSpPr>
          <p:nvPr>
            <p:ph type="dt" sz="quarter" idx="10"/>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tr-TR" sz="1400"/>
              <a:t>26/12/2016</a:t>
            </a:r>
          </a:p>
        </p:txBody>
      </p:sp>
      <p:sp>
        <p:nvSpPr>
          <p:cNvPr id="15363" name="Footer Placeholder 4">
            <a:extLst>
              <a:ext uri="{FF2B5EF4-FFF2-40B4-BE49-F238E27FC236}">
                <a16:creationId xmlns:a16="http://schemas.microsoft.com/office/drawing/2014/main" id="{1EA526CD-21B3-D220-2159-6B2D5C02A221}"/>
              </a:ext>
            </a:extLst>
          </p:cNvPr>
          <p:cNvSpPr>
            <a:spLocks noGrp="1"/>
          </p:cNvSpPr>
          <p:nvPr>
            <p:ph type="ftr" sz="quarter" idx="11"/>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tr-TR" sz="1400"/>
          </a:p>
        </p:txBody>
      </p:sp>
      <p:sp>
        <p:nvSpPr>
          <p:cNvPr id="15364" name="Slide Number Placeholder 5">
            <a:extLst>
              <a:ext uri="{FF2B5EF4-FFF2-40B4-BE49-F238E27FC236}">
                <a16:creationId xmlns:a16="http://schemas.microsoft.com/office/drawing/2014/main" id="{C65BE206-CD7E-6D07-91CD-A3ACC09EAFEE}"/>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BAC82FD-C28B-9B4B-8264-34D8E122FADF}" type="slidenum">
              <a:rPr lang="en-US" altLang="tr-TR" sz="1400"/>
              <a:pPr>
                <a:spcBef>
                  <a:spcPct val="0"/>
                </a:spcBef>
                <a:buFontTx/>
                <a:buNone/>
              </a:pPr>
              <a:t>7</a:t>
            </a:fld>
            <a:endParaRPr lang="en-US" altLang="tr-TR" sz="1400"/>
          </a:p>
        </p:txBody>
      </p:sp>
      <p:sp>
        <p:nvSpPr>
          <p:cNvPr id="18434" name="Rectangle 2">
            <a:extLst>
              <a:ext uri="{FF2B5EF4-FFF2-40B4-BE49-F238E27FC236}">
                <a16:creationId xmlns:a16="http://schemas.microsoft.com/office/drawing/2014/main" id="{34266FA7-C300-9389-72FC-EAC13AA2B101}"/>
              </a:ext>
            </a:extLst>
          </p:cNvPr>
          <p:cNvSpPr>
            <a:spLocks noGrp="1" noChangeArrowheads="1"/>
          </p:cNvSpPr>
          <p:nvPr>
            <p:ph type="title"/>
          </p:nvPr>
        </p:nvSpPr>
        <p:spPr/>
        <p:txBody>
          <a:bodyPr/>
          <a:lstStyle/>
          <a:p>
            <a:pPr>
              <a:defRPr/>
            </a:pPr>
            <a:r>
              <a:rPr lang="en-US" altLang="tr-TR"/>
              <a:t>Software Cost Estimation</a:t>
            </a:r>
          </a:p>
        </p:txBody>
      </p:sp>
      <p:graphicFrame>
        <p:nvGraphicFramePr>
          <p:cNvPr id="15366" name="Object 3">
            <a:extLst>
              <a:ext uri="{FF2B5EF4-FFF2-40B4-BE49-F238E27FC236}">
                <a16:creationId xmlns:a16="http://schemas.microsoft.com/office/drawing/2014/main" id="{5D353311-5E4F-7B8E-9307-6EF9D5101CB4}"/>
              </a:ext>
            </a:extLst>
          </p:cNvPr>
          <p:cNvGraphicFramePr>
            <a:graphicFrameLocks noChangeAspect="1"/>
          </p:cNvGraphicFramePr>
          <p:nvPr>
            <p:ph type="body" idx="1"/>
          </p:nvPr>
        </p:nvGraphicFramePr>
        <p:xfrm>
          <a:off x="685800" y="2673350"/>
          <a:ext cx="7772400" cy="2728913"/>
        </p:xfrm>
        <a:graphic>
          <a:graphicData uri="http://schemas.openxmlformats.org/presentationml/2006/ole">
            <mc:AlternateContent xmlns:mc="http://schemas.openxmlformats.org/markup-compatibility/2006">
              <mc:Choice xmlns:v="urn:schemas-microsoft-com:vml" Requires="v">
                <p:oleObj name="Bitmap Image" r:id="rId2" imgW="3670300" imgH="1289050" progId="Paint.Picture">
                  <p:embed/>
                </p:oleObj>
              </mc:Choice>
              <mc:Fallback>
                <p:oleObj name="Bitmap Image" r:id="rId2" imgW="3670300" imgH="1289050" progId="Paint.Picture">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673350"/>
                        <a:ext cx="7772400" cy="27289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5" name="Rectangle 2">
            <a:extLst>
              <a:ext uri="{FF2B5EF4-FFF2-40B4-BE49-F238E27FC236}">
                <a16:creationId xmlns:a16="http://schemas.microsoft.com/office/drawing/2014/main" id="{D0DFBE05-50D1-7671-46B2-540C075A8CC7}"/>
              </a:ext>
            </a:extLst>
          </p:cNvPr>
          <p:cNvSpPr>
            <a:spLocks noGrp="1" noChangeArrowheads="1"/>
          </p:cNvSpPr>
          <p:nvPr>
            <p:ph type="title"/>
          </p:nvPr>
        </p:nvSpPr>
        <p:spPr/>
        <p:txBody>
          <a:bodyPr/>
          <a:lstStyle/>
          <a:p>
            <a:pPr eaLnBrk="1" hangingPunct="1">
              <a:defRPr/>
            </a:pPr>
            <a:r>
              <a:rPr lang="en-US"/>
              <a:t>	Importance of  Estimates</a:t>
            </a:r>
          </a:p>
        </p:txBody>
      </p:sp>
      <p:sp>
        <p:nvSpPr>
          <p:cNvPr id="16387" name="Rectangle 3">
            <a:extLst>
              <a:ext uri="{FF2B5EF4-FFF2-40B4-BE49-F238E27FC236}">
                <a16:creationId xmlns:a16="http://schemas.microsoft.com/office/drawing/2014/main" id="{FF25CAD6-9186-A30F-DF42-34593275CDCA}"/>
              </a:ext>
            </a:extLst>
          </p:cNvPr>
          <p:cNvSpPr>
            <a:spLocks noGrp="1" noChangeArrowheads="1"/>
          </p:cNvSpPr>
          <p:nvPr>
            <p:ph idx="1"/>
          </p:nvPr>
        </p:nvSpPr>
        <p:spPr/>
        <p:txBody>
          <a:bodyPr/>
          <a:lstStyle/>
          <a:p>
            <a:pPr eaLnBrk="1" hangingPunct="1"/>
            <a:r>
              <a:rPr lang="en-US" altLang="en-US"/>
              <a:t>In the early days of computing,</a:t>
            </a:r>
          </a:p>
          <a:p>
            <a:pPr lvl="1" eaLnBrk="1" hangingPunct="1"/>
            <a:r>
              <a:rPr lang="en-US" altLang="en-US"/>
              <a:t>Software costs were a small part of the total system cost</a:t>
            </a:r>
          </a:p>
          <a:p>
            <a:pPr lvl="2" eaLnBrk="1" hangingPunct="1"/>
            <a:r>
              <a:rPr lang="en-US" altLang="en-US"/>
              <a:t>Even large errors (order of magnitude)  =  little impact on the total system cost</a:t>
            </a:r>
          </a:p>
          <a:p>
            <a:pPr lvl="1" eaLnBrk="1" hangingPunct="1"/>
            <a:r>
              <a:rPr lang="en-US" altLang="en-US"/>
              <a:t>Today, software costs are the largest component of total system cost</a:t>
            </a:r>
          </a:p>
          <a:p>
            <a:pPr lvl="2" eaLnBrk="1" hangingPunct="1"/>
            <a:r>
              <a:rPr lang="en-US" altLang="en-US"/>
              <a:t>Large errors in estimating cost equate to</a:t>
            </a:r>
          </a:p>
          <a:p>
            <a:pPr lvl="3" eaLnBrk="1" hangingPunct="1"/>
            <a:r>
              <a:rPr lang="en-US" altLang="en-US"/>
              <a:t>The difference between profit and loss or</a:t>
            </a:r>
          </a:p>
          <a:p>
            <a:pPr lvl="3" eaLnBrk="1" hangingPunct="1"/>
            <a:r>
              <a:rPr lang="en-US" altLang="en-US"/>
              <a:t>Survival and demise</a:t>
            </a:r>
          </a:p>
        </p:txBody>
      </p:sp>
      <p:sp>
        <p:nvSpPr>
          <p:cNvPr id="16388" name="Date Placeholder 3">
            <a:extLst>
              <a:ext uri="{FF2B5EF4-FFF2-40B4-BE49-F238E27FC236}">
                <a16:creationId xmlns:a16="http://schemas.microsoft.com/office/drawing/2014/main" id="{DF712118-67E1-C886-FE04-564722289780}"/>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a:latin typeface="Arial" panose="020B0604020202020204" pitchFamily="34" charset="0"/>
              </a:rPr>
              <a:t> </a:t>
            </a:r>
          </a:p>
        </p:txBody>
      </p:sp>
      <p:sp>
        <p:nvSpPr>
          <p:cNvPr id="16389" name="Slide Number Placeholder 1">
            <a:extLst>
              <a:ext uri="{FF2B5EF4-FFF2-40B4-BE49-F238E27FC236}">
                <a16:creationId xmlns:a16="http://schemas.microsoft.com/office/drawing/2014/main" id="{458A4F60-A7C7-61A2-A7F7-FEC7CA177BD1}"/>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28F8AEE-4C3F-8B4D-849A-4B3641999646}" type="slidenum">
              <a:rPr lang="en-US" altLang="en-US" sz="1400"/>
              <a:pPr>
                <a:spcBef>
                  <a:spcPct val="0"/>
                </a:spcBef>
                <a:buFontTx/>
                <a:buNone/>
              </a:pPr>
              <a:t>8</a:t>
            </a:fld>
            <a:endParaRPr lang="en-US" altLang="en-US" sz="14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9" name="Rectangle 2">
            <a:extLst>
              <a:ext uri="{FF2B5EF4-FFF2-40B4-BE49-F238E27FC236}">
                <a16:creationId xmlns:a16="http://schemas.microsoft.com/office/drawing/2014/main" id="{773A3ABA-56D2-D161-26DE-1CF5149F2238}"/>
              </a:ext>
            </a:extLst>
          </p:cNvPr>
          <p:cNvSpPr>
            <a:spLocks noGrp="1" noChangeArrowheads="1"/>
          </p:cNvSpPr>
          <p:nvPr>
            <p:ph type="title"/>
          </p:nvPr>
        </p:nvSpPr>
        <p:spPr>
          <a:xfrm>
            <a:off x="304800" y="228600"/>
            <a:ext cx="8382000" cy="762000"/>
          </a:xfrm>
        </p:spPr>
        <p:txBody>
          <a:bodyPr/>
          <a:lstStyle/>
          <a:p>
            <a:pPr eaLnBrk="1" hangingPunct="1">
              <a:defRPr/>
            </a:pPr>
            <a:r>
              <a:rPr lang="en-US"/>
              <a:t>Reasons for Inaccuracy in Estimates</a:t>
            </a:r>
          </a:p>
        </p:txBody>
      </p:sp>
      <p:sp>
        <p:nvSpPr>
          <p:cNvPr id="17411" name="Rectangle 3">
            <a:extLst>
              <a:ext uri="{FF2B5EF4-FFF2-40B4-BE49-F238E27FC236}">
                <a16:creationId xmlns:a16="http://schemas.microsoft.com/office/drawing/2014/main" id="{72E41241-120D-0E65-B95A-4637B8EEF973}"/>
              </a:ext>
            </a:extLst>
          </p:cNvPr>
          <p:cNvSpPr>
            <a:spLocks noGrp="1" noChangeArrowheads="1"/>
          </p:cNvSpPr>
          <p:nvPr>
            <p:ph idx="1"/>
          </p:nvPr>
        </p:nvSpPr>
        <p:spPr/>
        <p:txBody>
          <a:bodyPr/>
          <a:lstStyle/>
          <a:p>
            <a:pPr eaLnBrk="1" hangingPunct="1">
              <a:lnSpc>
                <a:spcPct val="90000"/>
              </a:lnSpc>
            </a:pPr>
            <a:r>
              <a:rPr lang="en-US" altLang="en-US"/>
              <a:t>Too many uncertainties in the variables that determine the cost</a:t>
            </a:r>
          </a:p>
          <a:p>
            <a:pPr eaLnBrk="1" hangingPunct="1">
              <a:lnSpc>
                <a:spcPct val="90000"/>
              </a:lnSpc>
            </a:pPr>
            <a:r>
              <a:rPr lang="en-US" altLang="en-US"/>
              <a:t>In the following categories</a:t>
            </a:r>
          </a:p>
          <a:p>
            <a:pPr lvl="1" eaLnBrk="1" hangingPunct="1">
              <a:lnSpc>
                <a:spcPct val="90000"/>
              </a:lnSpc>
            </a:pPr>
            <a:r>
              <a:rPr lang="en-US" altLang="en-US"/>
              <a:t>Human</a:t>
            </a:r>
          </a:p>
          <a:p>
            <a:pPr lvl="2" eaLnBrk="1" hangingPunct="1">
              <a:lnSpc>
                <a:spcPct val="90000"/>
              </a:lnSpc>
            </a:pPr>
            <a:r>
              <a:rPr lang="en-US" altLang="en-US" sz="2000"/>
              <a:t>The developers and their skills are not perfectly known</a:t>
            </a:r>
          </a:p>
          <a:p>
            <a:pPr lvl="1" eaLnBrk="1" hangingPunct="1">
              <a:lnSpc>
                <a:spcPct val="90000"/>
              </a:lnSpc>
            </a:pPr>
            <a:r>
              <a:rPr lang="en-US" altLang="en-US"/>
              <a:t>Technical</a:t>
            </a:r>
          </a:p>
          <a:p>
            <a:pPr lvl="2" eaLnBrk="1" hangingPunct="1">
              <a:lnSpc>
                <a:spcPct val="90000"/>
              </a:lnSpc>
            </a:pPr>
            <a:r>
              <a:rPr lang="en-US" altLang="en-US" sz="2000"/>
              <a:t>May need to use new or unfamiliar technology</a:t>
            </a:r>
          </a:p>
          <a:p>
            <a:pPr lvl="1" eaLnBrk="1" hangingPunct="1">
              <a:lnSpc>
                <a:spcPct val="90000"/>
              </a:lnSpc>
            </a:pPr>
            <a:r>
              <a:rPr lang="en-US" altLang="en-US"/>
              <a:t>Environmental</a:t>
            </a:r>
          </a:p>
          <a:p>
            <a:pPr lvl="2" eaLnBrk="1" hangingPunct="1">
              <a:lnSpc>
                <a:spcPct val="90000"/>
              </a:lnSpc>
            </a:pPr>
            <a:r>
              <a:rPr lang="en-US" altLang="en-US" sz="2000"/>
              <a:t>May need to run on unfamiliar computer or operating systems</a:t>
            </a:r>
          </a:p>
          <a:p>
            <a:pPr lvl="1" eaLnBrk="1" hangingPunct="1">
              <a:lnSpc>
                <a:spcPct val="90000"/>
              </a:lnSpc>
            </a:pPr>
            <a:r>
              <a:rPr lang="en-US" altLang="en-US"/>
              <a:t>Political</a:t>
            </a:r>
          </a:p>
          <a:p>
            <a:pPr lvl="2" eaLnBrk="1" hangingPunct="1">
              <a:lnSpc>
                <a:spcPct val="90000"/>
              </a:lnSpc>
            </a:pPr>
            <a:r>
              <a:rPr lang="en-US" altLang="en-US" sz="2000"/>
              <a:t>Internal company or client politics</a:t>
            </a:r>
          </a:p>
        </p:txBody>
      </p:sp>
      <p:sp>
        <p:nvSpPr>
          <p:cNvPr id="17412" name="Date Placeholder 3">
            <a:extLst>
              <a:ext uri="{FF2B5EF4-FFF2-40B4-BE49-F238E27FC236}">
                <a16:creationId xmlns:a16="http://schemas.microsoft.com/office/drawing/2014/main" id="{F11F3E70-0D9E-BE4D-C3AB-C2E5CDDEF881}"/>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a:latin typeface="Arial" panose="020B0604020202020204" pitchFamily="34" charset="0"/>
              </a:rPr>
              <a:t> </a:t>
            </a:r>
          </a:p>
        </p:txBody>
      </p:sp>
      <p:sp>
        <p:nvSpPr>
          <p:cNvPr id="17413" name="Slide Number Placeholder 1">
            <a:extLst>
              <a:ext uri="{FF2B5EF4-FFF2-40B4-BE49-F238E27FC236}">
                <a16:creationId xmlns:a16="http://schemas.microsoft.com/office/drawing/2014/main" id="{2C64D892-B812-2D5F-17EA-ABE78A145202}"/>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6C78697F-D70B-B34A-BA54-53B1785D396F}" type="slidenum">
              <a:rPr lang="en-US" altLang="en-US" sz="1400"/>
              <a:pPr>
                <a:spcBef>
                  <a:spcPct val="0"/>
                </a:spcBef>
                <a:buFontTx/>
                <a:buNone/>
              </a:pPr>
              <a:t>9</a:t>
            </a:fld>
            <a:endParaRPr lang="en-US" altLang="en-US" sz="1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3" name="Rectangle 2">
            <a:extLst>
              <a:ext uri="{FF2B5EF4-FFF2-40B4-BE49-F238E27FC236}">
                <a16:creationId xmlns:a16="http://schemas.microsoft.com/office/drawing/2014/main" id="{2EFCBD50-A674-4874-3840-51A2451902B2}"/>
              </a:ext>
            </a:extLst>
          </p:cNvPr>
          <p:cNvSpPr>
            <a:spLocks noGrp="1" noChangeArrowheads="1"/>
          </p:cNvSpPr>
          <p:nvPr>
            <p:ph type="title"/>
          </p:nvPr>
        </p:nvSpPr>
        <p:spPr/>
        <p:txBody>
          <a:bodyPr/>
          <a:lstStyle/>
          <a:p>
            <a:pPr eaLnBrk="1" hangingPunct="1">
              <a:defRPr/>
            </a:pPr>
            <a:r>
              <a:rPr lang="en-US"/>
              <a:t>Estimation Techniques</a:t>
            </a:r>
          </a:p>
        </p:txBody>
      </p:sp>
      <p:sp>
        <p:nvSpPr>
          <p:cNvPr id="18435" name="Rectangle 3">
            <a:extLst>
              <a:ext uri="{FF2B5EF4-FFF2-40B4-BE49-F238E27FC236}">
                <a16:creationId xmlns:a16="http://schemas.microsoft.com/office/drawing/2014/main" id="{8B84082D-6FEA-B093-37A6-65D7D23A3B5A}"/>
              </a:ext>
            </a:extLst>
          </p:cNvPr>
          <p:cNvSpPr>
            <a:spLocks noGrp="1" noChangeArrowheads="1"/>
          </p:cNvSpPr>
          <p:nvPr>
            <p:ph idx="1"/>
          </p:nvPr>
        </p:nvSpPr>
        <p:spPr/>
        <p:txBody>
          <a:bodyPr/>
          <a:lstStyle/>
          <a:p>
            <a:pPr eaLnBrk="1" hangingPunct="1"/>
            <a:r>
              <a:rPr lang="en-US" altLang="en-US"/>
              <a:t>Five main categories of techniques</a:t>
            </a:r>
          </a:p>
          <a:p>
            <a:pPr lvl="1" eaLnBrk="1" hangingPunct="1"/>
            <a:r>
              <a:rPr lang="en-US" altLang="en-US"/>
              <a:t>Expert judgment</a:t>
            </a:r>
          </a:p>
          <a:p>
            <a:pPr lvl="1" eaLnBrk="1" hangingPunct="1"/>
            <a:r>
              <a:rPr lang="en-US" altLang="en-US"/>
              <a:t>Estimation by analogy</a:t>
            </a:r>
          </a:p>
          <a:p>
            <a:pPr lvl="1" eaLnBrk="1" hangingPunct="1"/>
            <a:r>
              <a:rPr lang="en-US" altLang="en-US"/>
              <a:t>Pricing to win</a:t>
            </a:r>
          </a:p>
          <a:p>
            <a:pPr lvl="1" eaLnBrk="1" hangingPunct="1"/>
            <a:r>
              <a:rPr lang="en-US" altLang="en-US"/>
              <a:t>Parkinson pricing</a:t>
            </a:r>
          </a:p>
          <a:p>
            <a:pPr lvl="1" eaLnBrk="1" hangingPunct="1"/>
            <a:r>
              <a:rPr lang="en-US" altLang="en-US"/>
              <a:t>Algorithmic models</a:t>
            </a:r>
          </a:p>
          <a:p>
            <a:pPr lvl="1" eaLnBrk="1" hangingPunct="1"/>
            <a:endParaRPr lang="en-US" altLang="en-US"/>
          </a:p>
        </p:txBody>
      </p:sp>
      <p:sp>
        <p:nvSpPr>
          <p:cNvPr id="18436" name="Date Placeholder 3">
            <a:extLst>
              <a:ext uri="{FF2B5EF4-FFF2-40B4-BE49-F238E27FC236}">
                <a16:creationId xmlns:a16="http://schemas.microsoft.com/office/drawing/2014/main" id="{45A9937E-E664-C182-9C9F-F8DF3E2384F4}"/>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a:latin typeface="Arial" panose="020B0604020202020204" pitchFamily="34" charset="0"/>
              </a:rPr>
              <a:t> </a:t>
            </a:r>
          </a:p>
        </p:txBody>
      </p:sp>
      <p:sp>
        <p:nvSpPr>
          <p:cNvPr id="18437" name="Slide Number Placeholder 1">
            <a:extLst>
              <a:ext uri="{FF2B5EF4-FFF2-40B4-BE49-F238E27FC236}">
                <a16:creationId xmlns:a16="http://schemas.microsoft.com/office/drawing/2014/main" id="{8309ACDE-EE2E-817C-00B3-2077A31176EE}"/>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A001B78-E4E0-BF4F-A1C5-DB9AEB5C94B0}" type="slidenum">
              <a:rPr lang="en-US" altLang="en-US" sz="1400"/>
              <a:pPr>
                <a:spcBef>
                  <a:spcPct val="0"/>
                </a:spcBef>
                <a:buFontTx/>
                <a:buNone/>
              </a:pPr>
              <a:t>10</a:t>
            </a:fld>
            <a:endParaRPr lang="en-US" altLang="en-US" sz="14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1" name="Rectangle 2">
            <a:extLst>
              <a:ext uri="{FF2B5EF4-FFF2-40B4-BE49-F238E27FC236}">
                <a16:creationId xmlns:a16="http://schemas.microsoft.com/office/drawing/2014/main" id="{FA8BAA14-4874-FC98-78BC-63787604BC20}"/>
              </a:ext>
            </a:extLst>
          </p:cNvPr>
          <p:cNvSpPr>
            <a:spLocks noGrp="1" noChangeArrowheads="1"/>
          </p:cNvSpPr>
          <p:nvPr>
            <p:ph type="title"/>
          </p:nvPr>
        </p:nvSpPr>
        <p:spPr/>
        <p:txBody>
          <a:bodyPr/>
          <a:lstStyle/>
          <a:p>
            <a:pPr eaLnBrk="1" hangingPunct="1">
              <a:defRPr/>
            </a:pPr>
            <a:r>
              <a:rPr lang="en-US"/>
              <a:t>Expert Judgment</a:t>
            </a:r>
          </a:p>
        </p:txBody>
      </p:sp>
      <p:sp>
        <p:nvSpPr>
          <p:cNvPr id="19459" name="Rectangle 3">
            <a:extLst>
              <a:ext uri="{FF2B5EF4-FFF2-40B4-BE49-F238E27FC236}">
                <a16:creationId xmlns:a16="http://schemas.microsoft.com/office/drawing/2014/main" id="{0EC6EBF2-C09D-4DD2-5ED3-E424885012C5}"/>
              </a:ext>
            </a:extLst>
          </p:cNvPr>
          <p:cNvSpPr>
            <a:spLocks noGrp="1" noChangeArrowheads="1"/>
          </p:cNvSpPr>
          <p:nvPr>
            <p:ph idx="1"/>
          </p:nvPr>
        </p:nvSpPr>
        <p:spPr/>
        <p:txBody>
          <a:bodyPr/>
          <a:lstStyle/>
          <a:p>
            <a:pPr eaLnBrk="1" hangingPunct="1"/>
            <a:r>
              <a:rPr lang="en-US" altLang="en-US"/>
              <a:t>Several experts in the application domain independently prepare estimates</a:t>
            </a:r>
          </a:p>
          <a:p>
            <a:pPr eaLnBrk="1" hangingPunct="1"/>
            <a:r>
              <a:rPr lang="en-US" altLang="en-US"/>
              <a:t>Estimates are compared (together with the rationale for the estimate)</a:t>
            </a:r>
          </a:p>
          <a:p>
            <a:pPr eaLnBrk="1" hangingPunct="1"/>
            <a:r>
              <a:rPr lang="en-US" altLang="en-US"/>
              <a:t>Differences are resolved by discussion</a:t>
            </a:r>
          </a:p>
          <a:p>
            <a:pPr eaLnBrk="1" hangingPunct="1"/>
            <a:r>
              <a:rPr lang="en-US" altLang="en-US"/>
              <a:t>It is </a:t>
            </a:r>
            <a:r>
              <a:rPr lang="en-US" altLang="en-US">
                <a:solidFill>
                  <a:schemeClr val="tx2"/>
                </a:solidFill>
              </a:rPr>
              <a:t>not</a:t>
            </a:r>
            <a:r>
              <a:rPr lang="en-US" altLang="en-US"/>
              <a:t> </a:t>
            </a:r>
          </a:p>
          <a:p>
            <a:pPr lvl="1" eaLnBrk="1" hangingPunct="1"/>
            <a:r>
              <a:rPr lang="en-US" altLang="en-US"/>
              <a:t>Estimation by committee</a:t>
            </a:r>
          </a:p>
          <a:p>
            <a:pPr lvl="1" eaLnBrk="1" hangingPunct="1"/>
            <a:r>
              <a:rPr lang="en-US" altLang="en-US"/>
              <a:t>An averaging of the independent estimates</a:t>
            </a:r>
          </a:p>
        </p:txBody>
      </p:sp>
      <p:sp>
        <p:nvSpPr>
          <p:cNvPr id="19460" name="Date Placeholder 3">
            <a:extLst>
              <a:ext uri="{FF2B5EF4-FFF2-40B4-BE49-F238E27FC236}">
                <a16:creationId xmlns:a16="http://schemas.microsoft.com/office/drawing/2014/main" id="{4BB3BFFE-CB1E-4678-67E3-D72D92B14A69}"/>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a:latin typeface="Arial" panose="020B0604020202020204" pitchFamily="34" charset="0"/>
              </a:rPr>
              <a:t> </a:t>
            </a:r>
          </a:p>
        </p:txBody>
      </p:sp>
      <p:sp>
        <p:nvSpPr>
          <p:cNvPr id="19461" name="Slide Number Placeholder 1">
            <a:extLst>
              <a:ext uri="{FF2B5EF4-FFF2-40B4-BE49-F238E27FC236}">
                <a16:creationId xmlns:a16="http://schemas.microsoft.com/office/drawing/2014/main" id="{B406C8CD-8247-0F55-1444-62FDF41D263D}"/>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4CFEC62-00F1-DE49-A2D3-0E3E033F0DCC}" type="slidenum">
              <a:rPr lang="en-US" altLang="en-US" sz="1400"/>
              <a:pPr>
                <a:spcBef>
                  <a:spcPct val="0"/>
                </a:spcBef>
                <a:buFontTx/>
                <a:buNone/>
              </a:pPr>
              <a:t>11</a:t>
            </a:fld>
            <a:endParaRPr lang="en-US" altLang="en-US" sz="14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5" name="Rectangle 2">
            <a:extLst>
              <a:ext uri="{FF2B5EF4-FFF2-40B4-BE49-F238E27FC236}">
                <a16:creationId xmlns:a16="http://schemas.microsoft.com/office/drawing/2014/main" id="{A31F0633-74CE-1AF0-A172-073E896F96DD}"/>
              </a:ext>
            </a:extLst>
          </p:cNvPr>
          <p:cNvSpPr>
            <a:spLocks noGrp="1" noChangeArrowheads="1"/>
          </p:cNvSpPr>
          <p:nvPr>
            <p:ph type="title"/>
          </p:nvPr>
        </p:nvSpPr>
        <p:spPr/>
        <p:txBody>
          <a:bodyPr/>
          <a:lstStyle/>
          <a:p>
            <a:pPr eaLnBrk="1" hangingPunct="1">
              <a:defRPr/>
            </a:pPr>
            <a:r>
              <a:rPr lang="en-US"/>
              <a:t>Estimation by Analogy</a:t>
            </a:r>
          </a:p>
        </p:txBody>
      </p:sp>
      <p:sp>
        <p:nvSpPr>
          <p:cNvPr id="20483" name="Rectangle 3">
            <a:extLst>
              <a:ext uri="{FF2B5EF4-FFF2-40B4-BE49-F238E27FC236}">
                <a16:creationId xmlns:a16="http://schemas.microsoft.com/office/drawing/2014/main" id="{9DFB3660-F33F-148D-DC7B-5DDF8097671D}"/>
              </a:ext>
            </a:extLst>
          </p:cNvPr>
          <p:cNvSpPr>
            <a:spLocks noGrp="1" noChangeArrowheads="1"/>
          </p:cNvSpPr>
          <p:nvPr>
            <p:ph idx="1"/>
          </p:nvPr>
        </p:nvSpPr>
        <p:spPr/>
        <p:txBody>
          <a:bodyPr/>
          <a:lstStyle/>
          <a:p>
            <a:pPr eaLnBrk="1" hangingPunct="1"/>
            <a:r>
              <a:rPr lang="en-US" altLang="en-US"/>
              <a:t>Cost of a new project is estimated by analogy to similar systems previously developed</a:t>
            </a:r>
          </a:p>
          <a:p>
            <a:pPr lvl="1" eaLnBrk="1" hangingPunct="1"/>
            <a:r>
              <a:rPr lang="en-US" altLang="en-US"/>
              <a:t>Identify differences and estimate cost of these differences</a:t>
            </a:r>
          </a:p>
          <a:p>
            <a:pPr eaLnBrk="1" hangingPunct="1"/>
            <a:r>
              <a:rPr lang="en-US" altLang="en-US"/>
              <a:t>How to handle no previously developed similar systems?</a:t>
            </a:r>
          </a:p>
          <a:p>
            <a:pPr eaLnBrk="1" hangingPunct="1"/>
            <a:r>
              <a:rPr lang="en-US" altLang="en-US"/>
              <a:t>What about changes in development environment?</a:t>
            </a:r>
          </a:p>
          <a:p>
            <a:pPr lvl="1" eaLnBrk="1" hangingPunct="1"/>
            <a:r>
              <a:rPr lang="en-US" altLang="en-US"/>
              <a:t>How to handle employee turnover?</a:t>
            </a:r>
          </a:p>
          <a:p>
            <a:pPr lvl="1" eaLnBrk="1" hangingPunct="1"/>
            <a:r>
              <a:rPr lang="en-US" altLang="en-US"/>
              <a:t>How to handle new language, case tools, …</a:t>
            </a:r>
          </a:p>
        </p:txBody>
      </p:sp>
      <p:sp>
        <p:nvSpPr>
          <p:cNvPr id="20484" name="Date Placeholder 3">
            <a:extLst>
              <a:ext uri="{FF2B5EF4-FFF2-40B4-BE49-F238E27FC236}">
                <a16:creationId xmlns:a16="http://schemas.microsoft.com/office/drawing/2014/main" id="{F84D9192-A6C3-CEE5-FD2E-1745F839A95E}"/>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a:latin typeface="Arial" panose="020B0604020202020204" pitchFamily="34" charset="0"/>
              </a:rPr>
              <a:t> </a:t>
            </a:r>
          </a:p>
        </p:txBody>
      </p:sp>
      <p:sp>
        <p:nvSpPr>
          <p:cNvPr id="20485" name="Slide Number Placeholder 1">
            <a:extLst>
              <a:ext uri="{FF2B5EF4-FFF2-40B4-BE49-F238E27FC236}">
                <a16:creationId xmlns:a16="http://schemas.microsoft.com/office/drawing/2014/main" id="{B9C02D7D-3984-22EC-31CC-BBFB7D4A39DD}"/>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B17E6EFC-919D-A442-AD37-67D512CBD735}" type="slidenum">
              <a:rPr lang="en-US" altLang="en-US" sz="1400"/>
              <a:pPr>
                <a:spcBef>
                  <a:spcPct val="0"/>
                </a:spcBef>
                <a:buFontTx/>
                <a:buNone/>
              </a:pPr>
              <a:t>12</a:t>
            </a:fld>
            <a:endParaRPr lang="en-US" altLang="en-US" sz="14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9" name="Rectangle 2">
            <a:extLst>
              <a:ext uri="{FF2B5EF4-FFF2-40B4-BE49-F238E27FC236}">
                <a16:creationId xmlns:a16="http://schemas.microsoft.com/office/drawing/2014/main" id="{9B44BCD8-E978-626C-1853-8EF63FF024AA}"/>
              </a:ext>
            </a:extLst>
          </p:cNvPr>
          <p:cNvSpPr>
            <a:spLocks noGrp="1" noChangeArrowheads="1"/>
          </p:cNvSpPr>
          <p:nvPr>
            <p:ph type="title"/>
          </p:nvPr>
        </p:nvSpPr>
        <p:spPr/>
        <p:txBody>
          <a:bodyPr/>
          <a:lstStyle/>
          <a:p>
            <a:pPr eaLnBrk="1" hangingPunct="1">
              <a:defRPr/>
            </a:pPr>
            <a:r>
              <a:rPr lang="en-US"/>
              <a:t>Pricing to Win</a:t>
            </a:r>
          </a:p>
        </p:txBody>
      </p:sp>
      <p:sp>
        <p:nvSpPr>
          <p:cNvPr id="21507" name="Rectangle 3">
            <a:extLst>
              <a:ext uri="{FF2B5EF4-FFF2-40B4-BE49-F238E27FC236}">
                <a16:creationId xmlns:a16="http://schemas.microsoft.com/office/drawing/2014/main" id="{225E8BC5-BF3D-1FCD-F474-E36AAA05DED6}"/>
              </a:ext>
            </a:extLst>
          </p:cNvPr>
          <p:cNvSpPr>
            <a:spLocks noGrp="1" noChangeArrowheads="1"/>
          </p:cNvSpPr>
          <p:nvPr>
            <p:ph idx="1"/>
          </p:nvPr>
        </p:nvSpPr>
        <p:spPr/>
        <p:txBody>
          <a:bodyPr/>
          <a:lstStyle/>
          <a:p>
            <a:pPr eaLnBrk="1" hangingPunct="1"/>
            <a:r>
              <a:rPr lang="en-US" altLang="en-US"/>
              <a:t>The cost is what you believe the customer is willing to spend</a:t>
            </a:r>
          </a:p>
          <a:p>
            <a:pPr eaLnBrk="1" hangingPunct="1"/>
            <a:r>
              <a:rPr lang="en-US" altLang="en-US"/>
              <a:t>What circumstances would lead  you to price a project this way?</a:t>
            </a:r>
          </a:p>
        </p:txBody>
      </p:sp>
      <p:sp>
        <p:nvSpPr>
          <p:cNvPr id="21508" name="Date Placeholder 3">
            <a:extLst>
              <a:ext uri="{FF2B5EF4-FFF2-40B4-BE49-F238E27FC236}">
                <a16:creationId xmlns:a16="http://schemas.microsoft.com/office/drawing/2014/main" id="{9CDF1CB9-A94E-B4AA-0158-E69F0C690A10}"/>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a:latin typeface="Arial" panose="020B0604020202020204" pitchFamily="34" charset="0"/>
              </a:rPr>
              <a:t> </a:t>
            </a:r>
          </a:p>
        </p:txBody>
      </p:sp>
      <p:sp>
        <p:nvSpPr>
          <p:cNvPr id="21509" name="Slide Number Placeholder 1">
            <a:extLst>
              <a:ext uri="{FF2B5EF4-FFF2-40B4-BE49-F238E27FC236}">
                <a16:creationId xmlns:a16="http://schemas.microsoft.com/office/drawing/2014/main" id="{8DB8ABDA-CEEF-37CF-5B0C-C6B7182C0C44}"/>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A40702B-2994-2942-B011-8F533589A5BB}" type="slidenum">
              <a:rPr lang="en-US" altLang="en-US" sz="1400"/>
              <a:pPr>
                <a:spcBef>
                  <a:spcPct val="0"/>
                </a:spcBef>
                <a:buFontTx/>
                <a:buNone/>
              </a:pPr>
              <a:t>13</a:t>
            </a:fld>
            <a:endParaRPr lang="en-US" altLang="en-US" sz="14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3" name="Rectangle 2">
            <a:extLst>
              <a:ext uri="{FF2B5EF4-FFF2-40B4-BE49-F238E27FC236}">
                <a16:creationId xmlns:a16="http://schemas.microsoft.com/office/drawing/2014/main" id="{64721C14-C566-709E-ACA1-4C338F8B9479}"/>
              </a:ext>
            </a:extLst>
          </p:cNvPr>
          <p:cNvSpPr>
            <a:spLocks noGrp="1" noChangeArrowheads="1"/>
          </p:cNvSpPr>
          <p:nvPr>
            <p:ph type="title"/>
          </p:nvPr>
        </p:nvSpPr>
        <p:spPr/>
        <p:txBody>
          <a:bodyPr/>
          <a:lstStyle/>
          <a:p>
            <a:pPr eaLnBrk="1" hangingPunct="1">
              <a:defRPr/>
            </a:pPr>
            <a:r>
              <a:rPr lang="en-US"/>
              <a:t>Parkinson Pricing</a:t>
            </a:r>
          </a:p>
        </p:txBody>
      </p:sp>
      <p:sp>
        <p:nvSpPr>
          <p:cNvPr id="23555" name="Rectangle 3">
            <a:extLst>
              <a:ext uri="{FF2B5EF4-FFF2-40B4-BE49-F238E27FC236}">
                <a16:creationId xmlns:a16="http://schemas.microsoft.com/office/drawing/2014/main" id="{2A6B0ADF-991B-3D52-64E2-8AB9A4E1E6F4}"/>
              </a:ext>
            </a:extLst>
          </p:cNvPr>
          <p:cNvSpPr>
            <a:spLocks noGrp="1" noChangeArrowheads="1"/>
          </p:cNvSpPr>
          <p:nvPr>
            <p:ph idx="1"/>
          </p:nvPr>
        </p:nvSpPr>
        <p:spPr/>
        <p:txBody>
          <a:bodyPr/>
          <a:lstStyle/>
          <a:p>
            <a:pPr eaLnBrk="1" hangingPunct="1">
              <a:lnSpc>
                <a:spcPct val="90000"/>
              </a:lnSpc>
            </a:pPr>
            <a:r>
              <a:rPr lang="en-US" altLang="en-US"/>
              <a:t>Parkinson’s Law</a:t>
            </a:r>
          </a:p>
          <a:p>
            <a:pPr lvl="1" eaLnBrk="1" hangingPunct="1">
              <a:lnSpc>
                <a:spcPct val="90000"/>
              </a:lnSpc>
            </a:pPr>
            <a:r>
              <a:rPr lang="en-US" altLang="en-US"/>
              <a:t>Parkinson’s Law – The work expands to fill the time available</a:t>
            </a:r>
          </a:p>
          <a:p>
            <a:pPr eaLnBrk="1" hangingPunct="1">
              <a:lnSpc>
                <a:spcPct val="90000"/>
              </a:lnSpc>
            </a:pPr>
            <a:r>
              <a:rPr lang="en-US" altLang="en-US"/>
              <a:t>Cost is determined by available resources rather than by objective analysis </a:t>
            </a:r>
          </a:p>
          <a:p>
            <a:pPr eaLnBrk="1" hangingPunct="1">
              <a:lnSpc>
                <a:spcPct val="90000"/>
              </a:lnSpc>
            </a:pPr>
            <a:r>
              <a:rPr lang="en-US" altLang="en-US"/>
              <a:t>Example</a:t>
            </a:r>
          </a:p>
          <a:p>
            <a:pPr lvl="1" eaLnBrk="1" hangingPunct="1">
              <a:lnSpc>
                <a:spcPct val="90000"/>
              </a:lnSpc>
            </a:pPr>
            <a:r>
              <a:rPr lang="en-US" altLang="en-US"/>
              <a:t>If the software is needed in 1 year and you have 5 developers available to work on the project, the effort is 60 man-months</a:t>
            </a:r>
          </a:p>
        </p:txBody>
      </p:sp>
      <p:sp>
        <p:nvSpPr>
          <p:cNvPr id="23556" name="Date Placeholder 3">
            <a:extLst>
              <a:ext uri="{FF2B5EF4-FFF2-40B4-BE49-F238E27FC236}">
                <a16:creationId xmlns:a16="http://schemas.microsoft.com/office/drawing/2014/main" id="{63E03316-848A-BABC-9A00-6F4A4672F5FA}"/>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a:latin typeface="Arial" panose="020B0604020202020204" pitchFamily="34" charset="0"/>
              </a:rPr>
              <a:t> </a:t>
            </a:r>
          </a:p>
        </p:txBody>
      </p:sp>
      <p:sp>
        <p:nvSpPr>
          <p:cNvPr id="23557" name="Slide Number Placeholder 1">
            <a:extLst>
              <a:ext uri="{FF2B5EF4-FFF2-40B4-BE49-F238E27FC236}">
                <a16:creationId xmlns:a16="http://schemas.microsoft.com/office/drawing/2014/main" id="{35B422BB-1D86-DFDC-3BF8-DFC1E3BDEE6C}"/>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BB7C604C-3F80-6943-B6A5-A5F56F621B4F}" type="slidenum">
              <a:rPr lang="en-US" altLang="en-US" sz="1400"/>
              <a:pPr>
                <a:spcBef>
                  <a:spcPct val="0"/>
                </a:spcBef>
                <a:buFontTx/>
                <a:buNone/>
              </a:pPr>
              <a:t>14</a:t>
            </a:fld>
            <a:endParaRPr lang="en-US" altLang="en-US" sz="14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7" name="Rectangle 2">
            <a:extLst>
              <a:ext uri="{FF2B5EF4-FFF2-40B4-BE49-F238E27FC236}">
                <a16:creationId xmlns:a16="http://schemas.microsoft.com/office/drawing/2014/main" id="{77C80776-0711-0E72-919C-8F7EDCBE5247}"/>
              </a:ext>
            </a:extLst>
          </p:cNvPr>
          <p:cNvSpPr>
            <a:spLocks noGrp="1" noChangeArrowheads="1"/>
          </p:cNvSpPr>
          <p:nvPr>
            <p:ph type="title"/>
          </p:nvPr>
        </p:nvSpPr>
        <p:spPr/>
        <p:txBody>
          <a:bodyPr/>
          <a:lstStyle/>
          <a:p>
            <a:pPr eaLnBrk="1" hangingPunct="1">
              <a:defRPr/>
            </a:pPr>
            <a:r>
              <a:rPr lang="en-US"/>
              <a:t>Importance of Deviation</a:t>
            </a:r>
          </a:p>
        </p:txBody>
      </p:sp>
      <p:sp>
        <p:nvSpPr>
          <p:cNvPr id="24579" name="Rectangle 3">
            <a:extLst>
              <a:ext uri="{FF2B5EF4-FFF2-40B4-BE49-F238E27FC236}">
                <a16:creationId xmlns:a16="http://schemas.microsoft.com/office/drawing/2014/main" id="{E75EFF3E-582C-4A8C-6FF0-166D4DC1EA0F}"/>
              </a:ext>
            </a:extLst>
          </p:cNvPr>
          <p:cNvSpPr>
            <a:spLocks noGrp="1" noChangeArrowheads="1"/>
          </p:cNvSpPr>
          <p:nvPr>
            <p:ph idx="1"/>
          </p:nvPr>
        </p:nvSpPr>
        <p:spPr/>
        <p:txBody>
          <a:bodyPr/>
          <a:lstStyle/>
          <a:p>
            <a:pPr eaLnBrk="1" hangingPunct="1">
              <a:lnSpc>
                <a:spcPct val="90000"/>
              </a:lnSpc>
            </a:pPr>
            <a:r>
              <a:rPr lang="en-US" altLang="en-US"/>
              <a:t>It is important to identify changes from previous projects, especially when employing</a:t>
            </a:r>
          </a:p>
          <a:p>
            <a:pPr lvl="1" eaLnBrk="1" hangingPunct="1">
              <a:lnSpc>
                <a:spcPct val="90000"/>
              </a:lnSpc>
            </a:pPr>
            <a:r>
              <a:rPr lang="en-US" altLang="en-US"/>
              <a:t>Expert Judgment or</a:t>
            </a:r>
          </a:p>
          <a:p>
            <a:pPr lvl="1" eaLnBrk="1" hangingPunct="1">
              <a:lnSpc>
                <a:spcPct val="90000"/>
              </a:lnSpc>
            </a:pPr>
            <a:r>
              <a:rPr lang="en-US" altLang="en-US"/>
              <a:t>Estimation by Analogy</a:t>
            </a:r>
          </a:p>
          <a:p>
            <a:r>
              <a:rPr lang="en-US" altLang="en-US"/>
              <a:t>Failure to identify change and account for its influence</a:t>
            </a:r>
          </a:p>
          <a:p>
            <a:pPr lvl="1"/>
            <a:r>
              <a:rPr lang="en-US" altLang="en-US"/>
              <a:t>Distorts the estimate</a:t>
            </a:r>
          </a:p>
          <a:p>
            <a:pPr lvl="2"/>
            <a:r>
              <a:rPr lang="en-US" altLang="en-US" sz="2000"/>
              <a:t>Perhaps to the point that the estimate is of little value</a:t>
            </a:r>
          </a:p>
          <a:p>
            <a:pPr eaLnBrk="1" hangingPunct="1">
              <a:lnSpc>
                <a:spcPct val="90000"/>
              </a:lnSpc>
            </a:pPr>
            <a:endParaRPr lang="tr-TR" altLang="en-US"/>
          </a:p>
        </p:txBody>
      </p:sp>
      <p:sp>
        <p:nvSpPr>
          <p:cNvPr id="24580" name="Date Placeholder 3">
            <a:extLst>
              <a:ext uri="{FF2B5EF4-FFF2-40B4-BE49-F238E27FC236}">
                <a16:creationId xmlns:a16="http://schemas.microsoft.com/office/drawing/2014/main" id="{89B5E157-8AE8-AED2-F886-7B797F41F5A3}"/>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a:latin typeface="Arial" panose="020B0604020202020204" pitchFamily="34" charset="0"/>
              </a:rPr>
              <a:t> </a:t>
            </a:r>
          </a:p>
        </p:txBody>
      </p:sp>
      <p:sp>
        <p:nvSpPr>
          <p:cNvPr id="24581" name="Slide Number Placeholder 1">
            <a:extLst>
              <a:ext uri="{FF2B5EF4-FFF2-40B4-BE49-F238E27FC236}">
                <a16:creationId xmlns:a16="http://schemas.microsoft.com/office/drawing/2014/main" id="{C099A508-2985-75D5-0E16-94B9043CF476}"/>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975AF1F-1076-374D-85D3-85BF109FEF16}" type="slidenum">
              <a:rPr lang="en-US" altLang="en-US" sz="1400"/>
              <a:pPr>
                <a:spcBef>
                  <a:spcPct val="0"/>
                </a:spcBef>
                <a:buFontTx/>
                <a:buNone/>
              </a:pPr>
              <a:t>15</a:t>
            </a:fld>
            <a:endParaRPr lang="en-US" altLang="en-US" sz="14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1" name="Rectangle 2">
            <a:extLst>
              <a:ext uri="{FF2B5EF4-FFF2-40B4-BE49-F238E27FC236}">
                <a16:creationId xmlns:a16="http://schemas.microsoft.com/office/drawing/2014/main" id="{0027C202-17D6-75F0-FA00-4A4DEB21C499}"/>
              </a:ext>
            </a:extLst>
          </p:cNvPr>
          <p:cNvSpPr>
            <a:spLocks noGrp="1" noChangeArrowheads="1"/>
          </p:cNvSpPr>
          <p:nvPr>
            <p:ph type="title"/>
          </p:nvPr>
        </p:nvSpPr>
        <p:spPr>
          <a:xfrm>
            <a:off x="609600" y="228600"/>
            <a:ext cx="8077200" cy="762000"/>
          </a:xfrm>
        </p:spPr>
        <p:txBody>
          <a:bodyPr/>
          <a:lstStyle/>
          <a:p>
            <a:pPr eaLnBrk="1" hangingPunct="1">
              <a:defRPr/>
            </a:pPr>
            <a:r>
              <a:rPr lang="en-US"/>
              <a:t>Importance of Deviation (cont)</a:t>
            </a:r>
          </a:p>
        </p:txBody>
      </p:sp>
      <p:sp>
        <p:nvSpPr>
          <p:cNvPr id="14342" name="Rectangle 3">
            <a:extLst>
              <a:ext uri="{FF2B5EF4-FFF2-40B4-BE49-F238E27FC236}">
                <a16:creationId xmlns:a16="http://schemas.microsoft.com/office/drawing/2014/main" id="{26CA2A4C-BE87-EDA2-6D16-D3285B685F1B}"/>
              </a:ext>
            </a:extLst>
          </p:cNvPr>
          <p:cNvSpPr>
            <a:spLocks noGrp="1" noChangeArrowheads="1"/>
          </p:cNvSpPr>
          <p:nvPr>
            <p:ph idx="1"/>
          </p:nvPr>
        </p:nvSpPr>
        <p:spPr/>
        <p:txBody>
          <a:bodyPr/>
          <a:lstStyle/>
          <a:p>
            <a:pPr>
              <a:defRPr/>
            </a:pPr>
            <a:r>
              <a:rPr lang="en-US" dirty="0"/>
              <a:t>Examples of change affecting estimates</a:t>
            </a:r>
          </a:p>
          <a:p>
            <a:pPr lvl="1">
              <a:defRPr/>
            </a:pPr>
            <a:r>
              <a:rPr lang="en-US" dirty="0"/>
              <a:t>Object-oriented versus structured techniques</a:t>
            </a:r>
          </a:p>
          <a:p>
            <a:pPr lvl="1">
              <a:defRPr/>
            </a:pPr>
            <a:r>
              <a:rPr lang="en-US" dirty="0"/>
              <a:t>Client-server systems versus stand-alone applications</a:t>
            </a:r>
          </a:p>
          <a:p>
            <a:pPr lvl="1">
              <a:defRPr/>
            </a:pPr>
            <a:r>
              <a:rPr lang="en-US" dirty="0"/>
              <a:t>COTS components versus developed components</a:t>
            </a:r>
          </a:p>
          <a:p>
            <a:pPr lvl="1">
              <a:defRPr/>
            </a:pPr>
            <a:r>
              <a:rPr lang="en-US" dirty="0"/>
              <a:t>Reuse versus all new development</a:t>
            </a:r>
          </a:p>
          <a:p>
            <a:pPr lvl="1">
              <a:defRPr/>
            </a:pPr>
            <a:r>
              <a:rPr lang="en-US" dirty="0"/>
              <a:t>CASE tools / code generators versus unsupported development</a:t>
            </a:r>
          </a:p>
          <a:p>
            <a:pPr marL="0" indent="0" eaLnBrk="1" hangingPunct="1">
              <a:buFontTx/>
              <a:buNone/>
              <a:defRPr/>
            </a:pPr>
            <a:endParaRPr lang="en-US" dirty="0"/>
          </a:p>
        </p:txBody>
      </p:sp>
      <p:sp>
        <p:nvSpPr>
          <p:cNvPr id="25604" name="Date Placeholder 3">
            <a:extLst>
              <a:ext uri="{FF2B5EF4-FFF2-40B4-BE49-F238E27FC236}">
                <a16:creationId xmlns:a16="http://schemas.microsoft.com/office/drawing/2014/main" id="{C2B70702-FA53-55F6-464E-F3BA885083A6}"/>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a:latin typeface="Arial" panose="020B0604020202020204" pitchFamily="34" charset="0"/>
              </a:rPr>
              <a:t> </a:t>
            </a:r>
          </a:p>
        </p:txBody>
      </p:sp>
      <p:sp>
        <p:nvSpPr>
          <p:cNvPr id="25605" name="Slide Number Placeholder 1">
            <a:extLst>
              <a:ext uri="{FF2B5EF4-FFF2-40B4-BE49-F238E27FC236}">
                <a16:creationId xmlns:a16="http://schemas.microsoft.com/office/drawing/2014/main" id="{E2E4C9B3-2091-D3B7-CE17-989F7BD60CF4}"/>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D988E46-4E6D-F541-9784-A590F0E8783B}" type="slidenum">
              <a:rPr lang="en-US" altLang="en-US" sz="1400"/>
              <a:pPr>
                <a:spcBef>
                  <a:spcPct val="0"/>
                </a:spcBef>
                <a:buFontTx/>
                <a:buNone/>
              </a:pPr>
              <a:t>16</a:t>
            </a:fld>
            <a:endParaRPr lang="en-US" altLang="en-US" sz="14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Rectangle 2">
            <a:extLst>
              <a:ext uri="{FF2B5EF4-FFF2-40B4-BE49-F238E27FC236}">
                <a16:creationId xmlns:a16="http://schemas.microsoft.com/office/drawing/2014/main" id="{8483BF23-B06C-1B86-404F-10CC70ED324F}"/>
              </a:ext>
            </a:extLst>
          </p:cNvPr>
          <p:cNvSpPr>
            <a:spLocks noGrp="1" noChangeArrowheads="1"/>
          </p:cNvSpPr>
          <p:nvPr>
            <p:ph type="title"/>
          </p:nvPr>
        </p:nvSpPr>
        <p:spPr/>
        <p:txBody>
          <a:bodyPr/>
          <a:lstStyle/>
          <a:p>
            <a:pPr eaLnBrk="1" hangingPunct="1">
              <a:defRPr/>
            </a:pPr>
            <a:r>
              <a:rPr lang="en-US"/>
              <a:t>Algorithmic Models</a:t>
            </a:r>
          </a:p>
        </p:txBody>
      </p:sp>
      <p:sp>
        <p:nvSpPr>
          <p:cNvPr id="26627" name="Rectangle 3">
            <a:extLst>
              <a:ext uri="{FF2B5EF4-FFF2-40B4-BE49-F238E27FC236}">
                <a16:creationId xmlns:a16="http://schemas.microsoft.com/office/drawing/2014/main" id="{B0599077-EDFA-8DD9-5ED9-3E0623B854EA}"/>
              </a:ext>
            </a:extLst>
          </p:cNvPr>
          <p:cNvSpPr>
            <a:spLocks noGrp="1" noChangeArrowheads="1"/>
          </p:cNvSpPr>
          <p:nvPr>
            <p:ph idx="1"/>
          </p:nvPr>
        </p:nvSpPr>
        <p:spPr/>
        <p:txBody>
          <a:bodyPr/>
          <a:lstStyle/>
          <a:p>
            <a:pPr eaLnBrk="1" hangingPunct="1"/>
            <a:r>
              <a:rPr lang="en-US" altLang="en-US"/>
              <a:t>A formula (or set of formulae) is evaluated to provide an estimate</a:t>
            </a:r>
          </a:p>
          <a:p>
            <a:pPr eaLnBrk="1" hangingPunct="1"/>
            <a:r>
              <a:rPr lang="en-US" altLang="en-US"/>
              <a:t>Size or functionality metrics are the independent variables</a:t>
            </a:r>
          </a:p>
          <a:p>
            <a:pPr eaLnBrk="1" hangingPunct="1"/>
            <a:r>
              <a:rPr lang="en-US" altLang="en-US"/>
              <a:t>Constants in the formula are based upon historic cost data</a:t>
            </a:r>
          </a:p>
        </p:txBody>
      </p:sp>
      <p:sp>
        <p:nvSpPr>
          <p:cNvPr id="26628" name="Date Placeholder 3">
            <a:extLst>
              <a:ext uri="{FF2B5EF4-FFF2-40B4-BE49-F238E27FC236}">
                <a16:creationId xmlns:a16="http://schemas.microsoft.com/office/drawing/2014/main" id="{79486983-BDBE-7C96-49A7-8F0C0B12499D}"/>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a:latin typeface="Arial" panose="020B0604020202020204" pitchFamily="34" charset="0"/>
              </a:rPr>
              <a:t> </a:t>
            </a:r>
          </a:p>
        </p:txBody>
      </p:sp>
      <p:sp>
        <p:nvSpPr>
          <p:cNvPr id="26629" name="Slide Number Placeholder 1">
            <a:extLst>
              <a:ext uri="{FF2B5EF4-FFF2-40B4-BE49-F238E27FC236}">
                <a16:creationId xmlns:a16="http://schemas.microsoft.com/office/drawing/2014/main" id="{EDE62F3C-A919-26E6-3586-D2DC43388A50}"/>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0B7CF5C-FE1A-9249-96A4-C56FE3425057}" type="slidenum">
              <a:rPr lang="en-US" altLang="en-US" sz="1400"/>
              <a:pPr>
                <a:spcBef>
                  <a:spcPct val="0"/>
                </a:spcBef>
                <a:buFontTx/>
                <a:buNone/>
              </a:pPr>
              <a:t>17</a:t>
            </a:fld>
            <a:endParaRPr lang="en-US" altLang="en-US" sz="14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5" name="Rectangle 2">
            <a:extLst>
              <a:ext uri="{FF2B5EF4-FFF2-40B4-BE49-F238E27FC236}">
                <a16:creationId xmlns:a16="http://schemas.microsoft.com/office/drawing/2014/main" id="{9F2A9BD4-A3E1-FFE0-F1CF-B6D1C70C712C}"/>
              </a:ext>
            </a:extLst>
          </p:cNvPr>
          <p:cNvSpPr>
            <a:spLocks noGrp="1" noChangeArrowheads="1"/>
          </p:cNvSpPr>
          <p:nvPr>
            <p:ph type="title"/>
          </p:nvPr>
        </p:nvSpPr>
        <p:spPr/>
        <p:txBody>
          <a:bodyPr/>
          <a:lstStyle/>
          <a:p>
            <a:pPr eaLnBrk="1" hangingPunct="1">
              <a:defRPr/>
            </a:pPr>
            <a:r>
              <a:rPr lang="en-US"/>
              <a:t>Algorithmic Cost Modeling</a:t>
            </a:r>
          </a:p>
        </p:txBody>
      </p:sp>
      <p:sp>
        <p:nvSpPr>
          <p:cNvPr id="27651" name="Rectangle 3">
            <a:extLst>
              <a:ext uri="{FF2B5EF4-FFF2-40B4-BE49-F238E27FC236}">
                <a16:creationId xmlns:a16="http://schemas.microsoft.com/office/drawing/2014/main" id="{6CAFA9FA-76E5-1C7C-6F56-E105041733AA}"/>
              </a:ext>
            </a:extLst>
          </p:cNvPr>
          <p:cNvSpPr>
            <a:spLocks noGrp="1" noChangeArrowheads="1"/>
          </p:cNvSpPr>
          <p:nvPr>
            <p:ph idx="1"/>
          </p:nvPr>
        </p:nvSpPr>
        <p:spPr/>
        <p:txBody>
          <a:bodyPr/>
          <a:lstStyle/>
          <a:p>
            <a:pPr eaLnBrk="1" hangingPunct="1"/>
            <a:r>
              <a:rPr lang="en-US" altLang="en-US"/>
              <a:t>The most systematic approach to cost modeling</a:t>
            </a:r>
          </a:p>
          <a:p>
            <a:pPr lvl="1" eaLnBrk="1" hangingPunct="1"/>
            <a:r>
              <a:rPr lang="en-US" altLang="en-US"/>
              <a:t>The most precise method, but</a:t>
            </a:r>
          </a:p>
          <a:p>
            <a:pPr lvl="1" eaLnBrk="1" hangingPunct="1"/>
            <a:r>
              <a:rPr lang="en-US" altLang="en-US"/>
              <a:t>Don’t confuse with the most accurate</a:t>
            </a:r>
          </a:p>
          <a:p>
            <a:pPr eaLnBrk="1" hangingPunct="1"/>
            <a:r>
              <a:rPr lang="en-US" altLang="en-US"/>
              <a:t>A formula or set of formulae is used to predict cost based on </a:t>
            </a:r>
            <a:r>
              <a:rPr lang="en-US" altLang="en-US" i="1"/>
              <a:t>project size</a:t>
            </a:r>
            <a:r>
              <a:rPr lang="en-US" altLang="en-US"/>
              <a:t>, and sometimes other project factors</a:t>
            </a:r>
          </a:p>
          <a:p>
            <a:pPr eaLnBrk="1" hangingPunct="1"/>
            <a:r>
              <a:rPr lang="en-US" altLang="en-US"/>
              <a:t>Most algorithmic cost models have an </a:t>
            </a:r>
            <a:r>
              <a:rPr lang="en-US" altLang="en-US" i="1"/>
              <a:t>exponential component</a:t>
            </a:r>
          </a:p>
          <a:p>
            <a:pPr lvl="1" eaLnBrk="1" hangingPunct="1"/>
            <a:r>
              <a:rPr lang="en-US" altLang="en-US"/>
              <a:t>Realizing that cost does not scale linearly with size</a:t>
            </a:r>
          </a:p>
        </p:txBody>
      </p:sp>
      <p:sp>
        <p:nvSpPr>
          <p:cNvPr id="27652" name="Date Placeholder 3">
            <a:extLst>
              <a:ext uri="{FF2B5EF4-FFF2-40B4-BE49-F238E27FC236}">
                <a16:creationId xmlns:a16="http://schemas.microsoft.com/office/drawing/2014/main" id="{40F79672-D4D6-F393-F1A4-DD2EE606495F}"/>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a:latin typeface="Arial" panose="020B0604020202020204" pitchFamily="34" charset="0"/>
              </a:rPr>
              <a:t> </a:t>
            </a:r>
          </a:p>
        </p:txBody>
      </p:sp>
      <p:sp>
        <p:nvSpPr>
          <p:cNvPr id="27653" name="Slide Number Placeholder 1">
            <a:extLst>
              <a:ext uri="{FF2B5EF4-FFF2-40B4-BE49-F238E27FC236}">
                <a16:creationId xmlns:a16="http://schemas.microsoft.com/office/drawing/2014/main" id="{A361C0F1-6531-E2B2-B8FC-F8BC9D43AD10}"/>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027ED21-39B6-4D43-B151-9A2F6A44CE7A}" type="slidenum">
              <a:rPr lang="en-US" altLang="en-US" sz="1400"/>
              <a:pPr>
                <a:spcBef>
                  <a:spcPct val="0"/>
                </a:spcBef>
                <a:buFontTx/>
                <a:buNone/>
              </a:pPr>
              <a:t>18</a:t>
            </a:fld>
            <a:endParaRPr lang="en-US" altLang="en-US" sz="14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68534-E8A1-CA40-C4D0-7020535E6D90}"/>
              </a:ext>
            </a:extLst>
          </p:cNvPr>
          <p:cNvSpPr>
            <a:spLocks noGrp="1"/>
          </p:cNvSpPr>
          <p:nvPr>
            <p:ph type="title"/>
          </p:nvPr>
        </p:nvSpPr>
        <p:spPr/>
        <p:txBody>
          <a:bodyPr/>
          <a:lstStyle/>
          <a:p>
            <a:pPr>
              <a:defRPr/>
            </a:pPr>
            <a:endParaRPr lang="en-US"/>
          </a:p>
        </p:txBody>
      </p:sp>
      <p:sp>
        <p:nvSpPr>
          <p:cNvPr id="28675" name="Content Placeholder 5">
            <a:extLst>
              <a:ext uri="{FF2B5EF4-FFF2-40B4-BE49-F238E27FC236}">
                <a16:creationId xmlns:a16="http://schemas.microsoft.com/office/drawing/2014/main" id="{C9AFE172-7F1A-75B9-CC90-20E65349308A}"/>
              </a:ext>
            </a:extLst>
          </p:cNvPr>
          <p:cNvSpPr>
            <a:spLocks noGrp="1"/>
          </p:cNvSpPr>
          <p:nvPr>
            <p:ph idx="1"/>
          </p:nvPr>
        </p:nvSpPr>
        <p:spPr/>
        <p:txBody>
          <a:bodyPr/>
          <a:lstStyle/>
          <a:p>
            <a:endParaRPr lang="en-US" altLang="en-US"/>
          </a:p>
        </p:txBody>
      </p:sp>
      <p:sp>
        <p:nvSpPr>
          <p:cNvPr id="28676" name="Date Placeholder 3">
            <a:extLst>
              <a:ext uri="{FF2B5EF4-FFF2-40B4-BE49-F238E27FC236}">
                <a16:creationId xmlns:a16="http://schemas.microsoft.com/office/drawing/2014/main" id="{07A23620-4861-239F-95E8-3D1C8BC6D32D}"/>
              </a:ext>
            </a:extLst>
          </p:cNvPr>
          <p:cNvSpPr>
            <a:spLocks noGrp="1"/>
          </p:cNvSpPr>
          <p:nvPr>
            <p:ph type="dt" sz="quarter" idx="10"/>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 </a:t>
            </a:r>
          </a:p>
        </p:txBody>
      </p:sp>
      <p:sp>
        <p:nvSpPr>
          <p:cNvPr id="28677" name="Slide Number Placeholder 4">
            <a:extLst>
              <a:ext uri="{FF2B5EF4-FFF2-40B4-BE49-F238E27FC236}">
                <a16:creationId xmlns:a16="http://schemas.microsoft.com/office/drawing/2014/main" id="{03ABCEBB-D943-3F04-3185-19D500C29DFE}"/>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4D7233F-C33F-4E44-8BEA-4CF703BE6997}" type="slidenum">
              <a:rPr lang="en-US" altLang="en-US" sz="1400"/>
              <a:pPr>
                <a:spcBef>
                  <a:spcPct val="0"/>
                </a:spcBef>
                <a:buFontTx/>
                <a:buNone/>
              </a:pPr>
              <a:t>19</a:t>
            </a:fld>
            <a:endParaRPr lang="en-US" altLang="en-US" sz="1400"/>
          </a:p>
        </p:txBody>
      </p:sp>
      <p:pic>
        <p:nvPicPr>
          <p:cNvPr id="28678" name="Picture 6">
            <a:extLst>
              <a:ext uri="{FF2B5EF4-FFF2-40B4-BE49-F238E27FC236}">
                <a16:creationId xmlns:a16="http://schemas.microsoft.com/office/drawing/2014/main" id="{74E1F77C-639B-CFC4-5F58-B91851A976C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28650" y="917575"/>
            <a:ext cx="7524750" cy="564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9" name="Rectangle 2">
            <a:extLst>
              <a:ext uri="{FF2B5EF4-FFF2-40B4-BE49-F238E27FC236}">
                <a16:creationId xmlns:a16="http://schemas.microsoft.com/office/drawing/2014/main" id="{855C13DD-2EC1-229F-F183-24D8D5B72FD6}"/>
              </a:ext>
            </a:extLst>
          </p:cNvPr>
          <p:cNvSpPr>
            <a:spLocks noGrp="1" noChangeArrowheads="1"/>
          </p:cNvSpPr>
          <p:nvPr>
            <p:ph type="title"/>
          </p:nvPr>
        </p:nvSpPr>
        <p:spPr>
          <a:xfrm>
            <a:off x="381000" y="228600"/>
            <a:ext cx="8229600" cy="762000"/>
          </a:xfrm>
        </p:spPr>
        <p:txBody>
          <a:bodyPr/>
          <a:lstStyle/>
          <a:p>
            <a:pPr eaLnBrk="1" hangingPunct="1">
              <a:defRPr/>
            </a:pPr>
            <a:r>
              <a:rPr lang="en-US"/>
              <a:t>Algorithmic Modeling (cont)</a:t>
            </a:r>
          </a:p>
        </p:txBody>
      </p:sp>
      <p:sp>
        <p:nvSpPr>
          <p:cNvPr id="29699" name="Rectangle 3">
            <a:extLst>
              <a:ext uri="{FF2B5EF4-FFF2-40B4-BE49-F238E27FC236}">
                <a16:creationId xmlns:a16="http://schemas.microsoft.com/office/drawing/2014/main" id="{029624AC-A2C9-3D3A-28C2-E7BB9832C458}"/>
              </a:ext>
            </a:extLst>
          </p:cNvPr>
          <p:cNvSpPr>
            <a:spLocks noGrp="1" noChangeArrowheads="1"/>
          </p:cNvSpPr>
          <p:nvPr>
            <p:ph idx="1"/>
          </p:nvPr>
        </p:nvSpPr>
        <p:spPr>
          <a:xfrm>
            <a:off x="762000" y="1600200"/>
            <a:ext cx="7772400" cy="4495800"/>
          </a:xfrm>
        </p:spPr>
        <p:txBody>
          <a:bodyPr/>
          <a:lstStyle/>
          <a:p>
            <a:pPr eaLnBrk="1" hangingPunct="1">
              <a:lnSpc>
                <a:spcPct val="90000"/>
              </a:lnSpc>
            </a:pPr>
            <a:r>
              <a:rPr lang="en-US" altLang="en-US"/>
              <a:t>The simplest model is a static single-variable model</a:t>
            </a:r>
          </a:p>
          <a:p>
            <a:pPr eaLnBrk="1" hangingPunct="1">
              <a:lnSpc>
                <a:spcPct val="90000"/>
              </a:lnSpc>
            </a:pPr>
            <a:endParaRPr lang="en-US" altLang="en-US"/>
          </a:p>
          <a:p>
            <a:pPr eaLnBrk="1" hangingPunct="1">
              <a:lnSpc>
                <a:spcPct val="90000"/>
              </a:lnSpc>
            </a:pPr>
            <a:endParaRPr lang="en-US" altLang="en-US"/>
          </a:p>
          <a:p>
            <a:pPr eaLnBrk="1" hangingPunct="1">
              <a:lnSpc>
                <a:spcPct val="90000"/>
              </a:lnSpc>
            </a:pPr>
            <a:r>
              <a:rPr lang="en-US" altLang="en-US"/>
              <a:t>Where</a:t>
            </a:r>
          </a:p>
          <a:p>
            <a:pPr lvl="1" eaLnBrk="1" hangingPunct="1">
              <a:lnSpc>
                <a:spcPct val="90000"/>
              </a:lnSpc>
            </a:pPr>
            <a:r>
              <a:rPr lang="en-US" altLang="en-US"/>
              <a:t>A  	is a constant factor</a:t>
            </a:r>
          </a:p>
          <a:p>
            <a:pPr marL="1771650" lvl="2" eaLnBrk="1" hangingPunct="1">
              <a:lnSpc>
                <a:spcPct val="90000"/>
              </a:lnSpc>
            </a:pPr>
            <a:r>
              <a:rPr lang="en-US" altLang="en-US"/>
              <a:t>Factor incorporating process, product and development characteristics</a:t>
            </a:r>
          </a:p>
          <a:p>
            <a:pPr lvl="1" eaLnBrk="1" hangingPunct="1">
              <a:lnSpc>
                <a:spcPct val="90000"/>
              </a:lnSpc>
            </a:pPr>
            <a:r>
              <a:rPr lang="en-US" altLang="en-US"/>
              <a:t>Size	code size or a function oriented value</a:t>
            </a:r>
          </a:p>
          <a:p>
            <a:pPr lvl="1" eaLnBrk="1" hangingPunct="1">
              <a:lnSpc>
                <a:spcPct val="90000"/>
              </a:lnSpc>
            </a:pPr>
            <a:r>
              <a:rPr lang="en-US" altLang="en-US"/>
              <a:t>B	A constant typically in the range of 1 to 1.5</a:t>
            </a:r>
          </a:p>
          <a:p>
            <a:pPr lvl="1">
              <a:spcBef>
                <a:spcPts val="500"/>
              </a:spcBef>
              <a:spcAft>
                <a:spcPts val="500"/>
              </a:spcAft>
            </a:pPr>
            <a:r>
              <a:rPr lang="en-US" altLang="en-US"/>
              <a:t>	</a:t>
            </a:r>
            <a:r>
              <a:rPr lang="tr-TR" altLang="en-US"/>
              <a:t>Effort or PM is in </a:t>
            </a:r>
            <a:r>
              <a:rPr lang="en-US" altLang="tr-TR"/>
              <a:t>person-months</a:t>
            </a:r>
            <a:endParaRPr lang="tr-TR" altLang="tr-TR"/>
          </a:p>
          <a:p>
            <a:pPr lvl="1">
              <a:spcBef>
                <a:spcPts val="500"/>
              </a:spcBef>
              <a:spcAft>
                <a:spcPts val="500"/>
              </a:spcAft>
            </a:pPr>
            <a:r>
              <a:rPr lang="tr-TR" altLang="tr-TR"/>
              <a:t>1 </a:t>
            </a:r>
            <a:r>
              <a:rPr lang="en-US" altLang="tr-TR"/>
              <a:t>person-month =152 working hours</a:t>
            </a:r>
          </a:p>
          <a:p>
            <a:pPr lvl="1" eaLnBrk="1" hangingPunct="1">
              <a:lnSpc>
                <a:spcPct val="90000"/>
              </a:lnSpc>
              <a:buFontTx/>
              <a:buNone/>
            </a:pPr>
            <a:endParaRPr lang="en-US" altLang="en-US"/>
          </a:p>
        </p:txBody>
      </p:sp>
      <p:sp>
        <p:nvSpPr>
          <p:cNvPr id="29700" name="Date Placeholder 3">
            <a:extLst>
              <a:ext uri="{FF2B5EF4-FFF2-40B4-BE49-F238E27FC236}">
                <a16:creationId xmlns:a16="http://schemas.microsoft.com/office/drawing/2014/main" id="{0359BA2E-B1E2-9F87-AF4C-323946F889A7}"/>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a:latin typeface="Arial" panose="020B0604020202020204" pitchFamily="34" charset="0"/>
              </a:rPr>
              <a:t> </a:t>
            </a:r>
            <a:r>
              <a:rPr lang="tr-TR" altLang="en-US" sz="1400">
                <a:latin typeface="Arial" panose="020B0604020202020204" pitchFamily="34" charset="0"/>
              </a:rPr>
              <a:t> </a:t>
            </a:r>
            <a:endParaRPr lang="en-US" altLang="en-US" sz="1400">
              <a:latin typeface="Arial" panose="020B0604020202020204" pitchFamily="34" charset="0"/>
            </a:endParaRPr>
          </a:p>
        </p:txBody>
      </p:sp>
      <p:sp>
        <p:nvSpPr>
          <p:cNvPr id="29701" name="Slide Number Placeholder 1">
            <a:extLst>
              <a:ext uri="{FF2B5EF4-FFF2-40B4-BE49-F238E27FC236}">
                <a16:creationId xmlns:a16="http://schemas.microsoft.com/office/drawing/2014/main" id="{25B58935-82E9-32BB-4EED-993D02D86520}"/>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B296C89D-E83C-1F4D-AE9F-9E2B3BC8A57F}" type="slidenum">
              <a:rPr lang="en-US" altLang="en-US" sz="1400"/>
              <a:pPr>
                <a:spcBef>
                  <a:spcPct val="0"/>
                </a:spcBef>
                <a:buFontTx/>
                <a:buNone/>
              </a:pPr>
              <a:t>20</a:t>
            </a:fld>
            <a:endParaRPr lang="en-US" altLang="en-US" sz="1400"/>
          </a:p>
        </p:txBody>
      </p:sp>
      <p:graphicFrame>
        <p:nvGraphicFramePr>
          <p:cNvPr id="29702" name="Object 1024">
            <a:extLst>
              <a:ext uri="{FF2B5EF4-FFF2-40B4-BE49-F238E27FC236}">
                <a16:creationId xmlns:a16="http://schemas.microsoft.com/office/drawing/2014/main" id="{9459379A-C894-AA2D-66C2-0047E83576D0}"/>
              </a:ext>
            </a:extLst>
          </p:cNvPr>
          <p:cNvGraphicFramePr>
            <a:graphicFrameLocks noChangeAspect="1"/>
          </p:cNvGraphicFramePr>
          <p:nvPr/>
        </p:nvGraphicFramePr>
        <p:xfrm>
          <a:off x="2463800" y="2895600"/>
          <a:ext cx="3605213" cy="519113"/>
        </p:xfrm>
        <a:graphic>
          <a:graphicData uri="http://schemas.openxmlformats.org/presentationml/2006/ole">
            <mc:AlternateContent xmlns:mc="http://schemas.openxmlformats.org/markup-compatibility/2006">
              <mc:Choice xmlns:v="urn:schemas-microsoft-com:vml" Requires="v">
                <p:oleObj name="Equation" r:id="rId3" imgW="37744400" imgH="5270500" progId="Equation.3">
                  <p:embed/>
                </p:oleObj>
              </mc:Choice>
              <mc:Fallback>
                <p:oleObj name="Equation" r:id="rId3" imgW="37744400" imgH="5270500" progId="Equation.3">
                  <p:embed/>
                  <p:pic>
                    <p:nvPicPr>
                      <p:cNvPr id="0" name="Object 10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63800" y="2895600"/>
                        <a:ext cx="3605213" cy="5191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3" name="Rectangle 2">
            <a:extLst>
              <a:ext uri="{FF2B5EF4-FFF2-40B4-BE49-F238E27FC236}">
                <a16:creationId xmlns:a16="http://schemas.microsoft.com/office/drawing/2014/main" id="{9BD7393C-DC48-08E1-76B9-80E40C0FD594}"/>
              </a:ext>
            </a:extLst>
          </p:cNvPr>
          <p:cNvSpPr>
            <a:spLocks noGrp="1" noChangeArrowheads="1"/>
          </p:cNvSpPr>
          <p:nvPr>
            <p:ph type="title"/>
          </p:nvPr>
        </p:nvSpPr>
        <p:spPr/>
        <p:txBody>
          <a:bodyPr/>
          <a:lstStyle/>
          <a:p>
            <a:pPr eaLnBrk="1" hangingPunct="1">
              <a:defRPr/>
            </a:pPr>
            <a:r>
              <a:rPr lang="en-US"/>
              <a:t>Size Metrics</a:t>
            </a:r>
          </a:p>
        </p:txBody>
      </p:sp>
      <p:sp>
        <p:nvSpPr>
          <p:cNvPr id="31747" name="Rectangle 3">
            <a:extLst>
              <a:ext uri="{FF2B5EF4-FFF2-40B4-BE49-F238E27FC236}">
                <a16:creationId xmlns:a16="http://schemas.microsoft.com/office/drawing/2014/main" id="{E883102C-B4F2-2F17-CE43-8E28911F45C4}"/>
              </a:ext>
            </a:extLst>
          </p:cNvPr>
          <p:cNvSpPr>
            <a:spLocks noGrp="1" noChangeArrowheads="1"/>
          </p:cNvSpPr>
          <p:nvPr>
            <p:ph idx="1"/>
          </p:nvPr>
        </p:nvSpPr>
        <p:spPr>
          <a:xfrm>
            <a:off x="685800" y="1676400"/>
            <a:ext cx="8001000" cy="4495800"/>
          </a:xfrm>
        </p:spPr>
        <p:txBody>
          <a:bodyPr/>
          <a:lstStyle/>
          <a:p>
            <a:pPr eaLnBrk="1" hangingPunct="1"/>
            <a:r>
              <a:rPr lang="en-US" altLang="en-US"/>
              <a:t>Two common categories of size metrics</a:t>
            </a:r>
          </a:p>
          <a:p>
            <a:pPr lvl="1" eaLnBrk="1" hangingPunct="1"/>
            <a:r>
              <a:rPr lang="en-US" altLang="en-US"/>
              <a:t>Lines of code</a:t>
            </a:r>
          </a:p>
          <a:p>
            <a:pPr lvl="1" eaLnBrk="1" hangingPunct="1"/>
            <a:r>
              <a:rPr lang="en-US" altLang="en-US"/>
              <a:t>Function oriented metrics</a:t>
            </a:r>
          </a:p>
          <a:p>
            <a:pPr eaLnBrk="1" hangingPunct="1"/>
            <a:r>
              <a:rPr lang="en-US" altLang="en-US"/>
              <a:t>While lines of code (LOC) not the only size metric </a:t>
            </a:r>
          </a:p>
          <a:p>
            <a:pPr lvl="1" eaLnBrk="1" hangingPunct="1"/>
            <a:r>
              <a:rPr lang="en-US" altLang="en-US"/>
              <a:t>LOC is the most commonly used measure of size</a:t>
            </a:r>
          </a:p>
        </p:txBody>
      </p:sp>
      <p:sp>
        <p:nvSpPr>
          <p:cNvPr id="31748" name="Date Placeholder 3">
            <a:extLst>
              <a:ext uri="{FF2B5EF4-FFF2-40B4-BE49-F238E27FC236}">
                <a16:creationId xmlns:a16="http://schemas.microsoft.com/office/drawing/2014/main" id="{05C1FAAC-C35F-E948-2897-A716E5C696AB}"/>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a:latin typeface="Arial" panose="020B0604020202020204" pitchFamily="34" charset="0"/>
              </a:rPr>
              <a:t> </a:t>
            </a:r>
          </a:p>
        </p:txBody>
      </p:sp>
      <p:sp>
        <p:nvSpPr>
          <p:cNvPr id="31749" name="Slide Number Placeholder 1">
            <a:extLst>
              <a:ext uri="{FF2B5EF4-FFF2-40B4-BE49-F238E27FC236}">
                <a16:creationId xmlns:a16="http://schemas.microsoft.com/office/drawing/2014/main" id="{3D8A5544-73C3-A032-21DF-489C62147144}"/>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9AACCBE-3735-2444-B853-0A28BD019F46}" type="slidenum">
              <a:rPr lang="en-US" altLang="en-US" sz="1400"/>
              <a:pPr>
                <a:spcBef>
                  <a:spcPct val="0"/>
                </a:spcBef>
                <a:buFontTx/>
                <a:buNone/>
              </a:pPr>
              <a:t>21</a:t>
            </a:fld>
            <a:endParaRPr lang="en-US" altLang="en-US" sz="14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3794" name="Date Placeholder 3">
            <a:extLst>
              <a:ext uri="{FF2B5EF4-FFF2-40B4-BE49-F238E27FC236}">
                <a16:creationId xmlns:a16="http://schemas.microsoft.com/office/drawing/2014/main" id="{A7B53D49-3FB5-2236-B2EA-C2A02B1A05D3}"/>
              </a:ext>
            </a:extLst>
          </p:cNvPr>
          <p:cNvSpPr>
            <a:spLocks noGrp="1"/>
          </p:cNvSpPr>
          <p:nvPr>
            <p:ph type="dt" sz="quarter" idx="10"/>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tr-TR" sz="1400"/>
              <a:t>26/12/2016</a:t>
            </a:r>
          </a:p>
        </p:txBody>
      </p:sp>
      <p:sp>
        <p:nvSpPr>
          <p:cNvPr id="33795" name="Footer Placeholder 4">
            <a:extLst>
              <a:ext uri="{FF2B5EF4-FFF2-40B4-BE49-F238E27FC236}">
                <a16:creationId xmlns:a16="http://schemas.microsoft.com/office/drawing/2014/main" id="{F1D44AD2-3F1E-2507-60E9-ADFCA07D15B4}"/>
              </a:ext>
            </a:extLst>
          </p:cNvPr>
          <p:cNvSpPr>
            <a:spLocks noGrp="1"/>
          </p:cNvSpPr>
          <p:nvPr>
            <p:ph type="ftr" sz="quarter" idx="11"/>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tr-TR" sz="1400"/>
          </a:p>
        </p:txBody>
      </p:sp>
      <p:sp>
        <p:nvSpPr>
          <p:cNvPr id="33796" name="Slide Number Placeholder 5">
            <a:extLst>
              <a:ext uri="{FF2B5EF4-FFF2-40B4-BE49-F238E27FC236}">
                <a16:creationId xmlns:a16="http://schemas.microsoft.com/office/drawing/2014/main" id="{8FD18EE6-149A-320D-A4D4-FEFC26E45565}"/>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1773D421-597C-A441-84C7-620E52901FA6}" type="slidenum">
              <a:rPr lang="en-US" altLang="tr-TR" sz="1400"/>
              <a:pPr>
                <a:spcBef>
                  <a:spcPct val="0"/>
                </a:spcBef>
                <a:buFontTx/>
                <a:buNone/>
              </a:pPr>
              <a:t>22</a:t>
            </a:fld>
            <a:endParaRPr lang="en-US" altLang="tr-TR" sz="1400"/>
          </a:p>
        </p:txBody>
      </p:sp>
      <p:sp>
        <p:nvSpPr>
          <p:cNvPr id="8194" name="Rectangle 2">
            <a:extLst>
              <a:ext uri="{FF2B5EF4-FFF2-40B4-BE49-F238E27FC236}">
                <a16:creationId xmlns:a16="http://schemas.microsoft.com/office/drawing/2014/main" id="{E2DC4683-1CAF-8FD3-446F-0A00A8B54C83}"/>
              </a:ext>
            </a:extLst>
          </p:cNvPr>
          <p:cNvSpPr>
            <a:spLocks noGrp="1" noChangeArrowheads="1"/>
          </p:cNvSpPr>
          <p:nvPr>
            <p:ph type="title"/>
          </p:nvPr>
        </p:nvSpPr>
        <p:spPr/>
        <p:txBody>
          <a:bodyPr/>
          <a:lstStyle/>
          <a:p>
            <a:pPr>
              <a:defRPr/>
            </a:pPr>
            <a:r>
              <a:rPr lang="en-US" altLang="tr-TR"/>
              <a:t>Effort</a:t>
            </a:r>
          </a:p>
        </p:txBody>
      </p:sp>
      <p:sp>
        <p:nvSpPr>
          <p:cNvPr id="33798" name="Rectangle 3">
            <a:extLst>
              <a:ext uri="{FF2B5EF4-FFF2-40B4-BE49-F238E27FC236}">
                <a16:creationId xmlns:a16="http://schemas.microsoft.com/office/drawing/2014/main" id="{F6EF07AD-D7F9-B9DD-A212-E027FA9EB436}"/>
              </a:ext>
            </a:extLst>
          </p:cNvPr>
          <p:cNvSpPr>
            <a:spLocks noGrp="1" noChangeArrowheads="1"/>
          </p:cNvSpPr>
          <p:nvPr>
            <p:ph type="body" idx="1"/>
          </p:nvPr>
        </p:nvSpPr>
        <p:spPr/>
        <p:txBody>
          <a:bodyPr/>
          <a:lstStyle/>
          <a:p>
            <a:pPr>
              <a:spcBef>
                <a:spcPts val="500"/>
              </a:spcBef>
              <a:spcAft>
                <a:spcPts val="500"/>
              </a:spcAft>
            </a:pPr>
            <a:r>
              <a:rPr lang="en-US" altLang="tr-TR"/>
              <a:t>Effort Equation </a:t>
            </a:r>
          </a:p>
          <a:p>
            <a:pPr lvl="1">
              <a:spcBef>
                <a:spcPts val="500"/>
              </a:spcBef>
              <a:spcAft>
                <a:spcPts val="500"/>
              </a:spcAft>
            </a:pPr>
            <a:r>
              <a:rPr lang="en-US" altLang="tr-TR" b="1"/>
              <a:t>PM = C * (KDSI)</a:t>
            </a:r>
            <a:r>
              <a:rPr lang="en-US" altLang="tr-TR" b="1" baseline="30000"/>
              <a:t>n</a:t>
            </a:r>
            <a:r>
              <a:rPr lang="en-US" altLang="tr-TR" b="1"/>
              <a:t> (</a:t>
            </a:r>
            <a:r>
              <a:rPr lang="en-US" altLang="tr-TR"/>
              <a:t>person-months)</a:t>
            </a:r>
          </a:p>
          <a:p>
            <a:pPr lvl="2">
              <a:spcBef>
                <a:spcPts val="500"/>
              </a:spcBef>
              <a:spcAft>
                <a:spcPts val="500"/>
              </a:spcAft>
            </a:pPr>
            <a:r>
              <a:rPr lang="en-US" altLang="tr-TR"/>
              <a:t>where </a:t>
            </a:r>
            <a:r>
              <a:rPr lang="en-US" altLang="tr-TR" b="1"/>
              <a:t>PM</a:t>
            </a:r>
            <a:r>
              <a:rPr lang="en-US" altLang="tr-TR"/>
              <a:t> = number of person-month (=152 working hours), </a:t>
            </a:r>
          </a:p>
          <a:p>
            <a:pPr lvl="2">
              <a:spcBef>
                <a:spcPts val="500"/>
              </a:spcBef>
              <a:spcAft>
                <a:spcPts val="500"/>
              </a:spcAft>
            </a:pPr>
            <a:r>
              <a:rPr lang="en-US" altLang="tr-TR" b="1"/>
              <a:t>C</a:t>
            </a:r>
            <a:r>
              <a:rPr lang="en-US" altLang="tr-TR"/>
              <a:t> = a constant, </a:t>
            </a:r>
          </a:p>
          <a:p>
            <a:pPr lvl="2">
              <a:spcBef>
                <a:spcPts val="500"/>
              </a:spcBef>
              <a:spcAft>
                <a:spcPts val="500"/>
              </a:spcAft>
            </a:pPr>
            <a:r>
              <a:rPr lang="en-US" altLang="tr-TR" b="1"/>
              <a:t>KDSI</a:t>
            </a:r>
            <a:r>
              <a:rPr lang="en-US" altLang="tr-TR"/>
              <a:t> = thousands of "delivered source instructions" (DSI) and</a:t>
            </a:r>
          </a:p>
          <a:p>
            <a:pPr lvl="2">
              <a:spcBef>
                <a:spcPts val="500"/>
              </a:spcBef>
              <a:spcAft>
                <a:spcPts val="500"/>
              </a:spcAft>
            </a:pPr>
            <a:r>
              <a:rPr lang="en-US" altLang="tr-TR"/>
              <a:t> </a:t>
            </a:r>
            <a:r>
              <a:rPr lang="en-US" altLang="tr-TR" b="1"/>
              <a:t>n</a:t>
            </a:r>
            <a:r>
              <a:rPr lang="en-US" altLang="tr-TR"/>
              <a:t> = a constant. </a:t>
            </a:r>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Date Placeholder 3">
            <a:extLst>
              <a:ext uri="{FF2B5EF4-FFF2-40B4-BE49-F238E27FC236}">
                <a16:creationId xmlns:a16="http://schemas.microsoft.com/office/drawing/2014/main" id="{E5CD566D-4B65-4017-3323-B8F23E816043}"/>
              </a:ext>
            </a:extLst>
          </p:cNvPr>
          <p:cNvSpPr>
            <a:spLocks noGrp="1"/>
          </p:cNvSpPr>
          <p:nvPr>
            <p:ph type="dt" sz="quarter" idx="10"/>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tr-TR" sz="1400"/>
              <a:t>26/12/2016</a:t>
            </a:r>
          </a:p>
        </p:txBody>
      </p:sp>
      <p:sp>
        <p:nvSpPr>
          <p:cNvPr id="34819" name="Footer Placeholder 4">
            <a:extLst>
              <a:ext uri="{FF2B5EF4-FFF2-40B4-BE49-F238E27FC236}">
                <a16:creationId xmlns:a16="http://schemas.microsoft.com/office/drawing/2014/main" id="{2D85BDF0-5107-4908-C317-652E72D352A2}"/>
              </a:ext>
            </a:extLst>
          </p:cNvPr>
          <p:cNvSpPr>
            <a:spLocks noGrp="1"/>
          </p:cNvSpPr>
          <p:nvPr>
            <p:ph type="ftr" sz="quarter" idx="11"/>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tr-TR" sz="1400"/>
          </a:p>
        </p:txBody>
      </p:sp>
      <p:sp>
        <p:nvSpPr>
          <p:cNvPr id="34820" name="Slide Number Placeholder 5">
            <a:extLst>
              <a:ext uri="{FF2B5EF4-FFF2-40B4-BE49-F238E27FC236}">
                <a16:creationId xmlns:a16="http://schemas.microsoft.com/office/drawing/2014/main" id="{74A8E56F-4932-4F21-5884-01D96A6BD84A}"/>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DF8108F-8035-0747-AC76-58712B796E56}" type="slidenum">
              <a:rPr lang="en-US" altLang="tr-TR" sz="1400"/>
              <a:pPr>
                <a:spcBef>
                  <a:spcPct val="0"/>
                </a:spcBef>
                <a:buFontTx/>
                <a:buNone/>
              </a:pPr>
              <a:t>23</a:t>
            </a:fld>
            <a:endParaRPr lang="en-US" altLang="tr-TR" sz="1400"/>
          </a:p>
        </p:txBody>
      </p:sp>
      <p:sp>
        <p:nvSpPr>
          <p:cNvPr id="9218" name="Rectangle 2">
            <a:extLst>
              <a:ext uri="{FF2B5EF4-FFF2-40B4-BE49-F238E27FC236}">
                <a16:creationId xmlns:a16="http://schemas.microsoft.com/office/drawing/2014/main" id="{BBCE3997-3ECC-285A-3E10-BF148CDEDEA5}"/>
              </a:ext>
            </a:extLst>
          </p:cNvPr>
          <p:cNvSpPr>
            <a:spLocks noGrp="1" noChangeArrowheads="1"/>
          </p:cNvSpPr>
          <p:nvPr>
            <p:ph type="title"/>
          </p:nvPr>
        </p:nvSpPr>
        <p:spPr/>
        <p:txBody>
          <a:bodyPr/>
          <a:lstStyle/>
          <a:p>
            <a:pPr>
              <a:defRPr/>
            </a:pPr>
            <a:r>
              <a:rPr lang="en-US" altLang="tr-TR"/>
              <a:t>Productivity</a:t>
            </a:r>
          </a:p>
        </p:txBody>
      </p:sp>
      <p:sp>
        <p:nvSpPr>
          <p:cNvPr id="34822" name="Rectangle 3">
            <a:extLst>
              <a:ext uri="{FF2B5EF4-FFF2-40B4-BE49-F238E27FC236}">
                <a16:creationId xmlns:a16="http://schemas.microsoft.com/office/drawing/2014/main" id="{63AA32C9-8369-5A72-B78C-840A886E07BE}"/>
              </a:ext>
            </a:extLst>
          </p:cNvPr>
          <p:cNvSpPr>
            <a:spLocks noGrp="1" noChangeArrowheads="1"/>
          </p:cNvSpPr>
          <p:nvPr>
            <p:ph type="body" idx="1"/>
          </p:nvPr>
        </p:nvSpPr>
        <p:spPr/>
        <p:txBody>
          <a:bodyPr/>
          <a:lstStyle/>
          <a:p>
            <a:pPr>
              <a:spcBef>
                <a:spcPts val="500"/>
              </a:spcBef>
              <a:spcAft>
                <a:spcPts val="500"/>
              </a:spcAft>
            </a:pPr>
            <a:r>
              <a:rPr lang="en-US" altLang="tr-TR"/>
              <a:t>Productivity equation </a:t>
            </a:r>
          </a:p>
          <a:p>
            <a:pPr lvl="1">
              <a:spcBef>
                <a:spcPts val="500"/>
              </a:spcBef>
              <a:spcAft>
                <a:spcPts val="500"/>
              </a:spcAft>
            </a:pPr>
            <a:r>
              <a:rPr lang="en-US" altLang="tr-TR" b="1"/>
              <a:t>(DSI) / (PM) </a:t>
            </a:r>
          </a:p>
          <a:p>
            <a:pPr lvl="2">
              <a:spcBef>
                <a:spcPts val="500"/>
              </a:spcBef>
              <a:spcAft>
                <a:spcPts val="500"/>
              </a:spcAft>
            </a:pPr>
            <a:r>
              <a:rPr lang="en-US" altLang="tr-TR"/>
              <a:t>where </a:t>
            </a:r>
            <a:r>
              <a:rPr lang="en-US" altLang="tr-TR" b="1"/>
              <a:t>PM</a:t>
            </a:r>
            <a:r>
              <a:rPr lang="en-US" altLang="tr-TR"/>
              <a:t> = number of person-month (=152 working hours), </a:t>
            </a:r>
          </a:p>
          <a:p>
            <a:pPr lvl="2">
              <a:spcBef>
                <a:spcPts val="500"/>
              </a:spcBef>
              <a:spcAft>
                <a:spcPts val="500"/>
              </a:spcAft>
            </a:pPr>
            <a:endParaRPr lang="en-US" altLang="tr-TR"/>
          </a:p>
          <a:p>
            <a:pPr lvl="2">
              <a:spcBef>
                <a:spcPts val="500"/>
              </a:spcBef>
              <a:spcAft>
                <a:spcPts val="500"/>
              </a:spcAft>
            </a:pPr>
            <a:r>
              <a:rPr lang="en-US" altLang="tr-TR" b="1"/>
              <a:t>DSI</a:t>
            </a:r>
            <a:r>
              <a:rPr lang="en-US" altLang="tr-TR"/>
              <a:t> = "delivered source instructions"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Date Placeholder 3">
            <a:extLst>
              <a:ext uri="{FF2B5EF4-FFF2-40B4-BE49-F238E27FC236}">
                <a16:creationId xmlns:a16="http://schemas.microsoft.com/office/drawing/2014/main" id="{D709B6B0-B832-1A92-6EB8-109CEB866BF3}"/>
              </a:ext>
            </a:extLst>
          </p:cNvPr>
          <p:cNvSpPr>
            <a:spLocks noGrp="1"/>
          </p:cNvSpPr>
          <p:nvPr>
            <p:ph type="dt" sz="quarter" idx="10"/>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tr-TR" sz="1400"/>
              <a:t>26/12/2016</a:t>
            </a:r>
          </a:p>
        </p:txBody>
      </p:sp>
      <p:sp>
        <p:nvSpPr>
          <p:cNvPr id="35843" name="Footer Placeholder 4">
            <a:extLst>
              <a:ext uri="{FF2B5EF4-FFF2-40B4-BE49-F238E27FC236}">
                <a16:creationId xmlns:a16="http://schemas.microsoft.com/office/drawing/2014/main" id="{EB8E4683-106F-F0CC-5499-02815E42F04F}"/>
              </a:ext>
            </a:extLst>
          </p:cNvPr>
          <p:cNvSpPr>
            <a:spLocks noGrp="1"/>
          </p:cNvSpPr>
          <p:nvPr>
            <p:ph type="ftr" sz="quarter" idx="11"/>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tr-TR" sz="1400"/>
          </a:p>
        </p:txBody>
      </p:sp>
      <p:sp>
        <p:nvSpPr>
          <p:cNvPr id="35844" name="Slide Number Placeholder 5">
            <a:extLst>
              <a:ext uri="{FF2B5EF4-FFF2-40B4-BE49-F238E27FC236}">
                <a16:creationId xmlns:a16="http://schemas.microsoft.com/office/drawing/2014/main" id="{0ACA5283-8BC4-3C52-8223-9BAB9EFFF555}"/>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8606E03-5A25-584F-9E5A-D775B59568EF}" type="slidenum">
              <a:rPr lang="en-US" altLang="tr-TR" sz="1400"/>
              <a:pPr>
                <a:spcBef>
                  <a:spcPct val="0"/>
                </a:spcBef>
                <a:buFontTx/>
                <a:buNone/>
              </a:pPr>
              <a:t>24</a:t>
            </a:fld>
            <a:endParaRPr lang="en-US" altLang="tr-TR" sz="1400"/>
          </a:p>
        </p:txBody>
      </p:sp>
      <p:sp>
        <p:nvSpPr>
          <p:cNvPr id="10242" name="Rectangle 2">
            <a:extLst>
              <a:ext uri="{FF2B5EF4-FFF2-40B4-BE49-F238E27FC236}">
                <a16:creationId xmlns:a16="http://schemas.microsoft.com/office/drawing/2014/main" id="{A09681A0-942F-E5EA-C3E4-297AABB6EDA4}"/>
              </a:ext>
            </a:extLst>
          </p:cNvPr>
          <p:cNvSpPr>
            <a:spLocks noGrp="1" noChangeArrowheads="1"/>
          </p:cNvSpPr>
          <p:nvPr>
            <p:ph type="title"/>
          </p:nvPr>
        </p:nvSpPr>
        <p:spPr/>
        <p:txBody>
          <a:bodyPr/>
          <a:lstStyle/>
          <a:p>
            <a:pPr>
              <a:defRPr/>
            </a:pPr>
            <a:r>
              <a:rPr lang="en-US" altLang="tr-TR"/>
              <a:t>Schedule</a:t>
            </a:r>
          </a:p>
        </p:txBody>
      </p:sp>
      <p:sp>
        <p:nvSpPr>
          <p:cNvPr id="35846" name="Rectangle 3">
            <a:extLst>
              <a:ext uri="{FF2B5EF4-FFF2-40B4-BE49-F238E27FC236}">
                <a16:creationId xmlns:a16="http://schemas.microsoft.com/office/drawing/2014/main" id="{6F800B32-6800-C391-331C-DBC16809676C}"/>
              </a:ext>
            </a:extLst>
          </p:cNvPr>
          <p:cNvSpPr>
            <a:spLocks noGrp="1" noChangeArrowheads="1"/>
          </p:cNvSpPr>
          <p:nvPr>
            <p:ph type="body" idx="1"/>
          </p:nvPr>
        </p:nvSpPr>
        <p:spPr/>
        <p:txBody>
          <a:bodyPr/>
          <a:lstStyle/>
          <a:p>
            <a:pPr>
              <a:spcBef>
                <a:spcPts val="500"/>
              </a:spcBef>
              <a:spcAft>
                <a:spcPts val="500"/>
              </a:spcAft>
            </a:pPr>
            <a:r>
              <a:rPr lang="en-US" altLang="tr-TR"/>
              <a:t>Schedule equation </a:t>
            </a:r>
          </a:p>
          <a:p>
            <a:pPr lvl="1">
              <a:spcBef>
                <a:spcPts val="500"/>
              </a:spcBef>
              <a:spcAft>
                <a:spcPts val="500"/>
              </a:spcAft>
            </a:pPr>
            <a:r>
              <a:rPr lang="en-US" altLang="tr-TR" b="1"/>
              <a:t>TDEV = C * (PM)</a:t>
            </a:r>
            <a:r>
              <a:rPr lang="en-US" altLang="tr-TR" b="1" baseline="30000"/>
              <a:t>n</a:t>
            </a:r>
            <a:r>
              <a:rPr lang="en-US" altLang="tr-TR" b="1"/>
              <a:t> (</a:t>
            </a:r>
            <a:r>
              <a:rPr lang="en-US" altLang="tr-TR"/>
              <a:t>months)</a:t>
            </a:r>
            <a:r>
              <a:rPr lang="en-US" altLang="tr-TR" b="1"/>
              <a:t> </a:t>
            </a:r>
            <a:endParaRPr lang="en-US" altLang="tr-TR"/>
          </a:p>
          <a:p>
            <a:pPr lvl="2">
              <a:spcBef>
                <a:spcPts val="500"/>
              </a:spcBef>
              <a:spcAft>
                <a:spcPts val="500"/>
              </a:spcAft>
            </a:pPr>
            <a:r>
              <a:rPr lang="en-US" altLang="tr-TR"/>
              <a:t>where TDEV = number of months estimated for software development.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Date Placeholder 3">
            <a:extLst>
              <a:ext uri="{FF2B5EF4-FFF2-40B4-BE49-F238E27FC236}">
                <a16:creationId xmlns:a16="http://schemas.microsoft.com/office/drawing/2014/main" id="{1F1A10B0-ACBA-F217-DC46-92E86269800B}"/>
              </a:ext>
            </a:extLst>
          </p:cNvPr>
          <p:cNvSpPr>
            <a:spLocks noGrp="1"/>
          </p:cNvSpPr>
          <p:nvPr>
            <p:ph type="dt" sz="quarter" idx="10"/>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tr-TR" sz="1400"/>
              <a:t>26/12/2016</a:t>
            </a:r>
          </a:p>
        </p:txBody>
      </p:sp>
      <p:sp>
        <p:nvSpPr>
          <p:cNvPr id="36867" name="Footer Placeholder 4">
            <a:extLst>
              <a:ext uri="{FF2B5EF4-FFF2-40B4-BE49-F238E27FC236}">
                <a16:creationId xmlns:a16="http://schemas.microsoft.com/office/drawing/2014/main" id="{966E5CD6-BA7B-9910-FB3D-E59CB86F84BC}"/>
              </a:ext>
            </a:extLst>
          </p:cNvPr>
          <p:cNvSpPr>
            <a:spLocks noGrp="1"/>
          </p:cNvSpPr>
          <p:nvPr>
            <p:ph type="ftr" sz="quarter" idx="11"/>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tr-TR" sz="1400"/>
          </a:p>
        </p:txBody>
      </p:sp>
      <p:sp>
        <p:nvSpPr>
          <p:cNvPr id="36868" name="Slide Number Placeholder 5">
            <a:extLst>
              <a:ext uri="{FF2B5EF4-FFF2-40B4-BE49-F238E27FC236}">
                <a16:creationId xmlns:a16="http://schemas.microsoft.com/office/drawing/2014/main" id="{040D1654-229A-B6AC-4D5A-6A0DC7F1CFFE}"/>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467BF45-7032-2E49-B5CC-7F3AC9C93CE9}" type="slidenum">
              <a:rPr lang="en-US" altLang="tr-TR" sz="1400"/>
              <a:pPr>
                <a:spcBef>
                  <a:spcPct val="0"/>
                </a:spcBef>
                <a:buFontTx/>
                <a:buNone/>
              </a:pPr>
              <a:t>25</a:t>
            </a:fld>
            <a:endParaRPr lang="en-US" altLang="tr-TR" sz="1400"/>
          </a:p>
        </p:txBody>
      </p:sp>
      <p:sp>
        <p:nvSpPr>
          <p:cNvPr id="11266" name="Rectangle 2">
            <a:extLst>
              <a:ext uri="{FF2B5EF4-FFF2-40B4-BE49-F238E27FC236}">
                <a16:creationId xmlns:a16="http://schemas.microsoft.com/office/drawing/2014/main" id="{CE2D778E-FAC4-DC75-3E85-06F3C3FE0958}"/>
              </a:ext>
            </a:extLst>
          </p:cNvPr>
          <p:cNvSpPr>
            <a:spLocks noGrp="1" noChangeArrowheads="1"/>
          </p:cNvSpPr>
          <p:nvPr>
            <p:ph type="title"/>
          </p:nvPr>
        </p:nvSpPr>
        <p:spPr/>
        <p:txBody>
          <a:bodyPr/>
          <a:lstStyle/>
          <a:p>
            <a:pPr>
              <a:defRPr/>
            </a:pPr>
            <a:r>
              <a:rPr lang="en-US" altLang="tr-TR"/>
              <a:t>Average Staffing</a:t>
            </a:r>
          </a:p>
        </p:txBody>
      </p:sp>
      <p:sp>
        <p:nvSpPr>
          <p:cNvPr id="36870" name="Rectangle 3">
            <a:extLst>
              <a:ext uri="{FF2B5EF4-FFF2-40B4-BE49-F238E27FC236}">
                <a16:creationId xmlns:a16="http://schemas.microsoft.com/office/drawing/2014/main" id="{7606F4BD-AE02-906E-6A5D-62BFCBE0A677}"/>
              </a:ext>
            </a:extLst>
          </p:cNvPr>
          <p:cNvSpPr>
            <a:spLocks noGrp="1" noChangeArrowheads="1"/>
          </p:cNvSpPr>
          <p:nvPr>
            <p:ph type="body" idx="1"/>
          </p:nvPr>
        </p:nvSpPr>
        <p:spPr/>
        <p:txBody>
          <a:bodyPr/>
          <a:lstStyle/>
          <a:p>
            <a:r>
              <a:rPr lang="en-US" altLang="tr-TR"/>
              <a:t>Average Staffing Equation</a:t>
            </a:r>
          </a:p>
          <a:p>
            <a:pPr lvl="1">
              <a:spcBef>
                <a:spcPts val="500"/>
              </a:spcBef>
              <a:spcAft>
                <a:spcPts val="500"/>
              </a:spcAft>
            </a:pPr>
            <a:r>
              <a:rPr lang="en-US" altLang="tr-TR" b="1"/>
              <a:t>(PM) / (TDEV)		 (</a:t>
            </a:r>
            <a:r>
              <a:rPr lang="en-US" altLang="tr-TR"/>
              <a:t>FSP)</a:t>
            </a:r>
            <a:r>
              <a:rPr lang="en-US" altLang="tr-TR" b="1"/>
              <a:t> </a:t>
            </a:r>
          </a:p>
          <a:p>
            <a:pPr lvl="2">
              <a:spcBef>
                <a:spcPts val="500"/>
              </a:spcBef>
              <a:spcAft>
                <a:spcPts val="500"/>
              </a:spcAft>
            </a:pPr>
            <a:r>
              <a:rPr lang="en-US" altLang="tr-TR"/>
              <a:t>where FSP means Full-time-equivalent Software Personnel.</a:t>
            </a:r>
          </a:p>
          <a:p>
            <a:pPr lvl="1">
              <a:spcBef>
                <a:spcPts val="500"/>
              </a:spcBef>
              <a:spcAft>
                <a:spcPts val="500"/>
              </a:spcAft>
            </a:pPr>
            <a:endParaRPr lang="en-US" altLang="tr-TR"/>
          </a:p>
          <a:p>
            <a:pPr lvl="1"/>
            <a:endParaRPr lang="en-US" altLang="tr-T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p:cNvGrpSpPr/>
        <p:nvPr/>
      </p:nvGrpSpPr>
      <p:grpSpPr>
        <a:xfrm>
          <a:off x="0" y="0"/>
          <a:ext cx="0" cy="0"/>
          <a:chOff x="0" y="0"/>
          <a:chExt cx="0" cy="0"/>
        </a:xfrm>
      </p:grpSpPr>
      <p:sp>
        <p:nvSpPr>
          <p:cNvPr id="37890" name="Date Placeholder 3">
            <a:extLst>
              <a:ext uri="{FF2B5EF4-FFF2-40B4-BE49-F238E27FC236}">
                <a16:creationId xmlns:a16="http://schemas.microsoft.com/office/drawing/2014/main" id="{F9541D1F-CAF8-EF0D-7F81-1AC7C9A4C3E1}"/>
              </a:ext>
            </a:extLst>
          </p:cNvPr>
          <p:cNvSpPr>
            <a:spLocks noGrp="1"/>
          </p:cNvSpPr>
          <p:nvPr>
            <p:ph type="dt" sz="quarter" idx="10"/>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tr-TR" sz="1400"/>
              <a:t>26/12/2016</a:t>
            </a:r>
          </a:p>
        </p:txBody>
      </p:sp>
      <p:sp>
        <p:nvSpPr>
          <p:cNvPr id="37891" name="Footer Placeholder 4">
            <a:extLst>
              <a:ext uri="{FF2B5EF4-FFF2-40B4-BE49-F238E27FC236}">
                <a16:creationId xmlns:a16="http://schemas.microsoft.com/office/drawing/2014/main" id="{99AC6EA5-B24B-9CF9-342E-5FD89BD9D8A3}"/>
              </a:ext>
            </a:extLst>
          </p:cNvPr>
          <p:cNvSpPr>
            <a:spLocks noGrp="1"/>
          </p:cNvSpPr>
          <p:nvPr>
            <p:ph type="ftr" sz="quarter" idx="11"/>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tr-TR" sz="1400"/>
          </a:p>
        </p:txBody>
      </p:sp>
      <p:sp>
        <p:nvSpPr>
          <p:cNvPr id="37892" name="Slide Number Placeholder 5">
            <a:extLst>
              <a:ext uri="{FF2B5EF4-FFF2-40B4-BE49-F238E27FC236}">
                <a16:creationId xmlns:a16="http://schemas.microsoft.com/office/drawing/2014/main" id="{EED01CC2-C9CC-81E4-2ADD-0A268D753F1B}"/>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0AC2705D-3388-C24F-99A8-AB36C1DA69DE}" type="slidenum">
              <a:rPr lang="en-US" altLang="tr-TR" sz="1400"/>
              <a:pPr>
                <a:spcBef>
                  <a:spcPct val="0"/>
                </a:spcBef>
                <a:buFontTx/>
                <a:buNone/>
              </a:pPr>
              <a:t>26</a:t>
            </a:fld>
            <a:endParaRPr lang="en-US" altLang="tr-TR" sz="1400"/>
          </a:p>
        </p:txBody>
      </p:sp>
      <p:sp>
        <p:nvSpPr>
          <p:cNvPr id="23554" name="Rectangle 2">
            <a:extLst>
              <a:ext uri="{FF2B5EF4-FFF2-40B4-BE49-F238E27FC236}">
                <a16:creationId xmlns:a16="http://schemas.microsoft.com/office/drawing/2014/main" id="{6F94618A-E1B1-1D35-2759-0E9488623E01}"/>
              </a:ext>
            </a:extLst>
          </p:cNvPr>
          <p:cNvSpPr>
            <a:spLocks noGrp="1" noChangeArrowheads="1"/>
          </p:cNvSpPr>
          <p:nvPr>
            <p:ph type="ctrTitle"/>
          </p:nvPr>
        </p:nvSpPr>
        <p:spPr>
          <a:xfrm>
            <a:off x="685800" y="2286000"/>
            <a:ext cx="7772400" cy="1143000"/>
          </a:xfrm>
        </p:spPr>
        <p:txBody>
          <a:bodyPr anchor="ctr"/>
          <a:lstStyle/>
          <a:p>
            <a:pPr>
              <a:defRPr/>
            </a:pPr>
            <a:r>
              <a:rPr lang="en-US" altLang="tr-TR" sz="4400"/>
              <a:t>Cost Estimation Process</a:t>
            </a:r>
          </a:p>
        </p:txBody>
      </p:sp>
      <p:sp>
        <p:nvSpPr>
          <p:cNvPr id="37894" name="Text Box 4">
            <a:extLst>
              <a:ext uri="{FF2B5EF4-FFF2-40B4-BE49-F238E27FC236}">
                <a16:creationId xmlns:a16="http://schemas.microsoft.com/office/drawing/2014/main" id="{4A15268F-679F-3A36-1CA5-62F2872179B6}"/>
              </a:ext>
            </a:extLst>
          </p:cNvPr>
          <p:cNvSpPr txBox="1">
            <a:spLocks noChangeArrowheads="1"/>
          </p:cNvSpPr>
          <p:nvPr/>
        </p:nvSpPr>
        <p:spPr bwMode="auto">
          <a:xfrm>
            <a:off x="1965325" y="4232275"/>
            <a:ext cx="5272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tr-TR" sz="2400" b="1"/>
              <a:t>Cost=SizeOfTheProject x Productivity</a:t>
            </a:r>
            <a:r>
              <a:rPr lang="en-US" altLang="tr-TR" sz="2400"/>
              <a:t>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p:cNvGrpSpPr/>
        <p:nvPr/>
      </p:nvGrpSpPr>
      <p:grpSpPr>
        <a:xfrm>
          <a:off x="0" y="0"/>
          <a:ext cx="0" cy="0"/>
          <a:chOff x="0" y="0"/>
          <a:chExt cx="0" cy="0"/>
        </a:xfrm>
      </p:grpSpPr>
      <p:sp>
        <p:nvSpPr>
          <p:cNvPr id="38914" name="Date Placeholder 3">
            <a:extLst>
              <a:ext uri="{FF2B5EF4-FFF2-40B4-BE49-F238E27FC236}">
                <a16:creationId xmlns:a16="http://schemas.microsoft.com/office/drawing/2014/main" id="{F5DD8444-5191-A972-0661-2025C3CE2FC0}"/>
              </a:ext>
            </a:extLst>
          </p:cNvPr>
          <p:cNvSpPr>
            <a:spLocks noGrp="1"/>
          </p:cNvSpPr>
          <p:nvPr>
            <p:ph type="dt" sz="quarter" idx="10"/>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tr-TR" sz="1400"/>
              <a:t>26/12/2016</a:t>
            </a:r>
          </a:p>
        </p:txBody>
      </p:sp>
      <p:sp>
        <p:nvSpPr>
          <p:cNvPr id="38915" name="Footer Placeholder 4">
            <a:extLst>
              <a:ext uri="{FF2B5EF4-FFF2-40B4-BE49-F238E27FC236}">
                <a16:creationId xmlns:a16="http://schemas.microsoft.com/office/drawing/2014/main" id="{F49518F4-548A-C57D-09E6-4F23D3A83A92}"/>
              </a:ext>
            </a:extLst>
          </p:cNvPr>
          <p:cNvSpPr>
            <a:spLocks noGrp="1"/>
          </p:cNvSpPr>
          <p:nvPr>
            <p:ph type="ftr" sz="quarter" idx="11"/>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tr-TR" sz="1400"/>
          </a:p>
        </p:txBody>
      </p:sp>
      <p:sp>
        <p:nvSpPr>
          <p:cNvPr id="38916" name="Slide Number Placeholder 5">
            <a:extLst>
              <a:ext uri="{FF2B5EF4-FFF2-40B4-BE49-F238E27FC236}">
                <a16:creationId xmlns:a16="http://schemas.microsoft.com/office/drawing/2014/main" id="{D89CD31C-0B32-F988-7A15-1BEA73538DA3}"/>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5CED093-8EFE-FB49-A4C8-E2543651E41D}" type="slidenum">
              <a:rPr lang="en-US" altLang="tr-TR" sz="1400"/>
              <a:pPr>
                <a:spcBef>
                  <a:spcPct val="0"/>
                </a:spcBef>
                <a:buFontTx/>
                <a:buNone/>
              </a:pPr>
              <a:t>27</a:t>
            </a:fld>
            <a:endParaRPr lang="en-US" altLang="tr-TR" sz="1400"/>
          </a:p>
        </p:txBody>
      </p:sp>
      <p:sp>
        <p:nvSpPr>
          <p:cNvPr id="32770" name="Rectangle 2">
            <a:extLst>
              <a:ext uri="{FF2B5EF4-FFF2-40B4-BE49-F238E27FC236}">
                <a16:creationId xmlns:a16="http://schemas.microsoft.com/office/drawing/2014/main" id="{3BB616D3-6D26-0BB9-058A-0BE341B95226}"/>
              </a:ext>
            </a:extLst>
          </p:cNvPr>
          <p:cNvSpPr>
            <a:spLocks noGrp="1" noChangeArrowheads="1"/>
          </p:cNvSpPr>
          <p:nvPr>
            <p:ph type="title"/>
          </p:nvPr>
        </p:nvSpPr>
        <p:spPr/>
        <p:txBody>
          <a:bodyPr/>
          <a:lstStyle/>
          <a:p>
            <a:pPr>
              <a:defRPr/>
            </a:pPr>
            <a:r>
              <a:rPr lang="en-US" altLang="tr-TR"/>
              <a:t>Cost Estimation Process</a:t>
            </a:r>
          </a:p>
        </p:txBody>
      </p:sp>
      <p:sp>
        <p:nvSpPr>
          <p:cNvPr id="38918" name="Rectangle 12">
            <a:extLst>
              <a:ext uri="{FF2B5EF4-FFF2-40B4-BE49-F238E27FC236}">
                <a16:creationId xmlns:a16="http://schemas.microsoft.com/office/drawing/2014/main" id="{FBA1C20B-30BB-1D2F-8D6C-0D10B3E797C1}"/>
              </a:ext>
            </a:extLst>
          </p:cNvPr>
          <p:cNvSpPr>
            <a:spLocks noChangeArrowheads="1"/>
          </p:cNvSpPr>
          <p:nvPr/>
        </p:nvSpPr>
        <p:spPr bwMode="auto">
          <a:xfrm>
            <a:off x="0" y="750888"/>
            <a:ext cx="9144000"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tabLst>
                <a:tab pos="457200" algn="r"/>
                <a:tab pos="2743200" algn="ctr"/>
                <a:tab pos="5486400" algn="r"/>
              </a:tabLst>
              <a:defRPr sz="2800">
                <a:solidFill>
                  <a:schemeClr val="tx1"/>
                </a:solidFill>
                <a:latin typeface="Times New Roman" panose="02020603050405020304" pitchFamily="18" charset="0"/>
              </a:defRPr>
            </a:lvl1pPr>
            <a:lvl2pPr marL="742950" indent="-285750">
              <a:spcBef>
                <a:spcPct val="20000"/>
              </a:spcBef>
              <a:buChar char="–"/>
              <a:tabLst>
                <a:tab pos="457200" algn="r"/>
                <a:tab pos="2743200" algn="ctr"/>
                <a:tab pos="5486400" algn="r"/>
              </a:tabLst>
              <a:defRPr sz="2400">
                <a:solidFill>
                  <a:schemeClr val="tx1"/>
                </a:solidFill>
                <a:latin typeface="Times New Roman" panose="02020603050405020304" pitchFamily="18" charset="0"/>
              </a:defRPr>
            </a:lvl2pPr>
            <a:lvl3pPr marL="1143000" indent="-228600">
              <a:spcBef>
                <a:spcPct val="20000"/>
              </a:spcBef>
              <a:buChar char="•"/>
              <a:tabLst>
                <a:tab pos="457200" algn="r"/>
                <a:tab pos="2743200" algn="ctr"/>
                <a:tab pos="5486400" algn="r"/>
              </a:tabLst>
              <a:defRPr sz="2400">
                <a:solidFill>
                  <a:schemeClr val="tx1"/>
                </a:solidFill>
                <a:latin typeface="Times New Roman" panose="02020603050405020304" pitchFamily="18" charset="0"/>
              </a:defRPr>
            </a:lvl3pPr>
            <a:lvl4pPr marL="1600200" indent="-228600">
              <a:spcBef>
                <a:spcPct val="20000"/>
              </a:spcBef>
              <a:buChar char="–"/>
              <a:tabLst>
                <a:tab pos="457200" algn="r"/>
                <a:tab pos="2743200" algn="ctr"/>
                <a:tab pos="5486400" algn="r"/>
              </a:tabLst>
              <a:defRPr sz="2000">
                <a:solidFill>
                  <a:schemeClr val="tx1"/>
                </a:solidFill>
                <a:latin typeface="Times New Roman" panose="02020603050405020304" pitchFamily="18" charset="0"/>
              </a:defRPr>
            </a:lvl4pPr>
            <a:lvl5pPr marL="2057400" indent="-228600">
              <a:spcBef>
                <a:spcPct val="20000"/>
              </a:spcBef>
              <a:buChar char="»"/>
              <a:tabLst>
                <a:tab pos="457200" algn="r"/>
                <a:tab pos="2743200" algn="ctr"/>
                <a:tab pos="5486400" algn="r"/>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tabLst>
                <a:tab pos="457200" algn="r"/>
                <a:tab pos="2743200" algn="ctr"/>
                <a:tab pos="5486400" algn="r"/>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tabLst>
                <a:tab pos="457200" algn="r"/>
                <a:tab pos="2743200" algn="ctr"/>
                <a:tab pos="5486400" algn="r"/>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tabLst>
                <a:tab pos="457200" algn="r"/>
                <a:tab pos="2743200" algn="ctr"/>
                <a:tab pos="5486400" algn="r"/>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tabLst>
                <a:tab pos="457200" algn="r"/>
                <a:tab pos="2743200" algn="ctr"/>
                <a:tab pos="5486400" algn="r"/>
              </a:tabLst>
              <a:defRPr sz="2000">
                <a:solidFill>
                  <a:schemeClr val="tx1"/>
                </a:solidFill>
                <a:latin typeface="Times New Roman" panose="02020603050405020304" pitchFamily="18" charset="0"/>
              </a:defRPr>
            </a:lvl9pPr>
          </a:lstStyle>
          <a:p>
            <a:pPr>
              <a:spcBef>
                <a:spcPct val="0"/>
              </a:spcBef>
              <a:buFontTx/>
              <a:buNone/>
            </a:pPr>
            <a:r>
              <a:rPr lang="en-CA" altLang="tr-TR" sz="1200" b="1">
                <a:solidFill>
                  <a:srgbClr val="000000"/>
                </a:solidFill>
                <a:latin typeface="Helvetica" pitchFamily="2" charset="0"/>
                <a:cs typeface="Times New Roman" panose="02020603050405020304" pitchFamily="18" charset="0"/>
              </a:rPr>
              <a:t> </a:t>
            </a:r>
            <a:endParaRPr lang="en-CA" altLang="tr-TR" sz="1200">
              <a:solidFill>
                <a:srgbClr val="000000"/>
              </a:solidFill>
              <a:latin typeface="Helvetica" pitchFamily="2" charset="0"/>
              <a:cs typeface="Times New Roman" panose="02020603050405020304" pitchFamily="18" charset="0"/>
            </a:endParaRPr>
          </a:p>
          <a:p>
            <a:pPr>
              <a:spcBef>
                <a:spcPct val="0"/>
              </a:spcBef>
              <a:buFontTx/>
              <a:buNone/>
            </a:pPr>
            <a:endParaRPr lang="en-CA" altLang="tr-TR" sz="2400"/>
          </a:p>
        </p:txBody>
      </p:sp>
      <p:sp>
        <p:nvSpPr>
          <p:cNvPr id="38919" name="Rectangle 14">
            <a:extLst>
              <a:ext uri="{FF2B5EF4-FFF2-40B4-BE49-F238E27FC236}">
                <a16:creationId xmlns:a16="http://schemas.microsoft.com/office/drawing/2014/main" id="{88BBD04F-C7BD-C5FB-A687-94CAFF77B5BC}"/>
              </a:ext>
            </a:extLst>
          </p:cNvPr>
          <p:cNvSpPr>
            <a:spLocks noChangeArrowheads="1"/>
          </p:cNvSpPr>
          <p:nvPr/>
        </p:nvSpPr>
        <p:spPr bwMode="auto">
          <a:xfrm>
            <a:off x="0" y="750888"/>
            <a:ext cx="9144000"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tabLst>
                <a:tab pos="457200" algn="r"/>
                <a:tab pos="2743200" algn="ctr"/>
                <a:tab pos="5486400" algn="r"/>
              </a:tabLst>
              <a:defRPr sz="2800">
                <a:solidFill>
                  <a:schemeClr val="tx1"/>
                </a:solidFill>
                <a:latin typeface="Times New Roman" panose="02020603050405020304" pitchFamily="18" charset="0"/>
              </a:defRPr>
            </a:lvl1pPr>
            <a:lvl2pPr marL="742950" indent="-285750">
              <a:spcBef>
                <a:spcPct val="20000"/>
              </a:spcBef>
              <a:buChar char="–"/>
              <a:tabLst>
                <a:tab pos="457200" algn="r"/>
                <a:tab pos="2743200" algn="ctr"/>
                <a:tab pos="5486400" algn="r"/>
              </a:tabLst>
              <a:defRPr sz="2400">
                <a:solidFill>
                  <a:schemeClr val="tx1"/>
                </a:solidFill>
                <a:latin typeface="Times New Roman" panose="02020603050405020304" pitchFamily="18" charset="0"/>
              </a:defRPr>
            </a:lvl2pPr>
            <a:lvl3pPr marL="1143000" indent="-228600">
              <a:spcBef>
                <a:spcPct val="20000"/>
              </a:spcBef>
              <a:buChar char="•"/>
              <a:tabLst>
                <a:tab pos="457200" algn="r"/>
                <a:tab pos="2743200" algn="ctr"/>
                <a:tab pos="5486400" algn="r"/>
              </a:tabLst>
              <a:defRPr sz="2400">
                <a:solidFill>
                  <a:schemeClr val="tx1"/>
                </a:solidFill>
                <a:latin typeface="Times New Roman" panose="02020603050405020304" pitchFamily="18" charset="0"/>
              </a:defRPr>
            </a:lvl3pPr>
            <a:lvl4pPr marL="1600200" indent="-228600">
              <a:spcBef>
                <a:spcPct val="20000"/>
              </a:spcBef>
              <a:buChar char="–"/>
              <a:tabLst>
                <a:tab pos="457200" algn="r"/>
                <a:tab pos="2743200" algn="ctr"/>
                <a:tab pos="5486400" algn="r"/>
              </a:tabLst>
              <a:defRPr sz="2000">
                <a:solidFill>
                  <a:schemeClr val="tx1"/>
                </a:solidFill>
                <a:latin typeface="Times New Roman" panose="02020603050405020304" pitchFamily="18" charset="0"/>
              </a:defRPr>
            </a:lvl4pPr>
            <a:lvl5pPr marL="2057400" indent="-228600">
              <a:spcBef>
                <a:spcPct val="20000"/>
              </a:spcBef>
              <a:buChar char="»"/>
              <a:tabLst>
                <a:tab pos="457200" algn="r"/>
                <a:tab pos="2743200" algn="ctr"/>
                <a:tab pos="5486400" algn="r"/>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tabLst>
                <a:tab pos="457200" algn="r"/>
                <a:tab pos="2743200" algn="ctr"/>
                <a:tab pos="5486400" algn="r"/>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tabLst>
                <a:tab pos="457200" algn="r"/>
                <a:tab pos="2743200" algn="ctr"/>
                <a:tab pos="5486400" algn="r"/>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tabLst>
                <a:tab pos="457200" algn="r"/>
                <a:tab pos="2743200" algn="ctr"/>
                <a:tab pos="5486400" algn="r"/>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tabLst>
                <a:tab pos="457200" algn="r"/>
                <a:tab pos="2743200" algn="ctr"/>
                <a:tab pos="5486400" algn="r"/>
              </a:tabLst>
              <a:defRPr sz="2000">
                <a:solidFill>
                  <a:schemeClr val="tx1"/>
                </a:solidFill>
                <a:latin typeface="Times New Roman" panose="02020603050405020304" pitchFamily="18" charset="0"/>
              </a:defRPr>
            </a:lvl9pPr>
          </a:lstStyle>
          <a:p>
            <a:pPr>
              <a:spcBef>
                <a:spcPct val="0"/>
              </a:spcBef>
              <a:buFontTx/>
              <a:buNone/>
            </a:pPr>
            <a:r>
              <a:rPr lang="en-CA" altLang="tr-TR" sz="1200" b="1">
                <a:solidFill>
                  <a:srgbClr val="000000"/>
                </a:solidFill>
                <a:latin typeface="Helvetica" pitchFamily="2" charset="0"/>
                <a:cs typeface="Times New Roman" panose="02020603050405020304" pitchFamily="18" charset="0"/>
              </a:rPr>
              <a:t> </a:t>
            </a:r>
            <a:endParaRPr lang="en-CA" altLang="tr-TR" sz="1200">
              <a:solidFill>
                <a:srgbClr val="000000"/>
              </a:solidFill>
              <a:latin typeface="Helvetica" pitchFamily="2" charset="0"/>
              <a:cs typeface="Times New Roman" panose="02020603050405020304" pitchFamily="18" charset="0"/>
            </a:endParaRPr>
          </a:p>
          <a:p>
            <a:pPr>
              <a:spcBef>
                <a:spcPct val="0"/>
              </a:spcBef>
              <a:buFontTx/>
              <a:buNone/>
            </a:pPr>
            <a:endParaRPr lang="en-CA" altLang="tr-TR" sz="2400"/>
          </a:p>
        </p:txBody>
      </p:sp>
      <p:sp>
        <p:nvSpPr>
          <p:cNvPr id="38920" name="Text Box 16">
            <a:extLst>
              <a:ext uri="{FF2B5EF4-FFF2-40B4-BE49-F238E27FC236}">
                <a16:creationId xmlns:a16="http://schemas.microsoft.com/office/drawing/2014/main" id="{13ACBA93-4C25-EAAE-FC6C-1B5AF9E79D6E}"/>
              </a:ext>
            </a:extLst>
          </p:cNvPr>
          <p:cNvSpPr txBox="1">
            <a:spLocks noChangeArrowheads="1"/>
          </p:cNvSpPr>
          <p:nvPr/>
        </p:nvSpPr>
        <p:spPr bwMode="auto">
          <a:xfrm>
            <a:off x="6215063" y="4548188"/>
            <a:ext cx="10287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a:spcBef>
                <a:spcPct val="0"/>
              </a:spcBef>
              <a:buFontTx/>
              <a:buNone/>
            </a:pPr>
            <a:r>
              <a:rPr lang="en-US" altLang="zh-CN" sz="1600" b="1">
                <a:solidFill>
                  <a:srgbClr val="000000"/>
                </a:solidFill>
                <a:latin typeface="Verdana" panose="020B0604030504040204" pitchFamily="34" charset="0"/>
                <a:ea typeface="BatangChe" panose="02030609000101010101" pitchFamily="49" charset="-127"/>
              </a:rPr>
              <a:t>Errors</a:t>
            </a:r>
            <a:endParaRPr lang="en-US" altLang="zh-CN" sz="1600" b="1">
              <a:latin typeface="Verdana" panose="020B0604030504040204" pitchFamily="34" charset="0"/>
              <a:ea typeface="BatangChe" panose="02030609000101010101" pitchFamily="49" charset="-127"/>
            </a:endParaRPr>
          </a:p>
        </p:txBody>
      </p:sp>
      <p:sp>
        <p:nvSpPr>
          <p:cNvPr id="38921" name="Text Box 17">
            <a:extLst>
              <a:ext uri="{FF2B5EF4-FFF2-40B4-BE49-F238E27FC236}">
                <a16:creationId xmlns:a16="http://schemas.microsoft.com/office/drawing/2014/main" id="{09885682-BE71-5CD3-DBBD-C031974763A6}"/>
              </a:ext>
            </a:extLst>
          </p:cNvPr>
          <p:cNvSpPr txBox="1">
            <a:spLocks noChangeArrowheads="1"/>
          </p:cNvSpPr>
          <p:nvPr/>
        </p:nvSpPr>
        <p:spPr bwMode="auto">
          <a:xfrm>
            <a:off x="6238875" y="2871788"/>
            <a:ext cx="10287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a:spcBef>
                <a:spcPct val="0"/>
              </a:spcBef>
              <a:buFontTx/>
              <a:buNone/>
            </a:pPr>
            <a:r>
              <a:rPr lang="en-US" altLang="zh-CN" sz="1600" b="1">
                <a:latin typeface="Verdana" panose="020B0604030504040204" pitchFamily="34" charset="0"/>
                <a:ea typeface="BatangChe" panose="02030609000101010101" pitchFamily="49" charset="-127"/>
              </a:rPr>
              <a:t>Effort</a:t>
            </a:r>
          </a:p>
        </p:txBody>
      </p:sp>
      <p:sp>
        <p:nvSpPr>
          <p:cNvPr id="38922" name="Text Box 18">
            <a:extLst>
              <a:ext uri="{FF2B5EF4-FFF2-40B4-BE49-F238E27FC236}">
                <a16:creationId xmlns:a16="http://schemas.microsoft.com/office/drawing/2014/main" id="{CFF4999C-A975-2D44-B2C1-4B6EAE329BB1}"/>
              </a:ext>
            </a:extLst>
          </p:cNvPr>
          <p:cNvSpPr txBox="1">
            <a:spLocks noChangeArrowheads="1"/>
          </p:cNvSpPr>
          <p:nvPr/>
        </p:nvSpPr>
        <p:spPr bwMode="auto">
          <a:xfrm>
            <a:off x="6238875" y="3405188"/>
            <a:ext cx="2743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a:spcBef>
                <a:spcPct val="0"/>
              </a:spcBef>
              <a:buFontTx/>
              <a:buNone/>
            </a:pPr>
            <a:r>
              <a:rPr lang="en-US" altLang="zh-CN" sz="1600" b="1">
                <a:solidFill>
                  <a:srgbClr val="000000"/>
                </a:solidFill>
                <a:latin typeface="Verdana" panose="020B0604030504040204" pitchFamily="34" charset="0"/>
                <a:ea typeface="BatangChe" panose="02030609000101010101" pitchFamily="49" charset="-127"/>
              </a:rPr>
              <a:t>Development Time</a:t>
            </a:r>
            <a:r>
              <a:rPr lang="en-US" altLang="zh-CN" sz="1600" b="1">
                <a:latin typeface="Verdana" panose="020B0604030504040204" pitchFamily="34" charset="0"/>
                <a:ea typeface="BatangChe" panose="02030609000101010101" pitchFamily="49" charset="-127"/>
              </a:rPr>
              <a:t> </a:t>
            </a:r>
          </a:p>
        </p:txBody>
      </p:sp>
      <p:sp>
        <p:nvSpPr>
          <p:cNvPr id="38923" name="Text Box 19">
            <a:extLst>
              <a:ext uri="{FF2B5EF4-FFF2-40B4-BE49-F238E27FC236}">
                <a16:creationId xmlns:a16="http://schemas.microsoft.com/office/drawing/2014/main" id="{BDF46AA9-153E-E18A-BA0C-46108F630072}"/>
              </a:ext>
            </a:extLst>
          </p:cNvPr>
          <p:cNvSpPr txBox="1">
            <a:spLocks noChangeArrowheads="1"/>
          </p:cNvSpPr>
          <p:nvPr/>
        </p:nvSpPr>
        <p:spPr bwMode="auto">
          <a:xfrm>
            <a:off x="428625" y="3024188"/>
            <a:ext cx="25146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FontTx/>
              <a:buNone/>
            </a:pPr>
            <a:r>
              <a:rPr lang="en-US" altLang="zh-CN" sz="1600" b="1">
                <a:solidFill>
                  <a:srgbClr val="000000"/>
                </a:solidFill>
                <a:latin typeface="Verdana" panose="020B0604030504040204" pitchFamily="34" charset="0"/>
                <a:ea typeface="BatangChe" panose="02030609000101010101" pitchFamily="49" charset="-127"/>
              </a:rPr>
              <a:t>Size Table</a:t>
            </a:r>
          </a:p>
          <a:p>
            <a:pPr algn="r">
              <a:spcBef>
                <a:spcPct val="0"/>
              </a:spcBef>
              <a:buFontTx/>
              <a:buNone/>
            </a:pPr>
            <a:endParaRPr lang="en-US" altLang="zh-CN" sz="1600" b="1">
              <a:solidFill>
                <a:srgbClr val="000000"/>
              </a:solidFill>
              <a:latin typeface="Verdana" panose="020B0604030504040204" pitchFamily="34" charset="0"/>
              <a:ea typeface="BatangChe" panose="02030609000101010101" pitchFamily="49" charset="-127"/>
            </a:endParaRPr>
          </a:p>
          <a:p>
            <a:pPr algn="r">
              <a:spcBef>
                <a:spcPct val="0"/>
              </a:spcBef>
              <a:buFontTx/>
              <a:buNone/>
            </a:pPr>
            <a:r>
              <a:rPr lang="en-US" altLang="zh-CN" sz="1600" b="1">
                <a:solidFill>
                  <a:srgbClr val="000000"/>
                </a:solidFill>
                <a:latin typeface="Verdana" panose="020B0604030504040204" pitchFamily="34" charset="0"/>
                <a:ea typeface="BatangChe" panose="02030609000101010101" pitchFamily="49" charset="-127"/>
              </a:rPr>
              <a:t>Lines of Code</a:t>
            </a:r>
          </a:p>
          <a:p>
            <a:pPr algn="r">
              <a:spcBef>
                <a:spcPct val="0"/>
              </a:spcBef>
              <a:buFontTx/>
              <a:buNone/>
            </a:pPr>
            <a:endParaRPr lang="en-US" altLang="zh-CN" sz="1600" b="1">
              <a:solidFill>
                <a:srgbClr val="000000"/>
              </a:solidFill>
              <a:latin typeface="Verdana" panose="020B0604030504040204" pitchFamily="34" charset="0"/>
              <a:ea typeface="BatangChe" panose="02030609000101010101" pitchFamily="49" charset="-127"/>
            </a:endParaRPr>
          </a:p>
          <a:p>
            <a:pPr algn="r">
              <a:spcBef>
                <a:spcPct val="0"/>
              </a:spcBef>
              <a:buFontTx/>
              <a:buNone/>
            </a:pPr>
            <a:r>
              <a:rPr lang="en-US" altLang="zh-CN" sz="1600" b="1">
                <a:solidFill>
                  <a:srgbClr val="000000"/>
                </a:solidFill>
                <a:latin typeface="Verdana" panose="020B0604030504040204" pitchFamily="34" charset="0"/>
                <a:ea typeface="BatangChe" panose="02030609000101010101" pitchFamily="49" charset="-127"/>
              </a:rPr>
              <a:t>Number of Use Case</a:t>
            </a:r>
          </a:p>
          <a:p>
            <a:pPr algn="r">
              <a:spcBef>
                <a:spcPct val="0"/>
              </a:spcBef>
              <a:buFontTx/>
              <a:buNone/>
            </a:pPr>
            <a:endParaRPr lang="en-US" altLang="zh-CN" sz="1600" b="1">
              <a:solidFill>
                <a:srgbClr val="000000"/>
              </a:solidFill>
              <a:latin typeface="Verdana" panose="020B0604030504040204" pitchFamily="34" charset="0"/>
              <a:ea typeface="BatangChe" panose="02030609000101010101" pitchFamily="49" charset="-127"/>
            </a:endParaRPr>
          </a:p>
          <a:p>
            <a:pPr algn="r">
              <a:spcBef>
                <a:spcPct val="0"/>
              </a:spcBef>
              <a:buFontTx/>
              <a:buNone/>
            </a:pPr>
            <a:r>
              <a:rPr lang="en-US" altLang="zh-CN" sz="1600" b="1">
                <a:solidFill>
                  <a:srgbClr val="000000"/>
                </a:solidFill>
                <a:latin typeface="Verdana" panose="020B0604030504040204" pitchFamily="34" charset="0"/>
                <a:ea typeface="BatangChe" panose="02030609000101010101" pitchFamily="49" charset="-127"/>
              </a:rPr>
              <a:t>Function Point</a:t>
            </a:r>
            <a:endParaRPr lang="en-US" altLang="zh-CN" sz="1600" b="1">
              <a:latin typeface="Verdana" panose="020B0604030504040204" pitchFamily="34" charset="0"/>
              <a:ea typeface="BatangChe" panose="02030609000101010101" pitchFamily="49" charset="-127"/>
            </a:endParaRPr>
          </a:p>
        </p:txBody>
      </p:sp>
      <p:sp>
        <p:nvSpPr>
          <p:cNvPr id="38924" name="Line 20">
            <a:extLst>
              <a:ext uri="{FF2B5EF4-FFF2-40B4-BE49-F238E27FC236}">
                <a16:creationId xmlns:a16="http://schemas.microsoft.com/office/drawing/2014/main" id="{0F4C085A-452D-7295-6F7D-7771BCF4BE62}"/>
              </a:ext>
            </a:extLst>
          </p:cNvPr>
          <p:cNvSpPr>
            <a:spLocks noChangeShapeType="1"/>
          </p:cNvSpPr>
          <p:nvPr/>
        </p:nvSpPr>
        <p:spPr bwMode="auto">
          <a:xfrm>
            <a:off x="2886075" y="3862388"/>
            <a:ext cx="3810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925" name="Oval 21">
            <a:extLst>
              <a:ext uri="{FF2B5EF4-FFF2-40B4-BE49-F238E27FC236}">
                <a16:creationId xmlns:a16="http://schemas.microsoft.com/office/drawing/2014/main" id="{39DBA178-2442-434A-82E0-D08646728488}"/>
              </a:ext>
            </a:extLst>
          </p:cNvPr>
          <p:cNvSpPr>
            <a:spLocks noChangeArrowheads="1"/>
          </p:cNvSpPr>
          <p:nvPr/>
        </p:nvSpPr>
        <p:spPr bwMode="auto">
          <a:xfrm>
            <a:off x="3267075" y="3176588"/>
            <a:ext cx="2514600" cy="1371600"/>
          </a:xfrm>
          <a:prstGeom prst="ellipse">
            <a:avLst/>
          </a:prstGeom>
          <a:solidFill>
            <a:srgbClr val="CCFFCC"/>
          </a:solidFill>
          <a:ln w="9525">
            <a:solidFill>
              <a:schemeClr val="tx1"/>
            </a:solidFill>
            <a:round/>
            <a:headEnd/>
            <a:tailEnd/>
          </a:ln>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tr-TR" altLang="en-US" sz="2400"/>
          </a:p>
        </p:txBody>
      </p:sp>
      <p:sp>
        <p:nvSpPr>
          <p:cNvPr id="38926" name="Text Box 22">
            <a:extLst>
              <a:ext uri="{FF2B5EF4-FFF2-40B4-BE49-F238E27FC236}">
                <a16:creationId xmlns:a16="http://schemas.microsoft.com/office/drawing/2014/main" id="{F212F33A-9257-5B9B-EAF1-9FC173AAC0B1}"/>
              </a:ext>
            </a:extLst>
          </p:cNvPr>
          <p:cNvSpPr txBox="1">
            <a:spLocks noChangeArrowheads="1"/>
          </p:cNvSpPr>
          <p:nvPr/>
        </p:nvSpPr>
        <p:spPr bwMode="auto">
          <a:xfrm>
            <a:off x="3343275" y="3709988"/>
            <a:ext cx="25146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a:spcBef>
                <a:spcPct val="0"/>
              </a:spcBef>
              <a:buFontTx/>
              <a:buNone/>
            </a:pPr>
            <a:r>
              <a:rPr lang="en-US" altLang="zh-CN" sz="1600" b="1">
                <a:latin typeface="Verdana" panose="020B0604030504040204" pitchFamily="34" charset="0"/>
                <a:ea typeface="BatangChe" panose="02030609000101010101" pitchFamily="49" charset="-127"/>
              </a:rPr>
              <a:t>Estimation Process</a:t>
            </a:r>
          </a:p>
        </p:txBody>
      </p:sp>
      <p:sp>
        <p:nvSpPr>
          <p:cNvPr id="38927" name="Line 23">
            <a:extLst>
              <a:ext uri="{FF2B5EF4-FFF2-40B4-BE49-F238E27FC236}">
                <a16:creationId xmlns:a16="http://schemas.microsoft.com/office/drawing/2014/main" id="{DA955BE5-D626-AA7C-6AF4-D676F65846EA}"/>
              </a:ext>
            </a:extLst>
          </p:cNvPr>
          <p:cNvSpPr>
            <a:spLocks noChangeShapeType="1"/>
          </p:cNvSpPr>
          <p:nvPr/>
        </p:nvSpPr>
        <p:spPr bwMode="auto">
          <a:xfrm flipV="1">
            <a:off x="5629275" y="3024188"/>
            <a:ext cx="609600" cy="49847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928" name="Line 24">
            <a:extLst>
              <a:ext uri="{FF2B5EF4-FFF2-40B4-BE49-F238E27FC236}">
                <a16:creationId xmlns:a16="http://schemas.microsoft.com/office/drawing/2014/main" id="{FAA6BF29-3A17-1B8D-BDE0-BC6B85FB68CB}"/>
              </a:ext>
            </a:extLst>
          </p:cNvPr>
          <p:cNvSpPr>
            <a:spLocks noChangeShapeType="1"/>
          </p:cNvSpPr>
          <p:nvPr/>
        </p:nvSpPr>
        <p:spPr bwMode="auto">
          <a:xfrm>
            <a:off x="5629275" y="4243388"/>
            <a:ext cx="609600" cy="4572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929" name="Line 25">
            <a:extLst>
              <a:ext uri="{FF2B5EF4-FFF2-40B4-BE49-F238E27FC236}">
                <a16:creationId xmlns:a16="http://schemas.microsoft.com/office/drawing/2014/main" id="{AE484D1A-4934-1191-81CC-9299C5F4DA9D}"/>
              </a:ext>
            </a:extLst>
          </p:cNvPr>
          <p:cNvSpPr>
            <a:spLocks noChangeShapeType="1"/>
          </p:cNvSpPr>
          <p:nvPr/>
        </p:nvSpPr>
        <p:spPr bwMode="auto">
          <a:xfrm flipV="1">
            <a:off x="5781675" y="3557588"/>
            <a:ext cx="533400" cy="228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930" name="Text Box 26">
            <a:extLst>
              <a:ext uri="{FF2B5EF4-FFF2-40B4-BE49-F238E27FC236}">
                <a16:creationId xmlns:a16="http://schemas.microsoft.com/office/drawing/2014/main" id="{BADC9CF0-BAD8-CA4A-2A34-7CA722BC60F1}"/>
              </a:ext>
            </a:extLst>
          </p:cNvPr>
          <p:cNvSpPr txBox="1">
            <a:spLocks noChangeArrowheads="1"/>
          </p:cNvSpPr>
          <p:nvPr/>
        </p:nvSpPr>
        <p:spPr bwMode="auto">
          <a:xfrm>
            <a:off x="6238875" y="3983038"/>
            <a:ext cx="2667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kumimoji="1" lang="en-US" altLang="zh-CN" sz="1600" b="1">
                <a:latin typeface="Verdana" panose="020B0604030504040204" pitchFamily="34" charset="0"/>
                <a:ea typeface="BatangChe" panose="02030609000101010101" pitchFamily="49" charset="-127"/>
              </a:rPr>
              <a:t>Number of Personnel</a:t>
            </a:r>
          </a:p>
        </p:txBody>
      </p:sp>
      <p:sp>
        <p:nvSpPr>
          <p:cNvPr id="38931" name="Line 27">
            <a:extLst>
              <a:ext uri="{FF2B5EF4-FFF2-40B4-BE49-F238E27FC236}">
                <a16:creationId xmlns:a16="http://schemas.microsoft.com/office/drawing/2014/main" id="{19ABECB5-F092-CAE7-258A-056CBEB176BF}"/>
              </a:ext>
            </a:extLst>
          </p:cNvPr>
          <p:cNvSpPr>
            <a:spLocks noChangeShapeType="1"/>
          </p:cNvSpPr>
          <p:nvPr/>
        </p:nvSpPr>
        <p:spPr bwMode="auto">
          <a:xfrm>
            <a:off x="5781675" y="3938588"/>
            <a:ext cx="533400" cy="228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Date Placeholder 3">
            <a:extLst>
              <a:ext uri="{FF2B5EF4-FFF2-40B4-BE49-F238E27FC236}">
                <a16:creationId xmlns:a16="http://schemas.microsoft.com/office/drawing/2014/main" id="{4678BA40-8E71-2446-B4DA-9D18F62E4535}"/>
              </a:ext>
            </a:extLst>
          </p:cNvPr>
          <p:cNvSpPr>
            <a:spLocks noGrp="1"/>
          </p:cNvSpPr>
          <p:nvPr>
            <p:ph type="dt" sz="quarter" idx="10"/>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tr-TR" sz="1400"/>
              <a:t>26/12/2016</a:t>
            </a:r>
          </a:p>
        </p:txBody>
      </p:sp>
      <p:sp>
        <p:nvSpPr>
          <p:cNvPr id="39939" name="Footer Placeholder 4">
            <a:extLst>
              <a:ext uri="{FF2B5EF4-FFF2-40B4-BE49-F238E27FC236}">
                <a16:creationId xmlns:a16="http://schemas.microsoft.com/office/drawing/2014/main" id="{2E7B8323-61BC-B7DA-9378-E79B079BE0B8}"/>
              </a:ext>
            </a:extLst>
          </p:cNvPr>
          <p:cNvSpPr>
            <a:spLocks noGrp="1"/>
          </p:cNvSpPr>
          <p:nvPr>
            <p:ph type="ftr" sz="quarter" idx="11"/>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tr-TR" sz="1400"/>
          </a:p>
        </p:txBody>
      </p:sp>
      <p:sp>
        <p:nvSpPr>
          <p:cNvPr id="39940" name="Slide Number Placeholder 5">
            <a:extLst>
              <a:ext uri="{FF2B5EF4-FFF2-40B4-BE49-F238E27FC236}">
                <a16:creationId xmlns:a16="http://schemas.microsoft.com/office/drawing/2014/main" id="{D086EC68-8258-A25B-A6A8-C769EA2C95E0}"/>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14F0DF77-D19F-B540-B94B-46A2B40E6C29}" type="slidenum">
              <a:rPr lang="en-US" altLang="tr-TR" sz="1400"/>
              <a:pPr>
                <a:spcBef>
                  <a:spcPct val="0"/>
                </a:spcBef>
                <a:buFontTx/>
                <a:buNone/>
              </a:pPr>
              <a:t>28</a:t>
            </a:fld>
            <a:endParaRPr lang="en-US" altLang="tr-TR" sz="1400"/>
          </a:p>
        </p:txBody>
      </p:sp>
      <p:sp>
        <p:nvSpPr>
          <p:cNvPr id="33794" name="Rectangle 2">
            <a:extLst>
              <a:ext uri="{FF2B5EF4-FFF2-40B4-BE49-F238E27FC236}">
                <a16:creationId xmlns:a16="http://schemas.microsoft.com/office/drawing/2014/main" id="{E8B6DA93-6C71-0113-BCB3-0F8CC675AA62}"/>
              </a:ext>
            </a:extLst>
          </p:cNvPr>
          <p:cNvSpPr>
            <a:spLocks noGrp="1" noChangeArrowheads="1"/>
          </p:cNvSpPr>
          <p:nvPr>
            <p:ph type="title"/>
          </p:nvPr>
        </p:nvSpPr>
        <p:spPr>
          <a:xfrm>
            <a:off x="685800" y="0"/>
            <a:ext cx="7772400" cy="1143000"/>
          </a:xfrm>
        </p:spPr>
        <p:txBody>
          <a:bodyPr/>
          <a:lstStyle/>
          <a:p>
            <a:pPr>
              <a:defRPr/>
            </a:pPr>
            <a:r>
              <a:rPr lang="en-US" altLang="tr-TR" dirty="0"/>
              <a:t>Project Size - Metrics</a:t>
            </a:r>
          </a:p>
        </p:txBody>
      </p:sp>
      <p:sp>
        <p:nvSpPr>
          <p:cNvPr id="33795" name="Rectangle 3">
            <a:extLst>
              <a:ext uri="{FF2B5EF4-FFF2-40B4-BE49-F238E27FC236}">
                <a16:creationId xmlns:a16="http://schemas.microsoft.com/office/drawing/2014/main" id="{1E10920D-B566-0D89-A68B-FBF506F61357}"/>
              </a:ext>
            </a:extLst>
          </p:cNvPr>
          <p:cNvSpPr>
            <a:spLocks noGrp="1" noChangeArrowheads="1"/>
          </p:cNvSpPr>
          <p:nvPr>
            <p:ph type="body" idx="1"/>
          </p:nvPr>
        </p:nvSpPr>
        <p:spPr>
          <a:xfrm>
            <a:off x="685800" y="990600"/>
            <a:ext cx="7772400" cy="5105400"/>
          </a:xfrm>
        </p:spPr>
        <p:txBody>
          <a:bodyPr/>
          <a:lstStyle/>
          <a:p>
            <a:pPr marL="533400" indent="-533400">
              <a:buFontTx/>
              <a:buAutoNum type="arabicPeriod"/>
            </a:pPr>
            <a:r>
              <a:rPr lang="en-CA" altLang="tr-TR" sz="1800" b="1"/>
              <a:t>Number of functional requirements</a:t>
            </a:r>
            <a:endParaRPr lang="en-US" altLang="tr-TR" sz="1800"/>
          </a:p>
          <a:p>
            <a:pPr marL="533400" indent="-533400">
              <a:buFontTx/>
              <a:buAutoNum type="arabicPeriod"/>
            </a:pPr>
            <a:r>
              <a:rPr lang="en-CA" altLang="tr-TR" sz="1800" b="1"/>
              <a:t>Cumulative number of functional and non-functional requirements</a:t>
            </a:r>
            <a:endParaRPr lang="en-US" altLang="tr-TR" sz="1800"/>
          </a:p>
          <a:p>
            <a:pPr marL="533400" indent="-533400">
              <a:buFontTx/>
              <a:buAutoNum type="arabicPeriod"/>
            </a:pPr>
            <a:r>
              <a:rPr lang="en-CA" altLang="tr-TR" sz="1800" b="1"/>
              <a:t>Number of Customer Test Cases</a:t>
            </a:r>
            <a:endParaRPr lang="en-US" altLang="tr-TR" sz="1800"/>
          </a:p>
          <a:p>
            <a:pPr marL="533400" indent="-533400">
              <a:buFontTx/>
              <a:buAutoNum type="arabicPeriod"/>
            </a:pPr>
            <a:r>
              <a:rPr lang="en-CA" altLang="tr-TR" sz="1800" b="1"/>
              <a:t>Number of ‘typical sized’ use cases</a:t>
            </a:r>
            <a:endParaRPr lang="en-US" altLang="tr-TR" sz="1800"/>
          </a:p>
          <a:p>
            <a:pPr marL="533400" indent="-533400">
              <a:buFontTx/>
              <a:buAutoNum type="arabicPeriod"/>
            </a:pPr>
            <a:r>
              <a:rPr lang="en-CA" altLang="tr-TR" sz="1800" b="1"/>
              <a:t>Number of inquiries</a:t>
            </a:r>
            <a:endParaRPr lang="en-US" altLang="tr-TR" sz="1800"/>
          </a:p>
          <a:p>
            <a:pPr marL="533400" indent="-533400">
              <a:buFontTx/>
              <a:buAutoNum type="arabicPeriod"/>
            </a:pPr>
            <a:r>
              <a:rPr lang="en-CA" altLang="tr-TR" sz="1800" b="1"/>
              <a:t>Number of files accessed (external, internal, master)</a:t>
            </a:r>
            <a:endParaRPr lang="en-US" altLang="tr-TR" sz="1800"/>
          </a:p>
          <a:p>
            <a:pPr marL="533400" indent="-533400">
              <a:buFontTx/>
              <a:buAutoNum type="arabicPeriod"/>
            </a:pPr>
            <a:r>
              <a:rPr lang="en-CA" altLang="tr-TR" sz="1800" b="1"/>
              <a:t>Total number of components (subsystems, modules, procedures, routines, classes, methods)</a:t>
            </a:r>
            <a:endParaRPr lang="en-US" altLang="tr-TR" sz="1800"/>
          </a:p>
          <a:p>
            <a:pPr marL="533400" indent="-533400">
              <a:buFontTx/>
              <a:buAutoNum type="arabicPeriod"/>
            </a:pPr>
            <a:r>
              <a:rPr lang="en-CA" altLang="tr-TR" sz="1800" b="1"/>
              <a:t>Total number of interfaces</a:t>
            </a:r>
            <a:endParaRPr lang="en-US" altLang="tr-TR" sz="1800"/>
          </a:p>
          <a:p>
            <a:pPr marL="533400" indent="-533400">
              <a:buFontTx/>
              <a:buAutoNum type="arabicPeriod"/>
            </a:pPr>
            <a:r>
              <a:rPr lang="en-CA" altLang="tr-TR" sz="1800" b="1"/>
              <a:t>Number of System Integration Test Cases</a:t>
            </a:r>
            <a:endParaRPr lang="en-US" altLang="tr-TR" sz="1800"/>
          </a:p>
          <a:p>
            <a:pPr marL="533400" indent="-533400">
              <a:buFontTx/>
              <a:buAutoNum type="arabicPeriod"/>
            </a:pPr>
            <a:r>
              <a:rPr lang="en-CA" altLang="tr-TR" sz="1800" b="1"/>
              <a:t>Number of input and output parameters (summed over each interface)</a:t>
            </a:r>
            <a:endParaRPr lang="en-US" altLang="tr-TR" sz="1800"/>
          </a:p>
          <a:p>
            <a:pPr marL="533400" indent="-533400">
              <a:buFontTx/>
              <a:buAutoNum type="arabicPeriod"/>
            </a:pPr>
            <a:r>
              <a:rPr lang="en-CA" altLang="tr-TR" sz="1800" b="1"/>
              <a:t>Number of Designer Unit Test Cases</a:t>
            </a:r>
            <a:endParaRPr lang="en-US" altLang="tr-TR" sz="1800"/>
          </a:p>
          <a:p>
            <a:pPr marL="533400" indent="-533400">
              <a:buFontTx/>
              <a:buAutoNum type="arabicPeriod"/>
            </a:pPr>
            <a:r>
              <a:rPr lang="en-CA" altLang="tr-TR" sz="1800" b="1"/>
              <a:t>Number of decisions (if, case statements) summed over each routine or method</a:t>
            </a:r>
          </a:p>
          <a:p>
            <a:pPr marL="533400" indent="-533400">
              <a:buFontTx/>
              <a:buAutoNum type="arabicPeriod"/>
            </a:pPr>
            <a:r>
              <a:rPr lang="en-CA" altLang="tr-TR" sz="1800" b="1">
                <a:solidFill>
                  <a:srgbClr val="000000"/>
                </a:solidFill>
                <a:latin typeface="Helvetica" pitchFamily="2" charset="0"/>
                <a:cs typeface="Times New Roman" panose="02020603050405020304" pitchFamily="18" charset="0"/>
              </a:rPr>
              <a:t>Lines of Code, summed over each routine or method</a:t>
            </a:r>
            <a:r>
              <a:rPr lang="en-US" altLang="tr-TR" sz="180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379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379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379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3795">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3795">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33795">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33795">
                                            <p:txEl>
                                              <p:pRg st="7" end="7"/>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33795">
                                            <p:txEl>
                                              <p:pRg st="8" end="8"/>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33795">
                                            <p:txEl>
                                              <p:pRg st="9" end="9"/>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33795">
                                            <p:txEl>
                                              <p:pRg st="10" end="10"/>
                                            </p:txEl>
                                          </p:spTgt>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0"/>
                                          </p:stCondLst>
                                        </p:cTn>
                                        <p:tgtEl>
                                          <p:spTgt spid="33795">
                                            <p:txEl>
                                              <p:pRg st="11" end="11"/>
                                            </p:txEl>
                                          </p:spTgt>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nodeType="clickEffect">
                                  <p:stCondLst>
                                    <p:cond delay="0"/>
                                  </p:stCondLst>
                                  <p:childTnLst>
                                    <p:set>
                                      <p:cBhvr>
                                        <p:cTn id="54" dur="1" fill="hold">
                                          <p:stCondLst>
                                            <p:cond delay="0"/>
                                          </p:stCondLst>
                                        </p:cTn>
                                        <p:tgtEl>
                                          <p:spTgt spid="33795">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Date Placeholder 3">
            <a:extLst>
              <a:ext uri="{FF2B5EF4-FFF2-40B4-BE49-F238E27FC236}">
                <a16:creationId xmlns:a16="http://schemas.microsoft.com/office/drawing/2014/main" id="{289682B5-8C92-04B8-1CE6-CD6B443C2DDC}"/>
              </a:ext>
            </a:extLst>
          </p:cNvPr>
          <p:cNvSpPr>
            <a:spLocks noGrp="1"/>
          </p:cNvSpPr>
          <p:nvPr>
            <p:ph type="dt" sz="quarter" idx="10"/>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tr-TR" sz="1400"/>
              <a:t>26/12/2016</a:t>
            </a:r>
          </a:p>
        </p:txBody>
      </p:sp>
      <p:sp>
        <p:nvSpPr>
          <p:cNvPr id="40963" name="Footer Placeholder 4">
            <a:extLst>
              <a:ext uri="{FF2B5EF4-FFF2-40B4-BE49-F238E27FC236}">
                <a16:creationId xmlns:a16="http://schemas.microsoft.com/office/drawing/2014/main" id="{BEFE39A3-374B-41B0-C4CB-5C30ADC5797B}"/>
              </a:ext>
            </a:extLst>
          </p:cNvPr>
          <p:cNvSpPr>
            <a:spLocks noGrp="1"/>
          </p:cNvSpPr>
          <p:nvPr>
            <p:ph type="ftr" sz="quarter" idx="11"/>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tr-TR" sz="1400"/>
          </a:p>
        </p:txBody>
      </p:sp>
      <p:sp>
        <p:nvSpPr>
          <p:cNvPr id="40964" name="Slide Number Placeholder 5">
            <a:extLst>
              <a:ext uri="{FF2B5EF4-FFF2-40B4-BE49-F238E27FC236}">
                <a16:creationId xmlns:a16="http://schemas.microsoft.com/office/drawing/2014/main" id="{403E1A8F-06DF-F1DE-04B4-56E62C0B8B22}"/>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80925F6-3B03-8D47-9794-37F7E5A99B12}" type="slidenum">
              <a:rPr lang="en-US" altLang="tr-TR" sz="1400"/>
              <a:pPr>
                <a:spcBef>
                  <a:spcPct val="0"/>
                </a:spcBef>
                <a:buFontTx/>
                <a:buNone/>
              </a:pPr>
              <a:t>29</a:t>
            </a:fld>
            <a:endParaRPr lang="en-US" altLang="tr-TR" sz="1400"/>
          </a:p>
        </p:txBody>
      </p:sp>
      <p:sp>
        <p:nvSpPr>
          <p:cNvPr id="34818" name="Rectangle 2">
            <a:extLst>
              <a:ext uri="{FF2B5EF4-FFF2-40B4-BE49-F238E27FC236}">
                <a16:creationId xmlns:a16="http://schemas.microsoft.com/office/drawing/2014/main" id="{18661ABB-14B5-A389-B5E0-BC6A17489271}"/>
              </a:ext>
            </a:extLst>
          </p:cNvPr>
          <p:cNvSpPr>
            <a:spLocks noGrp="1" noChangeArrowheads="1"/>
          </p:cNvSpPr>
          <p:nvPr>
            <p:ph type="title"/>
          </p:nvPr>
        </p:nvSpPr>
        <p:spPr/>
        <p:txBody>
          <a:bodyPr/>
          <a:lstStyle/>
          <a:p>
            <a:pPr>
              <a:defRPr/>
            </a:pPr>
            <a:r>
              <a:rPr lang="en-US" altLang="tr-TR"/>
              <a:t>Project Size – Metrics(.)</a:t>
            </a:r>
          </a:p>
        </p:txBody>
      </p:sp>
      <p:sp>
        <p:nvSpPr>
          <p:cNvPr id="40966" name="Rectangle 3">
            <a:extLst>
              <a:ext uri="{FF2B5EF4-FFF2-40B4-BE49-F238E27FC236}">
                <a16:creationId xmlns:a16="http://schemas.microsoft.com/office/drawing/2014/main" id="{5A2F82A9-C027-152D-5C90-9D149B6F7BC2}"/>
              </a:ext>
            </a:extLst>
          </p:cNvPr>
          <p:cNvSpPr>
            <a:spLocks noGrp="1" noChangeArrowheads="1"/>
          </p:cNvSpPr>
          <p:nvPr>
            <p:ph type="body" idx="1"/>
          </p:nvPr>
        </p:nvSpPr>
        <p:spPr/>
        <p:txBody>
          <a:bodyPr/>
          <a:lstStyle/>
          <a:p>
            <a:pPr>
              <a:spcBef>
                <a:spcPct val="0"/>
              </a:spcBef>
              <a:buFontTx/>
              <a:buNone/>
            </a:pPr>
            <a:r>
              <a:rPr lang="en-CA" altLang="tr-TR" sz="2000" b="1" u="sng">
                <a:solidFill>
                  <a:srgbClr val="000000"/>
                </a:solidFill>
                <a:latin typeface="Helvetica" pitchFamily="2" charset="0"/>
                <a:cs typeface="Times New Roman" panose="02020603050405020304" pitchFamily="18" charset="0"/>
              </a:rPr>
              <a:t>Availability of Size Estimation Metrics:</a:t>
            </a:r>
            <a:endParaRPr lang="en-CA" altLang="tr-TR" sz="2000">
              <a:solidFill>
                <a:srgbClr val="000000"/>
              </a:solidFill>
              <a:latin typeface="Helvetica" pitchFamily="2" charset="0"/>
              <a:cs typeface="Times New Roman" panose="02020603050405020304" pitchFamily="18" charset="0"/>
            </a:endParaRPr>
          </a:p>
          <a:p>
            <a:endParaRPr lang="en-US" altLang="tr-TR" sz="2000"/>
          </a:p>
        </p:txBody>
      </p:sp>
      <p:grpSp>
        <p:nvGrpSpPr>
          <p:cNvPr id="40967" name="Group 61">
            <a:extLst>
              <a:ext uri="{FF2B5EF4-FFF2-40B4-BE49-F238E27FC236}">
                <a16:creationId xmlns:a16="http://schemas.microsoft.com/office/drawing/2014/main" id="{877623C1-A4F0-678A-A144-BD6380B6EC24}"/>
              </a:ext>
            </a:extLst>
          </p:cNvPr>
          <p:cNvGrpSpPr>
            <a:grpSpLocks/>
          </p:cNvGrpSpPr>
          <p:nvPr/>
        </p:nvGrpSpPr>
        <p:grpSpPr bwMode="auto">
          <a:xfrm>
            <a:off x="1219200" y="2743200"/>
            <a:ext cx="5943600" cy="3124200"/>
            <a:chOff x="-2" y="516"/>
            <a:chExt cx="2099" cy="2537"/>
          </a:xfrm>
        </p:grpSpPr>
        <p:grpSp>
          <p:nvGrpSpPr>
            <p:cNvPr id="40969" name="Group 59">
              <a:extLst>
                <a:ext uri="{FF2B5EF4-FFF2-40B4-BE49-F238E27FC236}">
                  <a16:creationId xmlns:a16="http://schemas.microsoft.com/office/drawing/2014/main" id="{0D08A52F-9C4F-C4A8-EFC9-BE19F2C53A77}"/>
                </a:ext>
              </a:extLst>
            </p:cNvPr>
            <p:cNvGrpSpPr>
              <a:grpSpLocks/>
            </p:cNvGrpSpPr>
            <p:nvPr/>
          </p:nvGrpSpPr>
          <p:grpSpPr bwMode="auto">
            <a:xfrm>
              <a:off x="0" y="518"/>
              <a:ext cx="2095" cy="2533"/>
              <a:chOff x="0" y="518"/>
              <a:chExt cx="2095" cy="2533"/>
            </a:xfrm>
          </p:grpSpPr>
          <p:grpSp>
            <p:nvGrpSpPr>
              <p:cNvPr id="40971" name="Group 24">
                <a:extLst>
                  <a:ext uri="{FF2B5EF4-FFF2-40B4-BE49-F238E27FC236}">
                    <a16:creationId xmlns:a16="http://schemas.microsoft.com/office/drawing/2014/main" id="{A7C09D41-30E7-B471-F703-9F88DF75327A}"/>
                  </a:ext>
                </a:extLst>
              </p:cNvPr>
              <p:cNvGrpSpPr>
                <a:grpSpLocks/>
              </p:cNvGrpSpPr>
              <p:nvPr/>
            </p:nvGrpSpPr>
            <p:grpSpPr bwMode="auto">
              <a:xfrm>
                <a:off x="0" y="518"/>
                <a:ext cx="255" cy="518"/>
                <a:chOff x="0" y="518"/>
                <a:chExt cx="255" cy="518"/>
              </a:xfrm>
            </p:grpSpPr>
            <p:sp>
              <p:nvSpPr>
                <p:cNvPr id="41023" name="Rectangle 5">
                  <a:extLst>
                    <a:ext uri="{FF2B5EF4-FFF2-40B4-BE49-F238E27FC236}">
                      <a16:creationId xmlns:a16="http://schemas.microsoft.com/office/drawing/2014/main" id="{3A25859D-9842-0733-71EA-0BE3C6EB675D}"/>
                    </a:ext>
                  </a:extLst>
                </p:cNvPr>
                <p:cNvSpPr>
                  <a:spLocks noChangeArrowheads="1"/>
                </p:cNvSpPr>
                <p:nvPr/>
              </p:nvSpPr>
              <p:spPr bwMode="auto">
                <a:xfrm>
                  <a:off x="43" y="518"/>
                  <a:ext cx="169"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tr-TR" sz="2000">
                      <a:solidFill>
                        <a:srgbClr val="000000"/>
                      </a:solidFill>
                      <a:latin typeface="Helvetica" pitchFamily="2" charset="0"/>
                      <a:cs typeface="Times New Roman" panose="02020603050405020304" pitchFamily="18" charset="0"/>
                    </a:rPr>
                    <a:t> </a:t>
                  </a:r>
                </a:p>
                <a:p>
                  <a:pPr>
                    <a:spcBef>
                      <a:spcPct val="0"/>
                    </a:spcBef>
                    <a:buFontTx/>
                    <a:buNone/>
                  </a:pPr>
                  <a:endParaRPr lang="en-CA" altLang="tr-TR" sz="2000"/>
                </a:p>
              </p:txBody>
            </p:sp>
            <p:sp>
              <p:nvSpPr>
                <p:cNvPr id="41024" name="Rectangle 23">
                  <a:extLst>
                    <a:ext uri="{FF2B5EF4-FFF2-40B4-BE49-F238E27FC236}">
                      <a16:creationId xmlns:a16="http://schemas.microsoft.com/office/drawing/2014/main" id="{13865C8A-E8B3-EFE4-4F54-E7D3EFDDE755}"/>
                    </a:ext>
                  </a:extLst>
                </p:cNvPr>
                <p:cNvSpPr>
                  <a:spLocks noChangeArrowheads="1"/>
                </p:cNvSpPr>
                <p:nvPr/>
              </p:nvSpPr>
              <p:spPr bwMode="auto">
                <a:xfrm>
                  <a:off x="0" y="518"/>
                  <a:ext cx="255" cy="51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tr-TR" altLang="en-US" sz="2400"/>
                </a:p>
              </p:txBody>
            </p:sp>
          </p:grpSp>
          <p:grpSp>
            <p:nvGrpSpPr>
              <p:cNvPr id="40972" name="Group 26">
                <a:extLst>
                  <a:ext uri="{FF2B5EF4-FFF2-40B4-BE49-F238E27FC236}">
                    <a16:creationId xmlns:a16="http://schemas.microsoft.com/office/drawing/2014/main" id="{97E78D6E-ED87-8347-AEFA-D46BA7A00B6F}"/>
                  </a:ext>
                </a:extLst>
              </p:cNvPr>
              <p:cNvGrpSpPr>
                <a:grpSpLocks/>
              </p:cNvGrpSpPr>
              <p:nvPr/>
            </p:nvGrpSpPr>
            <p:grpSpPr bwMode="auto">
              <a:xfrm>
                <a:off x="255" y="518"/>
                <a:ext cx="1224" cy="518"/>
                <a:chOff x="255" y="518"/>
                <a:chExt cx="1224" cy="518"/>
              </a:xfrm>
            </p:grpSpPr>
            <p:sp>
              <p:nvSpPr>
                <p:cNvPr id="41021" name="Rectangle 6">
                  <a:extLst>
                    <a:ext uri="{FF2B5EF4-FFF2-40B4-BE49-F238E27FC236}">
                      <a16:creationId xmlns:a16="http://schemas.microsoft.com/office/drawing/2014/main" id="{7A72AB90-6180-058D-E076-BD1EA6E0913E}"/>
                    </a:ext>
                  </a:extLst>
                </p:cNvPr>
                <p:cNvSpPr>
                  <a:spLocks noChangeArrowheads="1"/>
                </p:cNvSpPr>
                <p:nvPr/>
              </p:nvSpPr>
              <p:spPr bwMode="auto">
                <a:xfrm>
                  <a:off x="298" y="518"/>
                  <a:ext cx="1138"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tr-TR" sz="2000" b="1">
                      <a:solidFill>
                        <a:srgbClr val="000000"/>
                      </a:solidFill>
                      <a:latin typeface="Helvetica" pitchFamily="2" charset="0"/>
                      <a:cs typeface="Times New Roman" panose="02020603050405020304" pitchFamily="18" charset="0"/>
                    </a:rPr>
                    <a:t>Development Phase</a:t>
                  </a:r>
                  <a:endParaRPr lang="en-CA" altLang="tr-TR" sz="2000">
                    <a:solidFill>
                      <a:srgbClr val="000000"/>
                    </a:solidFill>
                    <a:latin typeface="Helvetica" pitchFamily="2" charset="0"/>
                    <a:cs typeface="Times New Roman" panose="02020603050405020304" pitchFamily="18" charset="0"/>
                  </a:endParaRPr>
                </a:p>
                <a:p>
                  <a:pPr>
                    <a:spcBef>
                      <a:spcPct val="0"/>
                    </a:spcBef>
                    <a:buFontTx/>
                    <a:buNone/>
                  </a:pPr>
                  <a:endParaRPr lang="en-CA" altLang="tr-TR" sz="2000"/>
                </a:p>
              </p:txBody>
            </p:sp>
            <p:sp>
              <p:nvSpPr>
                <p:cNvPr id="41022" name="Rectangle 25">
                  <a:extLst>
                    <a:ext uri="{FF2B5EF4-FFF2-40B4-BE49-F238E27FC236}">
                      <a16:creationId xmlns:a16="http://schemas.microsoft.com/office/drawing/2014/main" id="{5855FEA8-C1C9-C9E7-94FD-3E241FA27384}"/>
                    </a:ext>
                  </a:extLst>
                </p:cNvPr>
                <p:cNvSpPr>
                  <a:spLocks noChangeArrowheads="1"/>
                </p:cNvSpPr>
                <p:nvPr/>
              </p:nvSpPr>
              <p:spPr bwMode="auto">
                <a:xfrm>
                  <a:off x="255" y="518"/>
                  <a:ext cx="1224" cy="51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tr-TR" altLang="en-US" sz="2400"/>
                </a:p>
              </p:txBody>
            </p:sp>
          </p:grpSp>
          <p:grpSp>
            <p:nvGrpSpPr>
              <p:cNvPr id="40973" name="Group 28">
                <a:extLst>
                  <a:ext uri="{FF2B5EF4-FFF2-40B4-BE49-F238E27FC236}">
                    <a16:creationId xmlns:a16="http://schemas.microsoft.com/office/drawing/2014/main" id="{242414C6-56D2-7FE6-661E-F5EC7D353677}"/>
                  </a:ext>
                </a:extLst>
              </p:cNvPr>
              <p:cNvGrpSpPr>
                <a:grpSpLocks/>
              </p:cNvGrpSpPr>
              <p:nvPr/>
            </p:nvGrpSpPr>
            <p:grpSpPr bwMode="auto">
              <a:xfrm>
                <a:off x="1479" y="518"/>
                <a:ext cx="616" cy="518"/>
                <a:chOff x="1479" y="518"/>
                <a:chExt cx="616" cy="518"/>
              </a:xfrm>
            </p:grpSpPr>
            <p:sp>
              <p:nvSpPr>
                <p:cNvPr id="41019" name="Rectangle 7">
                  <a:extLst>
                    <a:ext uri="{FF2B5EF4-FFF2-40B4-BE49-F238E27FC236}">
                      <a16:creationId xmlns:a16="http://schemas.microsoft.com/office/drawing/2014/main" id="{A58F76B5-9D4E-9FE2-FE72-3C9B5D944E30}"/>
                    </a:ext>
                  </a:extLst>
                </p:cNvPr>
                <p:cNvSpPr>
                  <a:spLocks noChangeArrowheads="1"/>
                </p:cNvSpPr>
                <p:nvPr/>
              </p:nvSpPr>
              <p:spPr bwMode="auto">
                <a:xfrm>
                  <a:off x="1522" y="518"/>
                  <a:ext cx="530"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tr-TR" sz="2000" b="1">
                      <a:solidFill>
                        <a:srgbClr val="000000"/>
                      </a:solidFill>
                      <a:latin typeface="Helvetica" pitchFamily="2" charset="0"/>
                      <a:cs typeface="Times New Roman" panose="02020603050405020304" pitchFamily="18" charset="0"/>
                    </a:rPr>
                    <a:t>Available </a:t>
                  </a:r>
                  <a:endParaRPr lang="en-CA" altLang="tr-TR" sz="2000">
                    <a:solidFill>
                      <a:srgbClr val="000000"/>
                    </a:solidFill>
                    <a:latin typeface="Helvetica" pitchFamily="2" charset="0"/>
                    <a:cs typeface="Times New Roman" panose="02020603050405020304" pitchFamily="18" charset="0"/>
                  </a:endParaRPr>
                </a:p>
                <a:p>
                  <a:pPr>
                    <a:spcBef>
                      <a:spcPct val="0"/>
                    </a:spcBef>
                    <a:buFontTx/>
                    <a:buNone/>
                  </a:pPr>
                  <a:r>
                    <a:rPr lang="en-CA" altLang="tr-TR" sz="2000" b="1">
                      <a:solidFill>
                        <a:srgbClr val="000000"/>
                      </a:solidFill>
                      <a:latin typeface="Helvetica" pitchFamily="2" charset="0"/>
                      <a:cs typeface="Times New Roman" panose="02020603050405020304" pitchFamily="18" charset="0"/>
                    </a:rPr>
                    <a:t>Metrics</a:t>
                  </a:r>
                  <a:endParaRPr lang="en-CA" altLang="tr-TR" sz="2000">
                    <a:solidFill>
                      <a:srgbClr val="000000"/>
                    </a:solidFill>
                    <a:latin typeface="Helvetica" pitchFamily="2" charset="0"/>
                    <a:cs typeface="Times New Roman" panose="02020603050405020304" pitchFamily="18" charset="0"/>
                  </a:endParaRPr>
                </a:p>
                <a:p>
                  <a:pPr>
                    <a:spcBef>
                      <a:spcPct val="0"/>
                    </a:spcBef>
                    <a:buFontTx/>
                    <a:buNone/>
                  </a:pPr>
                  <a:endParaRPr lang="en-CA" altLang="tr-TR" sz="2000"/>
                </a:p>
              </p:txBody>
            </p:sp>
            <p:sp>
              <p:nvSpPr>
                <p:cNvPr id="41020" name="Rectangle 27">
                  <a:extLst>
                    <a:ext uri="{FF2B5EF4-FFF2-40B4-BE49-F238E27FC236}">
                      <a16:creationId xmlns:a16="http://schemas.microsoft.com/office/drawing/2014/main" id="{BFF5BA49-B017-30EE-7624-8D311C9411ED}"/>
                    </a:ext>
                  </a:extLst>
                </p:cNvPr>
                <p:cNvSpPr>
                  <a:spLocks noChangeArrowheads="1"/>
                </p:cNvSpPr>
                <p:nvPr/>
              </p:nvSpPr>
              <p:spPr bwMode="auto">
                <a:xfrm>
                  <a:off x="1479" y="518"/>
                  <a:ext cx="616" cy="51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tr-TR" altLang="en-US" sz="2400"/>
                </a:p>
              </p:txBody>
            </p:sp>
          </p:grpSp>
          <p:grpSp>
            <p:nvGrpSpPr>
              <p:cNvPr id="40974" name="Group 30">
                <a:extLst>
                  <a:ext uri="{FF2B5EF4-FFF2-40B4-BE49-F238E27FC236}">
                    <a16:creationId xmlns:a16="http://schemas.microsoft.com/office/drawing/2014/main" id="{D55BFCF7-E7C1-A5D6-5BA9-AA5E8FFA26BE}"/>
                  </a:ext>
                </a:extLst>
              </p:cNvPr>
              <p:cNvGrpSpPr>
                <a:grpSpLocks/>
              </p:cNvGrpSpPr>
              <p:nvPr/>
            </p:nvGrpSpPr>
            <p:grpSpPr bwMode="auto">
              <a:xfrm>
                <a:off x="0" y="1036"/>
                <a:ext cx="255" cy="403"/>
                <a:chOff x="0" y="1036"/>
                <a:chExt cx="255" cy="403"/>
              </a:xfrm>
            </p:grpSpPr>
            <p:sp>
              <p:nvSpPr>
                <p:cNvPr id="41017" name="Rectangle 8">
                  <a:extLst>
                    <a:ext uri="{FF2B5EF4-FFF2-40B4-BE49-F238E27FC236}">
                      <a16:creationId xmlns:a16="http://schemas.microsoft.com/office/drawing/2014/main" id="{0CB2C5F9-BD2C-9E44-A306-F149A6A55CEE}"/>
                    </a:ext>
                  </a:extLst>
                </p:cNvPr>
                <p:cNvSpPr>
                  <a:spLocks noChangeArrowheads="1"/>
                </p:cNvSpPr>
                <p:nvPr/>
              </p:nvSpPr>
              <p:spPr bwMode="auto">
                <a:xfrm>
                  <a:off x="43" y="1036"/>
                  <a:ext cx="16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tr-TR" sz="2000" b="1">
                      <a:solidFill>
                        <a:srgbClr val="000000"/>
                      </a:solidFill>
                      <a:latin typeface="Helvetica" pitchFamily="2" charset="0"/>
                      <a:cs typeface="Times New Roman" panose="02020603050405020304" pitchFamily="18" charset="0"/>
                    </a:rPr>
                    <a:t>a</a:t>
                  </a:r>
                  <a:endParaRPr lang="en-CA" altLang="tr-TR" sz="2000">
                    <a:solidFill>
                      <a:srgbClr val="000000"/>
                    </a:solidFill>
                    <a:latin typeface="Helvetica" pitchFamily="2" charset="0"/>
                    <a:cs typeface="Times New Roman" panose="02020603050405020304" pitchFamily="18" charset="0"/>
                  </a:endParaRPr>
                </a:p>
                <a:p>
                  <a:pPr>
                    <a:spcBef>
                      <a:spcPct val="0"/>
                    </a:spcBef>
                    <a:buFontTx/>
                    <a:buNone/>
                  </a:pPr>
                  <a:endParaRPr lang="en-CA" altLang="tr-TR" sz="2000"/>
                </a:p>
              </p:txBody>
            </p:sp>
            <p:sp>
              <p:nvSpPr>
                <p:cNvPr id="41018" name="Rectangle 29">
                  <a:extLst>
                    <a:ext uri="{FF2B5EF4-FFF2-40B4-BE49-F238E27FC236}">
                      <a16:creationId xmlns:a16="http://schemas.microsoft.com/office/drawing/2014/main" id="{1899E172-AB3F-C3FF-1255-CB855E99B859}"/>
                    </a:ext>
                  </a:extLst>
                </p:cNvPr>
                <p:cNvSpPr>
                  <a:spLocks noChangeArrowheads="1"/>
                </p:cNvSpPr>
                <p:nvPr/>
              </p:nvSpPr>
              <p:spPr bwMode="auto">
                <a:xfrm>
                  <a:off x="0" y="1036"/>
                  <a:ext cx="255"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tr-TR" altLang="en-US" sz="2400"/>
                </a:p>
              </p:txBody>
            </p:sp>
          </p:grpSp>
          <p:grpSp>
            <p:nvGrpSpPr>
              <p:cNvPr id="40975" name="Group 32">
                <a:extLst>
                  <a:ext uri="{FF2B5EF4-FFF2-40B4-BE49-F238E27FC236}">
                    <a16:creationId xmlns:a16="http://schemas.microsoft.com/office/drawing/2014/main" id="{DBAB1D3C-60FB-A861-9E7F-FB19ABA5AB13}"/>
                  </a:ext>
                </a:extLst>
              </p:cNvPr>
              <p:cNvGrpSpPr>
                <a:grpSpLocks/>
              </p:cNvGrpSpPr>
              <p:nvPr/>
            </p:nvGrpSpPr>
            <p:grpSpPr bwMode="auto">
              <a:xfrm>
                <a:off x="255" y="1036"/>
                <a:ext cx="1224" cy="403"/>
                <a:chOff x="255" y="1036"/>
                <a:chExt cx="1224" cy="403"/>
              </a:xfrm>
            </p:grpSpPr>
            <p:sp>
              <p:nvSpPr>
                <p:cNvPr id="41015" name="Rectangle 9">
                  <a:extLst>
                    <a:ext uri="{FF2B5EF4-FFF2-40B4-BE49-F238E27FC236}">
                      <a16:creationId xmlns:a16="http://schemas.microsoft.com/office/drawing/2014/main" id="{4720F4FD-FDF1-4F65-2D83-C15EB46D33B6}"/>
                    </a:ext>
                  </a:extLst>
                </p:cNvPr>
                <p:cNvSpPr>
                  <a:spLocks noChangeArrowheads="1"/>
                </p:cNvSpPr>
                <p:nvPr/>
              </p:nvSpPr>
              <p:spPr bwMode="auto">
                <a:xfrm>
                  <a:off x="298" y="1036"/>
                  <a:ext cx="1138"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tr-TR" sz="2000" b="1">
                      <a:solidFill>
                        <a:srgbClr val="000000"/>
                      </a:solidFill>
                      <a:latin typeface="Helvetica" pitchFamily="2" charset="0"/>
                      <a:cs typeface="Times New Roman" panose="02020603050405020304" pitchFamily="18" charset="0"/>
                    </a:rPr>
                    <a:t>Requirements Gathering</a:t>
                  </a:r>
                  <a:endParaRPr lang="en-CA" altLang="tr-TR" sz="2000">
                    <a:solidFill>
                      <a:srgbClr val="000000"/>
                    </a:solidFill>
                    <a:latin typeface="Helvetica" pitchFamily="2" charset="0"/>
                    <a:cs typeface="Times New Roman" panose="02020603050405020304" pitchFamily="18" charset="0"/>
                  </a:endParaRPr>
                </a:p>
                <a:p>
                  <a:pPr>
                    <a:spcBef>
                      <a:spcPct val="0"/>
                    </a:spcBef>
                    <a:buFontTx/>
                    <a:buNone/>
                  </a:pPr>
                  <a:endParaRPr lang="en-CA" altLang="tr-TR" sz="2000"/>
                </a:p>
              </p:txBody>
            </p:sp>
            <p:sp>
              <p:nvSpPr>
                <p:cNvPr id="41016" name="Rectangle 31">
                  <a:extLst>
                    <a:ext uri="{FF2B5EF4-FFF2-40B4-BE49-F238E27FC236}">
                      <a16:creationId xmlns:a16="http://schemas.microsoft.com/office/drawing/2014/main" id="{F6F0069C-3AB6-B114-63FB-B8E539CEB18C}"/>
                    </a:ext>
                  </a:extLst>
                </p:cNvPr>
                <p:cNvSpPr>
                  <a:spLocks noChangeArrowheads="1"/>
                </p:cNvSpPr>
                <p:nvPr/>
              </p:nvSpPr>
              <p:spPr bwMode="auto">
                <a:xfrm>
                  <a:off x="255" y="1036"/>
                  <a:ext cx="1224"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tr-TR" altLang="en-US" sz="2400"/>
                </a:p>
              </p:txBody>
            </p:sp>
          </p:grpSp>
          <p:grpSp>
            <p:nvGrpSpPr>
              <p:cNvPr id="40976" name="Group 34">
                <a:extLst>
                  <a:ext uri="{FF2B5EF4-FFF2-40B4-BE49-F238E27FC236}">
                    <a16:creationId xmlns:a16="http://schemas.microsoft.com/office/drawing/2014/main" id="{ACB1CB47-BF05-57EE-0F5F-927E4628F946}"/>
                  </a:ext>
                </a:extLst>
              </p:cNvPr>
              <p:cNvGrpSpPr>
                <a:grpSpLocks/>
              </p:cNvGrpSpPr>
              <p:nvPr/>
            </p:nvGrpSpPr>
            <p:grpSpPr bwMode="auto">
              <a:xfrm>
                <a:off x="1479" y="1036"/>
                <a:ext cx="616" cy="403"/>
                <a:chOff x="1479" y="1036"/>
                <a:chExt cx="616" cy="403"/>
              </a:xfrm>
            </p:grpSpPr>
            <p:sp>
              <p:nvSpPr>
                <p:cNvPr id="41013" name="Rectangle 10">
                  <a:extLst>
                    <a:ext uri="{FF2B5EF4-FFF2-40B4-BE49-F238E27FC236}">
                      <a16:creationId xmlns:a16="http://schemas.microsoft.com/office/drawing/2014/main" id="{A9C09007-9BBA-745D-BCFE-06D9FCD1AB92}"/>
                    </a:ext>
                  </a:extLst>
                </p:cNvPr>
                <p:cNvSpPr>
                  <a:spLocks noChangeArrowheads="1"/>
                </p:cNvSpPr>
                <p:nvPr/>
              </p:nvSpPr>
              <p:spPr bwMode="auto">
                <a:xfrm>
                  <a:off x="1522" y="1036"/>
                  <a:ext cx="5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tr-TR" sz="2000" b="1">
                      <a:solidFill>
                        <a:srgbClr val="000000"/>
                      </a:solidFill>
                      <a:latin typeface="Helvetica" pitchFamily="2" charset="0"/>
                      <a:cs typeface="Times New Roman" panose="02020603050405020304" pitchFamily="18" charset="0"/>
                    </a:rPr>
                    <a:t>1, 2, 3</a:t>
                  </a:r>
                  <a:endParaRPr lang="en-CA" altLang="tr-TR" sz="2000">
                    <a:solidFill>
                      <a:srgbClr val="000000"/>
                    </a:solidFill>
                    <a:latin typeface="Helvetica" pitchFamily="2" charset="0"/>
                    <a:cs typeface="Times New Roman" panose="02020603050405020304" pitchFamily="18" charset="0"/>
                  </a:endParaRPr>
                </a:p>
                <a:p>
                  <a:pPr>
                    <a:spcBef>
                      <a:spcPct val="0"/>
                    </a:spcBef>
                    <a:buFontTx/>
                    <a:buNone/>
                  </a:pPr>
                  <a:endParaRPr lang="en-CA" altLang="tr-TR" sz="2000"/>
                </a:p>
              </p:txBody>
            </p:sp>
            <p:sp>
              <p:nvSpPr>
                <p:cNvPr id="41014" name="Rectangle 33">
                  <a:extLst>
                    <a:ext uri="{FF2B5EF4-FFF2-40B4-BE49-F238E27FC236}">
                      <a16:creationId xmlns:a16="http://schemas.microsoft.com/office/drawing/2014/main" id="{7F00E4F8-F1BB-12DB-355D-2796503853C5}"/>
                    </a:ext>
                  </a:extLst>
                </p:cNvPr>
                <p:cNvSpPr>
                  <a:spLocks noChangeArrowheads="1"/>
                </p:cNvSpPr>
                <p:nvPr/>
              </p:nvSpPr>
              <p:spPr bwMode="auto">
                <a:xfrm>
                  <a:off x="1479" y="1036"/>
                  <a:ext cx="61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tr-TR" altLang="en-US" sz="2400"/>
                </a:p>
              </p:txBody>
            </p:sp>
          </p:grpSp>
          <p:grpSp>
            <p:nvGrpSpPr>
              <p:cNvPr id="40977" name="Group 36">
                <a:extLst>
                  <a:ext uri="{FF2B5EF4-FFF2-40B4-BE49-F238E27FC236}">
                    <a16:creationId xmlns:a16="http://schemas.microsoft.com/office/drawing/2014/main" id="{EAA93DE0-F3BB-028A-9D5F-B0B57BF98EF9}"/>
                  </a:ext>
                </a:extLst>
              </p:cNvPr>
              <p:cNvGrpSpPr>
                <a:grpSpLocks/>
              </p:cNvGrpSpPr>
              <p:nvPr/>
            </p:nvGrpSpPr>
            <p:grpSpPr bwMode="auto">
              <a:xfrm>
                <a:off x="0" y="1439"/>
                <a:ext cx="255" cy="403"/>
                <a:chOff x="0" y="1439"/>
                <a:chExt cx="255" cy="403"/>
              </a:xfrm>
            </p:grpSpPr>
            <p:sp>
              <p:nvSpPr>
                <p:cNvPr id="41011" name="Rectangle 11">
                  <a:extLst>
                    <a:ext uri="{FF2B5EF4-FFF2-40B4-BE49-F238E27FC236}">
                      <a16:creationId xmlns:a16="http://schemas.microsoft.com/office/drawing/2014/main" id="{E6371B68-4108-E755-4EBE-D12FC7D88914}"/>
                    </a:ext>
                  </a:extLst>
                </p:cNvPr>
                <p:cNvSpPr>
                  <a:spLocks noChangeArrowheads="1"/>
                </p:cNvSpPr>
                <p:nvPr/>
              </p:nvSpPr>
              <p:spPr bwMode="auto">
                <a:xfrm>
                  <a:off x="43" y="1439"/>
                  <a:ext cx="16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tr-TR" sz="2000" b="1">
                      <a:solidFill>
                        <a:srgbClr val="000000"/>
                      </a:solidFill>
                      <a:latin typeface="Helvetica" pitchFamily="2" charset="0"/>
                      <a:cs typeface="Times New Roman" panose="02020603050405020304" pitchFamily="18" charset="0"/>
                    </a:rPr>
                    <a:t>b</a:t>
                  </a:r>
                  <a:endParaRPr lang="en-CA" altLang="tr-TR" sz="2000">
                    <a:solidFill>
                      <a:srgbClr val="000000"/>
                    </a:solidFill>
                    <a:latin typeface="Helvetica" pitchFamily="2" charset="0"/>
                    <a:cs typeface="Times New Roman" panose="02020603050405020304" pitchFamily="18" charset="0"/>
                  </a:endParaRPr>
                </a:p>
                <a:p>
                  <a:pPr>
                    <a:spcBef>
                      <a:spcPct val="0"/>
                    </a:spcBef>
                    <a:buFontTx/>
                    <a:buNone/>
                  </a:pPr>
                  <a:endParaRPr lang="en-CA" altLang="tr-TR" sz="2000"/>
                </a:p>
              </p:txBody>
            </p:sp>
            <p:sp>
              <p:nvSpPr>
                <p:cNvPr id="41012" name="Rectangle 35">
                  <a:extLst>
                    <a:ext uri="{FF2B5EF4-FFF2-40B4-BE49-F238E27FC236}">
                      <a16:creationId xmlns:a16="http://schemas.microsoft.com/office/drawing/2014/main" id="{50BCD653-3D96-697C-B04F-BE4DC1B7BB19}"/>
                    </a:ext>
                  </a:extLst>
                </p:cNvPr>
                <p:cNvSpPr>
                  <a:spLocks noChangeArrowheads="1"/>
                </p:cNvSpPr>
                <p:nvPr/>
              </p:nvSpPr>
              <p:spPr bwMode="auto">
                <a:xfrm>
                  <a:off x="0" y="1439"/>
                  <a:ext cx="255"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tr-TR" altLang="en-US" sz="2400"/>
                </a:p>
              </p:txBody>
            </p:sp>
          </p:grpSp>
          <p:grpSp>
            <p:nvGrpSpPr>
              <p:cNvPr id="40978" name="Group 38">
                <a:extLst>
                  <a:ext uri="{FF2B5EF4-FFF2-40B4-BE49-F238E27FC236}">
                    <a16:creationId xmlns:a16="http://schemas.microsoft.com/office/drawing/2014/main" id="{BF468C17-35DB-5E82-13ED-A0AED6ADAC82}"/>
                  </a:ext>
                </a:extLst>
              </p:cNvPr>
              <p:cNvGrpSpPr>
                <a:grpSpLocks/>
              </p:cNvGrpSpPr>
              <p:nvPr/>
            </p:nvGrpSpPr>
            <p:grpSpPr bwMode="auto">
              <a:xfrm>
                <a:off x="255" y="1439"/>
                <a:ext cx="1224" cy="403"/>
                <a:chOff x="255" y="1439"/>
                <a:chExt cx="1224" cy="403"/>
              </a:xfrm>
            </p:grpSpPr>
            <p:sp>
              <p:nvSpPr>
                <p:cNvPr id="41009" name="Rectangle 12">
                  <a:extLst>
                    <a:ext uri="{FF2B5EF4-FFF2-40B4-BE49-F238E27FC236}">
                      <a16:creationId xmlns:a16="http://schemas.microsoft.com/office/drawing/2014/main" id="{AB3FBA2B-8B6E-6C0F-2E4D-9BEF309E5179}"/>
                    </a:ext>
                  </a:extLst>
                </p:cNvPr>
                <p:cNvSpPr>
                  <a:spLocks noChangeArrowheads="1"/>
                </p:cNvSpPr>
                <p:nvPr/>
              </p:nvSpPr>
              <p:spPr bwMode="auto">
                <a:xfrm>
                  <a:off x="298" y="1439"/>
                  <a:ext cx="1138"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tr-TR" sz="2000" b="1">
                      <a:solidFill>
                        <a:srgbClr val="000000"/>
                      </a:solidFill>
                      <a:latin typeface="Helvetica" pitchFamily="2" charset="0"/>
                      <a:cs typeface="Times New Roman" panose="02020603050405020304" pitchFamily="18" charset="0"/>
                    </a:rPr>
                    <a:t>Requirements Analysis</a:t>
                  </a:r>
                  <a:endParaRPr lang="en-CA" altLang="tr-TR" sz="2000">
                    <a:solidFill>
                      <a:srgbClr val="000000"/>
                    </a:solidFill>
                    <a:latin typeface="Helvetica" pitchFamily="2" charset="0"/>
                    <a:cs typeface="Times New Roman" panose="02020603050405020304" pitchFamily="18" charset="0"/>
                  </a:endParaRPr>
                </a:p>
                <a:p>
                  <a:pPr>
                    <a:spcBef>
                      <a:spcPct val="0"/>
                    </a:spcBef>
                    <a:buFontTx/>
                    <a:buNone/>
                  </a:pPr>
                  <a:endParaRPr lang="en-CA" altLang="tr-TR" sz="2000"/>
                </a:p>
              </p:txBody>
            </p:sp>
            <p:sp>
              <p:nvSpPr>
                <p:cNvPr id="41010" name="Rectangle 37">
                  <a:extLst>
                    <a:ext uri="{FF2B5EF4-FFF2-40B4-BE49-F238E27FC236}">
                      <a16:creationId xmlns:a16="http://schemas.microsoft.com/office/drawing/2014/main" id="{6A18F0A8-E4E1-CDB6-45BE-2306D904B644}"/>
                    </a:ext>
                  </a:extLst>
                </p:cNvPr>
                <p:cNvSpPr>
                  <a:spLocks noChangeArrowheads="1"/>
                </p:cNvSpPr>
                <p:nvPr/>
              </p:nvSpPr>
              <p:spPr bwMode="auto">
                <a:xfrm>
                  <a:off x="255" y="1439"/>
                  <a:ext cx="1224"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tr-TR" altLang="en-US" sz="2400"/>
                </a:p>
              </p:txBody>
            </p:sp>
          </p:grpSp>
          <p:grpSp>
            <p:nvGrpSpPr>
              <p:cNvPr id="40979" name="Group 40">
                <a:extLst>
                  <a:ext uri="{FF2B5EF4-FFF2-40B4-BE49-F238E27FC236}">
                    <a16:creationId xmlns:a16="http://schemas.microsoft.com/office/drawing/2014/main" id="{7FD95A98-53E5-3D04-BED6-C04BAE09419F}"/>
                  </a:ext>
                </a:extLst>
              </p:cNvPr>
              <p:cNvGrpSpPr>
                <a:grpSpLocks/>
              </p:cNvGrpSpPr>
              <p:nvPr/>
            </p:nvGrpSpPr>
            <p:grpSpPr bwMode="auto">
              <a:xfrm>
                <a:off x="1479" y="1439"/>
                <a:ext cx="616" cy="403"/>
                <a:chOff x="1479" y="1439"/>
                <a:chExt cx="616" cy="403"/>
              </a:xfrm>
            </p:grpSpPr>
            <p:sp>
              <p:nvSpPr>
                <p:cNvPr id="41007" name="Rectangle 13">
                  <a:extLst>
                    <a:ext uri="{FF2B5EF4-FFF2-40B4-BE49-F238E27FC236}">
                      <a16:creationId xmlns:a16="http://schemas.microsoft.com/office/drawing/2014/main" id="{AC8E4DF8-799D-5A1A-B2CE-463CD12278E6}"/>
                    </a:ext>
                  </a:extLst>
                </p:cNvPr>
                <p:cNvSpPr>
                  <a:spLocks noChangeArrowheads="1"/>
                </p:cNvSpPr>
                <p:nvPr/>
              </p:nvSpPr>
              <p:spPr bwMode="auto">
                <a:xfrm>
                  <a:off x="1522" y="1439"/>
                  <a:ext cx="5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tr-TR" sz="2000" b="1">
                      <a:solidFill>
                        <a:srgbClr val="000000"/>
                      </a:solidFill>
                      <a:latin typeface="Helvetica" pitchFamily="2" charset="0"/>
                      <a:cs typeface="Times New Roman" panose="02020603050405020304" pitchFamily="18" charset="0"/>
                    </a:rPr>
                    <a:t>4, 5</a:t>
                  </a:r>
                  <a:endParaRPr lang="en-CA" altLang="tr-TR" sz="2000">
                    <a:solidFill>
                      <a:srgbClr val="000000"/>
                    </a:solidFill>
                    <a:latin typeface="Helvetica" pitchFamily="2" charset="0"/>
                    <a:cs typeface="Times New Roman" panose="02020603050405020304" pitchFamily="18" charset="0"/>
                  </a:endParaRPr>
                </a:p>
                <a:p>
                  <a:pPr>
                    <a:spcBef>
                      <a:spcPct val="0"/>
                    </a:spcBef>
                    <a:buFontTx/>
                    <a:buNone/>
                  </a:pPr>
                  <a:endParaRPr lang="en-CA" altLang="tr-TR" sz="2000"/>
                </a:p>
              </p:txBody>
            </p:sp>
            <p:sp>
              <p:nvSpPr>
                <p:cNvPr id="41008" name="Rectangle 39">
                  <a:extLst>
                    <a:ext uri="{FF2B5EF4-FFF2-40B4-BE49-F238E27FC236}">
                      <a16:creationId xmlns:a16="http://schemas.microsoft.com/office/drawing/2014/main" id="{CF89077A-8D77-0FA0-89B6-77A184FDFA8B}"/>
                    </a:ext>
                  </a:extLst>
                </p:cNvPr>
                <p:cNvSpPr>
                  <a:spLocks noChangeArrowheads="1"/>
                </p:cNvSpPr>
                <p:nvPr/>
              </p:nvSpPr>
              <p:spPr bwMode="auto">
                <a:xfrm>
                  <a:off x="1479" y="1439"/>
                  <a:ext cx="61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tr-TR" altLang="en-US" sz="2400"/>
                </a:p>
              </p:txBody>
            </p:sp>
          </p:grpSp>
          <p:grpSp>
            <p:nvGrpSpPr>
              <p:cNvPr id="40980" name="Group 42">
                <a:extLst>
                  <a:ext uri="{FF2B5EF4-FFF2-40B4-BE49-F238E27FC236}">
                    <a16:creationId xmlns:a16="http://schemas.microsoft.com/office/drawing/2014/main" id="{AD660E9E-3A9D-9ABC-DF26-BAE908F97F92}"/>
                  </a:ext>
                </a:extLst>
              </p:cNvPr>
              <p:cNvGrpSpPr>
                <a:grpSpLocks/>
              </p:cNvGrpSpPr>
              <p:nvPr/>
            </p:nvGrpSpPr>
            <p:grpSpPr bwMode="auto">
              <a:xfrm>
                <a:off x="0" y="1842"/>
                <a:ext cx="255" cy="403"/>
                <a:chOff x="0" y="1842"/>
                <a:chExt cx="255" cy="403"/>
              </a:xfrm>
            </p:grpSpPr>
            <p:sp>
              <p:nvSpPr>
                <p:cNvPr id="41005" name="Rectangle 14">
                  <a:extLst>
                    <a:ext uri="{FF2B5EF4-FFF2-40B4-BE49-F238E27FC236}">
                      <a16:creationId xmlns:a16="http://schemas.microsoft.com/office/drawing/2014/main" id="{50DF092D-F272-B13B-DA42-437AA23502EB}"/>
                    </a:ext>
                  </a:extLst>
                </p:cNvPr>
                <p:cNvSpPr>
                  <a:spLocks noChangeArrowheads="1"/>
                </p:cNvSpPr>
                <p:nvPr/>
              </p:nvSpPr>
              <p:spPr bwMode="auto">
                <a:xfrm>
                  <a:off x="43" y="1842"/>
                  <a:ext cx="16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tr-TR" sz="2000" b="1">
                      <a:solidFill>
                        <a:srgbClr val="000000"/>
                      </a:solidFill>
                      <a:latin typeface="Helvetica" pitchFamily="2" charset="0"/>
                      <a:cs typeface="Times New Roman" panose="02020603050405020304" pitchFamily="18" charset="0"/>
                    </a:rPr>
                    <a:t>d</a:t>
                  </a:r>
                  <a:endParaRPr lang="en-CA" altLang="tr-TR" sz="2000">
                    <a:solidFill>
                      <a:srgbClr val="000000"/>
                    </a:solidFill>
                    <a:latin typeface="Helvetica" pitchFamily="2" charset="0"/>
                    <a:cs typeface="Times New Roman" panose="02020603050405020304" pitchFamily="18" charset="0"/>
                  </a:endParaRPr>
                </a:p>
                <a:p>
                  <a:pPr>
                    <a:spcBef>
                      <a:spcPct val="0"/>
                    </a:spcBef>
                    <a:buFontTx/>
                    <a:buNone/>
                  </a:pPr>
                  <a:endParaRPr lang="en-CA" altLang="tr-TR" sz="2000"/>
                </a:p>
              </p:txBody>
            </p:sp>
            <p:sp>
              <p:nvSpPr>
                <p:cNvPr id="41006" name="Rectangle 41">
                  <a:extLst>
                    <a:ext uri="{FF2B5EF4-FFF2-40B4-BE49-F238E27FC236}">
                      <a16:creationId xmlns:a16="http://schemas.microsoft.com/office/drawing/2014/main" id="{A9925B57-3F2C-AFF3-1A1E-44DF60891455}"/>
                    </a:ext>
                  </a:extLst>
                </p:cNvPr>
                <p:cNvSpPr>
                  <a:spLocks noChangeArrowheads="1"/>
                </p:cNvSpPr>
                <p:nvPr/>
              </p:nvSpPr>
              <p:spPr bwMode="auto">
                <a:xfrm>
                  <a:off x="0" y="1842"/>
                  <a:ext cx="255"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tr-TR" altLang="en-US" sz="2400"/>
                </a:p>
              </p:txBody>
            </p:sp>
          </p:grpSp>
          <p:grpSp>
            <p:nvGrpSpPr>
              <p:cNvPr id="40981" name="Group 44">
                <a:extLst>
                  <a:ext uri="{FF2B5EF4-FFF2-40B4-BE49-F238E27FC236}">
                    <a16:creationId xmlns:a16="http://schemas.microsoft.com/office/drawing/2014/main" id="{25F80902-5E93-F232-825B-C6D2815A76CB}"/>
                  </a:ext>
                </a:extLst>
              </p:cNvPr>
              <p:cNvGrpSpPr>
                <a:grpSpLocks/>
              </p:cNvGrpSpPr>
              <p:nvPr/>
            </p:nvGrpSpPr>
            <p:grpSpPr bwMode="auto">
              <a:xfrm>
                <a:off x="255" y="1842"/>
                <a:ext cx="1224" cy="403"/>
                <a:chOff x="255" y="1842"/>
                <a:chExt cx="1224" cy="403"/>
              </a:xfrm>
            </p:grpSpPr>
            <p:sp>
              <p:nvSpPr>
                <p:cNvPr id="41003" name="Rectangle 15">
                  <a:extLst>
                    <a:ext uri="{FF2B5EF4-FFF2-40B4-BE49-F238E27FC236}">
                      <a16:creationId xmlns:a16="http://schemas.microsoft.com/office/drawing/2014/main" id="{F536005F-E853-743D-FC08-3167AC5E38D6}"/>
                    </a:ext>
                  </a:extLst>
                </p:cNvPr>
                <p:cNvSpPr>
                  <a:spLocks noChangeArrowheads="1"/>
                </p:cNvSpPr>
                <p:nvPr/>
              </p:nvSpPr>
              <p:spPr bwMode="auto">
                <a:xfrm>
                  <a:off x="298" y="1842"/>
                  <a:ext cx="1138"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tr-TR" sz="2000" b="1">
                      <a:solidFill>
                        <a:srgbClr val="000000"/>
                      </a:solidFill>
                      <a:latin typeface="Helvetica" pitchFamily="2" charset="0"/>
                      <a:cs typeface="Times New Roman" panose="02020603050405020304" pitchFamily="18" charset="0"/>
                    </a:rPr>
                    <a:t>High Level Design</a:t>
                  </a:r>
                  <a:endParaRPr lang="en-CA" altLang="tr-TR" sz="2000">
                    <a:solidFill>
                      <a:srgbClr val="000000"/>
                    </a:solidFill>
                    <a:latin typeface="Helvetica" pitchFamily="2" charset="0"/>
                    <a:cs typeface="Times New Roman" panose="02020603050405020304" pitchFamily="18" charset="0"/>
                  </a:endParaRPr>
                </a:p>
                <a:p>
                  <a:pPr>
                    <a:spcBef>
                      <a:spcPct val="0"/>
                    </a:spcBef>
                    <a:buFontTx/>
                    <a:buNone/>
                  </a:pPr>
                  <a:endParaRPr lang="en-CA" altLang="tr-TR" sz="2000"/>
                </a:p>
              </p:txBody>
            </p:sp>
            <p:sp>
              <p:nvSpPr>
                <p:cNvPr id="41004" name="Rectangle 43">
                  <a:extLst>
                    <a:ext uri="{FF2B5EF4-FFF2-40B4-BE49-F238E27FC236}">
                      <a16:creationId xmlns:a16="http://schemas.microsoft.com/office/drawing/2014/main" id="{B28A5065-CD7B-CB06-B82E-A8BB208EF2F6}"/>
                    </a:ext>
                  </a:extLst>
                </p:cNvPr>
                <p:cNvSpPr>
                  <a:spLocks noChangeArrowheads="1"/>
                </p:cNvSpPr>
                <p:nvPr/>
              </p:nvSpPr>
              <p:spPr bwMode="auto">
                <a:xfrm>
                  <a:off x="255" y="1842"/>
                  <a:ext cx="1224"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tr-TR" altLang="en-US" sz="2400"/>
                </a:p>
              </p:txBody>
            </p:sp>
          </p:grpSp>
          <p:grpSp>
            <p:nvGrpSpPr>
              <p:cNvPr id="40982" name="Group 46">
                <a:extLst>
                  <a:ext uri="{FF2B5EF4-FFF2-40B4-BE49-F238E27FC236}">
                    <a16:creationId xmlns:a16="http://schemas.microsoft.com/office/drawing/2014/main" id="{9354BD6D-C910-EBDD-FEC7-2F3DAE16EC2F}"/>
                  </a:ext>
                </a:extLst>
              </p:cNvPr>
              <p:cNvGrpSpPr>
                <a:grpSpLocks/>
              </p:cNvGrpSpPr>
              <p:nvPr/>
            </p:nvGrpSpPr>
            <p:grpSpPr bwMode="auto">
              <a:xfrm>
                <a:off x="1479" y="1842"/>
                <a:ext cx="616" cy="403"/>
                <a:chOff x="1479" y="1842"/>
                <a:chExt cx="616" cy="403"/>
              </a:xfrm>
            </p:grpSpPr>
            <p:sp>
              <p:nvSpPr>
                <p:cNvPr id="41001" name="Rectangle 16">
                  <a:extLst>
                    <a:ext uri="{FF2B5EF4-FFF2-40B4-BE49-F238E27FC236}">
                      <a16:creationId xmlns:a16="http://schemas.microsoft.com/office/drawing/2014/main" id="{B2245A17-7E95-488F-3B03-FD7FE2DA2642}"/>
                    </a:ext>
                  </a:extLst>
                </p:cNvPr>
                <p:cNvSpPr>
                  <a:spLocks noChangeArrowheads="1"/>
                </p:cNvSpPr>
                <p:nvPr/>
              </p:nvSpPr>
              <p:spPr bwMode="auto">
                <a:xfrm>
                  <a:off x="1522" y="1842"/>
                  <a:ext cx="5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tr-TR" sz="2000" b="1">
                      <a:solidFill>
                        <a:srgbClr val="000000"/>
                      </a:solidFill>
                      <a:latin typeface="Helvetica" pitchFamily="2" charset="0"/>
                      <a:cs typeface="Times New Roman" panose="02020603050405020304" pitchFamily="18" charset="0"/>
                    </a:rPr>
                    <a:t>6, 7, 8, 9</a:t>
                  </a:r>
                  <a:endParaRPr lang="en-CA" altLang="tr-TR" sz="2000">
                    <a:solidFill>
                      <a:srgbClr val="000000"/>
                    </a:solidFill>
                    <a:latin typeface="Helvetica" pitchFamily="2" charset="0"/>
                    <a:cs typeface="Times New Roman" panose="02020603050405020304" pitchFamily="18" charset="0"/>
                  </a:endParaRPr>
                </a:p>
                <a:p>
                  <a:pPr>
                    <a:spcBef>
                      <a:spcPct val="0"/>
                    </a:spcBef>
                    <a:buFontTx/>
                    <a:buNone/>
                  </a:pPr>
                  <a:endParaRPr lang="en-CA" altLang="tr-TR" sz="2000"/>
                </a:p>
              </p:txBody>
            </p:sp>
            <p:sp>
              <p:nvSpPr>
                <p:cNvPr id="41002" name="Rectangle 45">
                  <a:extLst>
                    <a:ext uri="{FF2B5EF4-FFF2-40B4-BE49-F238E27FC236}">
                      <a16:creationId xmlns:a16="http://schemas.microsoft.com/office/drawing/2014/main" id="{6D5F3D6C-070D-E4A1-FC1F-AA1FAC24F189}"/>
                    </a:ext>
                  </a:extLst>
                </p:cNvPr>
                <p:cNvSpPr>
                  <a:spLocks noChangeArrowheads="1"/>
                </p:cNvSpPr>
                <p:nvPr/>
              </p:nvSpPr>
              <p:spPr bwMode="auto">
                <a:xfrm>
                  <a:off x="1479" y="1842"/>
                  <a:ext cx="61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tr-TR" altLang="en-US" sz="2400"/>
                </a:p>
              </p:txBody>
            </p:sp>
          </p:grpSp>
          <p:grpSp>
            <p:nvGrpSpPr>
              <p:cNvPr id="40983" name="Group 48">
                <a:extLst>
                  <a:ext uri="{FF2B5EF4-FFF2-40B4-BE49-F238E27FC236}">
                    <a16:creationId xmlns:a16="http://schemas.microsoft.com/office/drawing/2014/main" id="{8DF43488-301A-C869-C57B-3AA4AA0EC612}"/>
                  </a:ext>
                </a:extLst>
              </p:cNvPr>
              <p:cNvGrpSpPr>
                <a:grpSpLocks/>
              </p:cNvGrpSpPr>
              <p:nvPr/>
            </p:nvGrpSpPr>
            <p:grpSpPr bwMode="auto">
              <a:xfrm>
                <a:off x="0" y="2245"/>
                <a:ext cx="255" cy="403"/>
                <a:chOff x="0" y="2245"/>
                <a:chExt cx="255" cy="403"/>
              </a:xfrm>
            </p:grpSpPr>
            <p:sp>
              <p:nvSpPr>
                <p:cNvPr id="40999" name="Rectangle 17">
                  <a:extLst>
                    <a:ext uri="{FF2B5EF4-FFF2-40B4-BE49-F238E27FC236}">
                      <a16:creationId xmlns:a16="http://schemas.microsoft.com/office/drawing/2014/main" id="{2F316E5E-1F8F-73D1-5D3E-4CF7B2C6CDB0}"/>
                    </a:ext>
                  </a:extLst>
                </p:cNvPr>
                <p:cNvSpPr>
                  <a:spLocks noChangeArrowheads="1"/>
                </p:cNvSpPr>
                <p:nvPr/>
              </p:nvSpPr>
              <p:spPr bwMode="auto">
                <a:xfrm>
                  <a:off x="43" y="2245"/>
                  <a:ext cx="16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tr-TR" sz="2000" b="1">
                      <a:solidFill>
                        <a:srgbClr val="000000"/>
                      </a:solidFill>
                      <a:latin typeface="Helvetica" pitchFamily="2" charset="0"/>
                      <a:cs typeface="Times New Roman" panose="02020603050405020304" pitchFamily="18" charset="0"/>
                    </a:rPr>
                    <a:t>e</a:t>
                  </a:r>
                  <a:endParaRPr lang="en-CA" altLang="tr-TR" sz="2000">
                    <a:solidFill>
                      <a:srgbClr val="000000"/>
                    </a:solidFill>
                    <a:latin typeface="Helvetica" pitchFamily="2" charset="0"/>
                    <a:cs typeface="Times New Roman" panose="02020603050405020304" pitchFamily="18" charset="0"/>
                  </a:endParaRPr>
                </a:p>
                <a:p>
                  <a:pPr>
                    <a:spcBef>
                      <a:spcPct val="0"/>
                    </a:spcBef>
                    <a:buFontTx/>
                    <a:buNone/>
                  </a:pPr>
                  <a:endParaRPr lang="en-CA" altLang="tr-TR" sz="2000"/>
                </a:p>
              </p:txBody>
            </p:sp>
            <p:sp>
              <p:nvSpPr>
                <p:cNvPr id="41000" name="Rectangle 47">
                  <a:extLst>
                    <a:ext uri="{FF2B5EF4-FFF2-40B4-BE49-F238E27FC236}">
                      <a16:creationId xmlns:a16="http://schemas.microsoft.com/office/drawing/2014/main" id="{1E772721-E8DC-C4B7-1920-55140ECC2F30}"/>
                    </a:ext>
                  </a:extLst>
                </p:cNvPr>
                <p:cNvSpPr>
                  <a:spLocks noChangeArrowheads="1"/>
                </p:cNvSpPr>
                <p:nvPr/>
              </p:nvSpPr>
              <p:spPr bwMode="auto">
                <a:xfrm>
                  <a:off x="0" y="2245"/>
                  <a:ext cx="255"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tr-TR" altLang="en-US" sz="2400"/>
                </a:p>
              </p:txBody>
            </p:sp>
          </p:grpSp>
          <p:grpSp>
            <p:nvGrpSpPr>
              <p:cNvPr id="40984" name="Group 50">
                <a:extLst>
                  <a:ext uri="{FF2B5EF4-FFF2-40B4-BE49-F238E27FC236}">
                    <a16:creationId xmlns:a16="http://schemas.microsoft.com/office/drawing/2014/main" id="{88558784-8C42-EC83-C5E7-491D0D76EF81}"/>
                  </a:ext>
                </a:extLst>
              </p:cNvPr>
              <p:cNvGrpSpPr>
                <a:grpSpLocks/>
              </p:cNvGrpSpPr>
              <p:nvPr/>
            </p:nvGrpSpPr>
            <p:grpSpPr bwMode="auto">
              <a:xfrm>
                <a:off x="255" y="2245"/>
                <a:ext cx="1224" cy="403"/>
                <a:chOff x="255" y="2245"/>
                <a:chExt cx="1224" cy="403"/>
              </a:xfrm>
            </p:grpSpPr>
            <p:sp>
              <p:nvSpPr>
                <p:cNvPr id="40997" name="Rectangle 18">
                  <a:extLst>
                    <a:ext uri="{FF2B5EF4-FFF2-40B4-BE49-F238E27FC236}">
                      <a16:creationId xmlns:a16="http://schemas.microsoft.com/office/drawing/2014/main" id="{3FE98AAA-0673-4711-39ED-01A79054885B}"/>
                    </a:ext>
                  </a:extLst>
                </p:cNvPr>
                <p:cNvSpPr>
                  <a:spLocks noChangeArrowheads="1"/>
                </p:cNvSpPr>
                <p:nvPr/>
              </p:nvSpPr>
              <p:spPr bwMode="auto">
                <a:xfrm>
                  <a:off x="298" y="2245"/>
                  <a:ext cx="1138"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tr-TR" sz="2000" b="1">
                      <a:solidFill>
                        <a:srgbClr val="000000"/>
                      </a:solidFill>
                      <a:latin typeface="Helvetica" pitchFamily="2" charset="0"/>
                      <a:cs typeface="Times New Roman" panose="02020603050405020304" pitchFamily="18" charset="0"/>
                    </a:rPr>
                    <a:t>Detailed Design</a:t>
                  </a:r>
                  <a:endParaRPr lang="en-CA" altLang="tr-TR" sz="2000">
                    <a:solidFill>
                      <a:srgbClr val="000000"/>
                    </a:solidFill>
                    <a:latin typeface="Helvetica" pitchFamily="2" charset="0"/>
                    <a:cs typeface="Times New Roman" panose="02020603050405020304" pitchFamily="18" charset="0"/>
                  </a:endParaRPr>
                </a:p>
                <a:p>
                  <a:pPr>
                    <a:spcBef>
                      <a:spcPct val="0"/>
                    </a:spcBef>
                    <a:buFontTx/>
                    <a:buNone/>
                  </a:pPr>
                  <a:endParaRPr lang="en-CA" altLang="tr-TR" sz="2000"/>
                </a:p>
              </p:txBody>
            </p:sp>
            <p:sp>
              <p:nvSpPr>
                <p:cNvPr id="40998" name="Rectangle 49">
                  <a:extLst>
                    <a:ext uri="{FF2B5EF4-FFF2-40B4-BE49-F238E27FC236}">
                      <a16:creationId xmlns:a16="http://schemas.microsoft.com/office/drawing/2014/main" id="{AB9AA623-C384-C949-CD5A-0F4158B861C0}"/>
                    </a:ext>
                  </a:extLst>
                </p:cNvPr>
                <p:cNvSpPr>
                  <a:spLocks noChangeArrowheads="1"/>
                </p:cNvSpPr>
                <p:nvPr/>
              </p:nvSpPr>
              <p:spPr bwMode="auto">
                <a:xfrm>
                  <a:off x="255" y="2245"/>
                  <a:ext cx="1224"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tr-TR" altLang="en-US" sz="2400"/>
                </a:p>
              </p:txBody>
            </p:sp>
          </p:grpSp>
          <p:grpSp>
            <p:nvGrpSpPr>
              <p:cNvPr id="40985" name="Group 52">
                <a:extLst>
                  <a:ext uri="{FF2B5EF4-FFF2-40B4-BE49-F238E27FC236}">
                    <a16:creationId xmlns:a16="http://schemas.microsoft.com/office/drawing/2014/main" id="{25EAF062-9517-299A-4BAF-6FDA01BBAF4A}"/>
                  </a:ext>
                </a:extLst>
              </p:cNvPr>
              <p:cNvGrpSpPr>
                <a:grpSpLocks/>
              </p:cNvGrpSpPr>
              <p:nvPr/>
            </p:nvGrpSpPr>
            <p:grpSpPr bwMode="auto">
              <a:xfrm>
                <a:off x="1479" y="2245"/>
                <a:ext cx="616" cy="403"/>
                <a:chOff x="1479" y="2245"/>
                <a:chExt cx="616" cy="403"/>
              </a:xfrm>
            </p:grpSpPr>
            <p:sp>
              <p:nvSpPr>
                <p:cNvPr id="40995" name="Rectangle 19">
                  <a:extLst>
                    <a:ext uri="{FF2B5EF4-FFF2-40B4-BE49-F238E27FC236}">
                      <a16:creationId xmlns:a16="http://schemas.microsoft.com/office/drawing/2014/main" id="{045B7FFA-BA18-4418-1D9D-974CC2E30A55}"/>
                    </a:ext>
                  </a:extLst>
                </p:cNvPr>
                <p:cNvSpPr>
                  <a:spLocks noChangeArrowheads="1"/>
                </p:cNvSpPr>
                <p:nvPr/>
              </p:nvSpPr>
              <p:spPr bwMode="auto">
                <a:xfrm>
                  <a:off x="1522" y="2245"/>
                  <a:ext cx="5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tr-TR" sz="2000" b="1">
                      <a:solidFill>
                        <a:srgbClr val="000000"/>
                      </a:solidFill>
                      <a:latin typeface="Helvetica" pitchFamily="2" charset="0"/>
                      <a:cs typeface="Times New Roman" panose="02020603050405020304" pitchFamily="18" charset="0"/>
                    </a:rPr>
                    <a:t>10, 11, 12</a:t>
                  </a:r>
                  <a:endParaRPr lang="en-CA" altLang="tr-TR" sz="2000">
                    <a:solidFill>
                      <a:srgbClr val="000000"/>
                    </a:solidFill>
                    <a:latin typeface="Helvetica" pitchFamily="2" charset="0"/>
                    <a:cs typeface="Times New Roman" panose="02020603050405020304" pitchFamily="18" charset="0"/>
                  </a:endParaRPr>
                </a:p>
                <a:p>
                  <a:pPr>
                    <a:spcBef>
                      <a:spcPct val="0"/>
                    </a:spcBef>
                    <a:buFontTx/>
                    <a:buNone/>
                  </a:pPr>
                  <a:endParaRPr lang="en-CA" altLang="tr-TR" sz="2000"/>
                </a:p>
              </p:txBody>
            </p:sp>
            <p:sp>
              <p:nvSpPr>
                <p:cNvPr id="40996" name="Rectangle 51">
                  <a:extLst>
                    <a:ext uri="{FF2B5EF4-FFF2-40B4-BE49-F238E27FC236}">
                      <a16:creationId xmlns:a16="http://schemas.microsoft.com/office/drawing/2014/main" id="{605BA059-E64A-C582-94AD-B4EED1F7711C}"/>
                    </a:ext>
                  </a:extLst>
                </p:cNvPr>
                <p:cNvSpPr>
                  <a:spLocks noChangeArrowheads="1"/>
                </p:cNvSpPr>
                <p:nvPr/>
              </p:nvSpPr>
              <p:spPr bwMode="auto">
                <a:xfrm>
                  <a:off x="1479" y="2245"/>
                  <a:ext cx="61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tr-TR" altLang="en-US" sz="2400"/>
                </a:p>
              </p:txBody>
            </p:sp>
          </p:grpSp>
          <p:grpSp>
            <p:nvGrpSpPr>
              <p:cNvPr id="40986" name="Group 54">
                <a:extLst>
                  <a:ext uri="{FF2B5EF4-FFF2-40B4-BE49-F238E27FC236}">
                    <a16:creationId xmlns:a16="http://schemas.microsoft.com/office/drawing/2014/main" id="{8E45049A-0E72-87C4-ACA8-04A2C5876712}"/>
                  </a:ext>
                </a:extLst>
              </p:cNvPr>
              <p:cNvGrpSpPr>
                <a:grpSpLocks/>
              </p:cNvGrpSpPr>
              <p:nvPr/>
            </p:nvGrpSpPr>
            <p:grpSpPr bwMode="auto">
              <a:xfrm>
                <a:off x="0" y="2648"/>
                <a:ext cx="255" cy="403"/>
                <a:chOff x="0" y="2648"/>
                <a:chExt cx="255" cy="403"/>
              </a:xfrm>
            </p:grpSpPr>
            <p:sp>
              <p:nvSpPr>
                <p:cNvPr id="40993" name="Rectangle 20">
                  <a:extLst>
                    <a:ext uri="{FF2B5EF4-FFF2-40B4-BE49-F238E27FC236}">
                      <a16:creationId xmlns:a16="http://schemas.microsoft.com/office/drawing/2014/main" id="{FB28B8B4-E4CB-AA00-8BCE-5A40C942AFC2}"/>
                    </a:ext>
                  </a:extLst>
                </p:cNvPr>
                <p:cNvSpPr>
                  <a:spLocks noChangeArrowheads="1"/>
                </p:cNvSpPr>
                <p:nvPr/>
              </p:nvSpPr>
              <p:spPr bwMode="auto">
                <a:xfrm>
                  <a:off x="43" y="2648"/>
                  <a:ext cx="16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tr-TR" sz="2000" b="1">
                      <a:solidFill>
                        <a:srgbClr val="000000"/>
                      </a:solidFill>
                      <a:latin typeface="Helvetica" pitchFamily="2" charset="0"/>
                      <a:cs typeface="Times New Roman" panose="02020603050405020304" pitchFamily="18" charset="0"/>
                    </a:rPr>
                    <a:t>f</a:t>
                  </a:r>
                  <a:endParaRPr lang="en-CA" altLang="tr-TR" sz="2000">
                    <a:solidFill>
                      <a:srgbClr val="000000"/>
                    </a:solidFill>
                    <a:latin typeface="Helvetica" pitchFamily="2" charset="0"/>
                    <a:cs typeface="Times New Roman" panose="02020603050405020304" pitchFamily="18" charset="0"/>
                  </a:endParaRPr>
                </a:p>
                <a:p>
                  <a:pPr>
                    <a:spcBef>
                      <a:spcPct val="0"/>
                    </a:spcBef>
                    <a:buFontTx/>
                    <a:buNone/>
                  </a:pPr>
                  <a:endParaRPr lang="en-CA" altLang="tr-TR" sz="2000"/>
                </a:p>
              </p:txBody>
            </p:sp>
            <p:sp>
              <p:nvSpPr>
                <p:cNvPr id="40994" name="Rectangle 53">
                  <a:extLst>
                    <a:ext uri="{FF2B5EF4-FFF2-40B4-BE49-F238E27FC236}">
                      <a16:creationId xmlns:a16="http://schemas.microsoft.com/office/drawing/2014/main" id="{1D82ACA3-1ABD-C96F-96CF-C28A0EF509C2}"/>
                    </a:ext>
                  </a:extLst>
                </p:cNvPr>
                <p:cNvSpPr>
                  <a:spLocks noChangeArrowheads="1"/>
                </p:cNvSpPr>
                <p:nvPr/>
              </p:nvSpPr>
              <p:spPr bwMode="auto">
                <a:xfrm>
                  <a:off x="0" y="2648"/>
                  <a:ext cx="255"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tr-TR" altLang="en-US" sz="2400"/>
                </a:p>
              </p:txBody>
            </p:sp>
          </p:grpSp>
          <p:grpSp>
            <p:nvGrpSpPr>
              <p:cNvPr id="40987" name="Group 56">
                <a:extLst>
                  <a:ext uri="{FF2B5EF4-FFF2-40B4-BE49-F238E27FC236}">
                    <a16:creationId xmlns:a16="http://schemas.microsoft.com/office/drawing/2014/main" id="{E3C51A8A-1573-B3DE-192A-67E970BCE9C2}"/>
                  </a:ext>
                </a:extLst>
              </p:cNvPr>
              <p:cNvGrpSpPr>
                <a:grpSpLocks/>
              </p:cNvGrpSpPr>
              <p:nvPr/>
            </p:nvGrpSpPr>
            <p:grpSpPr bwMode="auto">
              <a:xfrm>
                <a:off x="255" y="2648"/>
                <a:ext cx="1224" cy="403"/>
                <a:chOff x="255" y="2648"/>
                <a:chExt cx="1224" cy="403"/>
              </a:xfrm>
            </p:grpSpPr>
            <p:sp>
              <p:nvSpPr>
                <p:cNvPr id="40991" name="Rectangle 21">
                  <a:extLst>
                    <a:ext uri="{FF2B5EF4-FFF2-40B4-BE49-F238E27FC236}">
                      <a16:creationId xmlns:a16="http://schemas.microsoft.com/office/drawing/2014/main" id="{BD62E0EA-2723-22EE-5D21-30A391FA76B5}"/>
                    </a:ext>
                  </a:extLst>
                </p:cNvPr>
                <p:cNvSpPr>
                  <a:spLocks noChangeArrowheads="1"/>
                </p:cNvSpPr>
                <p:nvPr/>
              </p:nvSpPr>
              <p:spPr bwMode="auto">
                <a:xfrm>
                  <a:off x="298" y="2648"/>
                  <a:ext cx="1138"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tr-TR" sz="2000" b="1">
                      <a:solidFill>
                        <a:srgbClr val="000000"/>
                      </a:solidFill>
                      <a:latin typeface="Helvetica" pitchFamily="2" charset="0"/>
                      <a:cs typeface="Times New Roman" panose="02020603050405020304" pitchFamily="18" charset="0"/>
                    </a:rPr>
                    <a:t>Implementation</a:t>
                  </a:r>
                  <a:endParaRPr lang="en-CA" altLang="tr-TR" sz="2000">
                    <a:solidFill>
                      <a:srgbClr val="000000"/>
                    </a:solidFill>
                    <a:latin typeface="Helvetica" pitchFamily="2" charset="0"/>
                    <a:cs typeface="Times New Roman" panose="02020603050405020304" pitchFamily="18" charset="0"/>
                  </a:endParaRPr>
                </a:p>
                <a:p>
                  <a:pPr>
                    <a:spcBef>
                      <a:spcPct val="0"/>
                    </a:spcBef>
                    <a:buFontTx/>
                    <a:buNone/>
                  </a:pPr>
                  <a:endParaRPr lang="en-CA" altLang="tr-TR" sz="2000"/>
                </a:p>
              </p:txBody>
            </p:sp>
            <p:sp>
              <p:nvSpPr>
                <p:cNvPr id="40992" name="Rectangle 55">
                  <a:extLst>
                    <a:ext uri="{FF2B5EF4-FFF2-40B4-BE49-F238E27FC236}">
                      <a16:creationId xmlns:a16="http://schemas.microsoft.com/office/drawing/2014/main" id="{44C5959F-7C5B-794C-B7BF-ABC9E3C75AA4}"/>
                    </a:ext>
                  </a:extLst>
                </p:cNvPr>
                <p:cNvSpPr>
                  <a:spLocks noChangeArrowheads="1"/>
                </p:cNvSpPr>
                <p:nvPr/>
              </p:nvSpPr>
              <p:spPr bwMode="auto">
                <a:xfrm>
                  <a:off x="255" y="2648"/>
                  <a:ext cx="1224"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tr-TR" altLang="en-US" sz="2400"/>
                </a:p>
              </p:txBody>
            </p:sp>
          </p:grpSp>
          <p:grpSp>
            <p:nvGrpSpPr>
              <p:cNvPr id="40988" name="Group 58">
                <a:extLst>
                  <a:ext uri="{FF2B5EF4-FFF2-40B4-BE49-F238E27FC236}">
                    <a16:creationId xmlns:a16="http://schemas.microsoft.com/office/drawing/2014/main" id="{04D2895A-2115-0B8D-E8A8-15281B2D7591}"/>
                  </a:ext>
                </a:extLst>
              </p:cNvPr>
              <p:cNvGrpSpPr>
                <a:grpSpLocks/>
              </p:cNvGrpSpPr>
              <p:nvPr/>
            </p:nvGrpSpPr>
            <p:grpSpPr bwMode="auto">
              <a:xfrm>
                <a:off x="1479" y="2648"/>
                <a:ext cx="616" cy="403"/>
                <a:chOff x="1479" y="2648"/>
                <a:chExt cx="616" cy="403"/>
              </a:xfrm>
            </p:grpSpPr>
            <p:sp>
              <p:nvSpPr>
                <p:cNvPr id="40989" name="Rectangle 22">
                  <a:extLst>
                    <a:ext uri="{FF2B5EF4-FFF2-40B4-BE49-F238E27FC236}">
                      <a16:creationId xmlns:a16="http://schemas.microsoft.com/office/drawing/2014/main" id="{19B1EC5E-C140-779F-3465-95696D2ADB4F}"/>
                    </a:ext>
                  </a:extLst>
                </p:cNvPr>
                <p:cNvSpPr>
                  <a:spLocks noChangeArrowheads="1"/>
                </p:cNvSpPr>
                <p:nvPr/>
              </p:nvSpPr>
              <p:spPr bwMode="auto">
                <a:xfrm>
                  <a:off x="1522" y="2648"/>
                  <a:ext cx="5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tr-TR" sz="2000" b="1">
                      <a:solidFill>
                        <a:srgbClr val="000000"/>
                      </a:solidFill>
                      <a:latin typeface="Helvetica" pitchFamily="2" charset="0"/>
                      <a:cs typeface="Times New Roman" panose="02020603050405020304" pitchFamily="18" charset="0"/>
                    </a:rPr>
                    <a:t>12, 13</a:t>
                  </a:r>
                  <a:endParaRPr lang="en-CA" altLang="tr-TR" sz="2000">
                    <a:solidFill>
                      <a:srgbClr val="000000"/>
                    </a:solidFill>
                    <a:latin typeface="Helvetica" pitchFamily="2" charset="0"/>
                    <a:cs typeface="Times New Roman" panose="02020603050405020304" pitchFamily="18" charset="0"/>
                  </a:endParaRPr>
                </a:p>
                <a:p>
                  <a:pPr>
                    <a:spcBef>
                      <a:spcPct val="0"/>
                    </a:spcBef>
                    <a:buFontTx/>
                    <a:buNone/>
                  </a:pPr>
                  <a:endParaRPr lang="en-CA" altLang="tr-TR" sz="2000"/>
                </a:p>
              </p:txBody>
            </p:sp>
            <p:sp>
              <p:nvSpPr>
                <p:cNvPr id="40990" name="Rectangle 57">
                  <a:extLst>
                    <a:ext uri="{FF2B5EF4-FFF2-40B4-BE49-F238E27FC236}">
                      <a16:creationId xmlns:a16="http://schemas.microsoft.com/office/drawing/2014/main" id="{D0654652-EAAF-5AC3-118F-064CD75C533E}"/>
                    </a:ext>
                  </a:extLst>
                </p:cNvPr>
                <p:cNvSpPr>
                  <a:spLocks noChangeArrowheads="1"/>
                </p:cNvSpPr>
                <p:nvPr/>
              </p:nvSpPr>
              <p:spPr bwMode="auto">
                <a:xfrm>
                  <a:off x="1479" y="2648"/>
                  <a:ext cx="61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tr-TR" altLang="en-US" sz="2400"/>
                </a:p>
              </p:txBody>
            </p:sp>
          </p:grpSp>
        </p:grpSp>
        <p:sp>
          <p:nvSpPr>
            <p:cNvPr id="40970" name="Rectangle 60">
              <a:extLst>
                <a:ext uri="{FF2B5EF4-FFF2-40B4-BE49-F238E27FC236}">
                  <a16:creationId xmlns:a16="http://schemas.microsoft.com/office/drawing/2014/main" id="{57A6302A-EC4F-B224-2AB5-A59A07586DCE}"/>
                </a:ext>
              </a:extLst>
            </p:cNvPr>
            <p:cNvSpPr>
              <a:spLocks noChangeArrowheads="1"/>
            </p:cNvSpPr>
            <p:nvPr/>
          </p:nvSpPr>
          <p:spPr bwMode="auto">
            <a:xfrm>
              <a:off x="-2" y="516"/>
              <a:ext cx="2099" cy="2537"/>
            </a:xfrm>
            <a:prstGeom prst="rect">
              <a:avLst/>
            </a:prstGeom>
            <a:noFill/>
            <a:ln w="793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tr-TR" altLang="en-US" sz="2400"/>
            </a:p>
          </p:txBody>
        </p:sp>
      </p:grpSp>
      <p:sp>
        <p:nvSpPr>
          <p:cNvPr id="40968" name="Rectangle 62">
            <a:extLst>
              <a:ext uri="{FF2B5EF4-FFF2-40B4-BE49-F238E27FC236}">
                <a16:creationId xmlns:a16="http://schemas.microsoft.com/office/drawing/2014/main" id="{44ACC52C-A0E1-C892-230A-09437470DF61}"/>
              </a:ext>
            </a:extLst>
          </p:cNvPr>
          <p:cNvSpPr>
            <a:spLocks noChangeArrowheads="1"/>
          </p:cNvSpPr>
          <p:nvPr/>
        </p:nvSpPr>
        <p:spPr bwMode="auto">
          <a:xfrm>
            <a:off x="1588" y="5532438"/>
            <a:ext cx="9144000"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tr-TR" sz="1200" b="1">
                <a:solidFill>
                  <a:srgbClr val="000000"/>
                </a:solidFill>
                <a:latin typeface="Helvetica" pitchFamily="2" charset="0"/>
                <a:cs typeface="Times New Roman" panose="02020603050405020304" pitchFamily="18" charset="0"/>
              </a:rPr>
              <a:t> </a:t>
            </a:r>
            <a:endParaRPr lang="en-CA" altLang="tr-TR" sz="1200">
              <a:solidFill>
                <a:srgbClr val="000000"/>
              </a:solidFill>
              <a:latin typeface="Helvetica" pitchFamily="2" charset="0"/>
              <a:cs typeface="Times New Roman" panose="02020603050405020304" pitchFamily="18" charset="0"/>
            </a:endParaRPr>
          </a:p>
          <a:p>
            <a:pPr>
              <a:spcBef>
                <a:spcPct val="0"/>
              </a:spcBef>
              <a:buFontTx/>
              <a:buNone/>
            </a:pPr>
            <a:endParaRPr lang="en-CA" altLang="tr-TR" sz="24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7" name="Rectangle 2">
            <a:extLst>
              <a:ext uri="{FF2B5EF4-FFF2-40B4-BE49-F238E27FC236}">
                <a16:creationId xmlns:a16="http://schemas.microsoft.com/office/drawing/2014/main" id="{4F7F6E54-0762-4C47-7765-2D78F09CA5AB}"/>
              </a:ext>
            </a:extLst>
          </p:cNvPr>
          <p:cNvSpPr>
            <a:spLocks noGrp="1" noChangeArrowheads="1"/>
          </p:cNvSpPr>
          <p:nvPr>
            <p:ph type="title"/>
          </p:nvPr>
        </p:nvSpPr>
        <p:spPr/>
        <p:txBody>
          <a:bodyPr>
            <a:normAutofit/>
          </a:bodyPr>
          <a:lstStyle/>
          <a:p>
            <a:pPr eaLnBrk="1" hangingPunct="1">
              <a:defRPr/>
            </a:pPr>
            <a:r>
              <a:rPr lang="en-US" sz="4000" b="1" dirty="0"/>
              <a:t>LOC Metric</a:t>
            </a:r>
          </a:p>
        </p:txBody>
      </p:sp>
      <p:sp>
        <p:nvSpPr>
          <p:cNvPr id="41987" name="Rectangle 3">
            <a:extLst>
              <a:ext uri="{FF2B5EF4-FFF2-40B4-BE49-F238E27FC236}">
                <a16:creationId xmlns:a16="http://schemas.microsoft.com/office/drawing/2014/main" id="{E7695A1C-EA9D-3CB6-0D00-951CCCBA1D86}"/>
              </a:ext>
            </a:extLst>
          </p:cNvPr>
          <p:cNvSpPr>
            <a:spLocks noGrp="1" noChangeArrowheads="1"/>
          </p:cNvSpPr>
          <p:nvPr>
            <p:ph idx="1"/>
          </p:nvPr>
        </p:nvSpPr>
        <p:spPr>
          <a:xfrm>
            <a:off x="685800" y="1676400"/>
            <a:ext cx="8077200" cy="4495800"/>
          </a:xfrm>
        </p:spPr>
        <p:txBody>
          <a:bodyPr/>
          <a:lstStyle/>
          <a:p>
            <a:pPr eaLnBrk="1" hangingPunct="1">
              <a:lnSpc>
                <a:spcPct val="90000"/>
              </a:lnSpc>
            </a:pPr>
            <a:r>
              <a:rPr lang="en-US" altLang="en-US" sz="3200"/>
              <a:t>There are two different ways of implementing LOC</a:t>
            </a:r>
          </a:p>
          <a:p>
            <a:pPr lvl="1" eaLnBrk="1" hangingPunct="1">
              <a:lnSpc>
                <a:spcPct val="90000"/>
              </a:lnSpc>
            </a:pPr>
            <a:r>
              <a:rPr lang="en-US" altLang="en-US" sz="2800"/>
              <a:t>Lines of Code  (LOC  or  KLOC)</a:t>
            </a:r>
          </a:p>
          <a:p>
            <a:pPr lvl="2" eaLnBrk="1" hangingPunct="1">
              <a:lnSpc>
                <a:spcPct val="90000"/>
              </a:lnSpc>
            </a:pPr>
            <a:r>
              <a:rPr lang="en-US" altLang="en-US" sz="2000"/>
              <a:t>Count all lines</a:t>
            </a:r>
          </a:p>
          <a:p>
            <a:pPr lvl="1" eaLnBrk="1" hangingPunct="1">
              <a:lnSpc>
                <a:spcPct val="90000"/>
              </a:lnSpc>
            </a:pPr>
            <a:r>
              <a:rPr lang="en-US" altLang="en-US" sz="2800"/>
              <a:t>Thousand of delivered source instructions (KDSI)</a:t>
            </a:r>
          </a:p>
          <a:p>
            <a:pPr lvl="2" eaLnBrk="1" hangingPunct="1">
              <a:lnSpc>
                <a:spcPct val="90000"/>
              </a:lnSpc>
            </a:pPr>
            <a:r>
              <a:rPr lang="en-US" altLang="en-US" sz="2000"/>
              <a:t>Count of the physical source statements, includes:</a:t>
            </a:r>
          </a:p>
          <a:p>
            <a:pPr lvl="3" eaLnBrk="1" hangingPunct="1">
              <a:lnSpc>
                <a:spcPct val="90000"/>
              </a:lnSpc>
            </a:pPr>
            <a:r>
              <a:rPr lang="en-US" altLang="en-US" sz="1800"/>
              <a:t>Format statements</a:t>
            </a:r>
          </a:p>
          <a:p>
            <a:pPr lvl="3" eaLnBrk="1" hangingPunct="1">
              <a:lnSpc>
                <a:spcPct val="90000"/>
              </a:lnSpc>
            </a:pPr>
            <a:r>
              <a:rPr lang="en-US" altLang="en-US" sz="1800"/>
              <a:t>Data declarations</a:t>
            </a:r>
          </a:p>
          <a:p>
            <a:pPr lvl="2" eaLnBrk="1" hangingPunct="1">
              <a:lnSpc>
                <a:spcPct val="90000"/>
              </a:lnSpc>
            </a:pPr>
            <a:r>
              <a:rPr lang="en-US" altLang="en-US" sz="2000"/>
              <a:t>Excludes</a:t>
            </a:r>
          </a:p>
          <a:p>
            <a:pPr lvl="3" eaLnBrk="1" hangingPunct="1">
              <a:lnSpc>
                <a:spcPct val="90000"/>
              </a:lnSpc>
            </a:pPr>
            <a:r>
              <a:rPr lang="en-US" altLang="en-US" sz="1800"/>
              <a:t>Comments</a:t>
            </a:r>
          </a:p>
          <a:p>
            <a:pPr lvl="3" eaLnBrk="1" hangingPunct="1">
              <a:lnSpc>
                <a:spcPct val="90000"/>
              </a:lnSpc>
            </a:pPr>
            <a:r>
              <a:rPr lang="en-US" altLang="en-US" sz="1800"/>
              <a:t>Unmodified utilities</a:t>
            </a:r>
          </a:p>
        </p:txBody>
      </p:sp>
      <p:sp>
        <p:nvSpPr>
          <p:cNvPr id="41988" name="Date Placeholder 3">
            <a:extLst>
              <a:ext uri="{FF2B5EF4-FFF2-40B4-BE49-F238E27FC236}">
                <a16:creationId xmlns:a16="http://schemas.microsoft.com/office/drawing/2014/main" id="{2AC6DB52-C62B-65A4-417B-E50B316D2A51}"/>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a:latin typeface="Arial" panose="020B0604020202020204" pitchFamily="34" charset="0"/>
              </a:rPr>
              <a:t> </a:t>
            </a:r>
          </a:p>
        </p:txBody>
      </p:sp>
      <p:sp>
        <p:nvSpPr>
          <p:cNvPr id="41989" name="Slide Number Placeholder 1">
            <a:extLst>
              <a:ext uri="{FF2B5EF4-FFF2-40B4-BE49-F238E27FC236}">
                <a16:creationId xmlns:a16="http://schemas.microsoft.com/office/drawing/2014/main" id="{2D977ACD-B6A6-F3EE-4980-D2453F172B0B}"/>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6146429A-71E1-7540-9EE3-08F40AFB0293}" type="slidenum">
              <a:rPr lang="en-US" altLang="en-US" sz="1400"/>
              <a:pPr>
                <a:spcBef>
                  <a:spcPct val="0"/>
                </a:spcBef>
                <a:buFontTx/>
                <a:buNone/>
              </a:pPr>
              <a:t>30</a:t>
            </a:fld>
            <a:endParaRPr lang="en-US" altLang="en-US" sz="14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37537B9-09E9-62F1-2EDE-AE3C5E11E3D2}"/>
              </a:ext>
            </a:extLst>
          </p:cNvPr>
          <p:cNvSpPr>
            <a:spLocks noGrp="1"/>
          </p:cNvSpPr>
          <p:nvPr>
            <p:ph type="title"/>
          </p:nvPr>
        </p:nvSpPr>
        <p:spPr>
          <a:xfrm>
            <a:off x="609600" y="228600"/>
            <a:ext cx="8229600" cy="1447800"/>
          </a:xfrm>
        </p:spPr>
        <p:txBody>
          <a:bodyPr/>
          <a:lstStyle/>
          <a:p>
            <a:pPr>
              <a:defRPr/>
            </a:pPr>
            <a:r>
              <a:rPr lang="en-US" dirty="0"/>
              <a:t>Problems associated with lines of code as a metric</a:t>
            </a:r>
          </a:p>
        </p:txBody>
      </p:sp>
      <p:sp>
        <p:nvSpPr>
          <p:cNvPr id="43011" name="Rectangle 3">
            <a:extLst>
              <a:ext uri="{FF2B5EF4-FFF2-40B4-BE49-F238E27FC236}">
                <a16:creationId xmlns:a16="http://schemas.microsoft.com/office/drawing/2014/main" id="{23ED2A0E-814A-776E-2084-3B8D6A0C594A}"/>
              </a:ext>
            </a:extLst>
          </p:cNvPr>
          <p:cNvSpPr>
            <a:spLocks noGrp="1" noChangeArrowheads="1"/>
          </p:cNvSpPr>
          <p:nvPr>
            <p:ph idx="1"/>
          </p:nvPr>
        </p:nvSpPr>
        <p:spPr>
          <a:xfrm>
            <a:off x="685800" y="1676400"/>
            <a:ext cx="7772400" cy="5105400"/>
          </a:xfrm>
        </p:spPr>
        <p:txBody>
          <a:bodyPr/>
          <a:lstStyle/>
          <a:p>
            <a:pPr>
              <a:buFontTx/>
              <a:buAutoNum type="arabicPeriod"/>
            </a:pPr>
            <a:endParaRPr lang="tr-TR" altLang="en-US"/>
          </a:p>
          <a:p>
            <a:pPr>
              <a:buFontTx/>
              <a:buAutoNum type="arabicPeriod"/>
            </a:pPr>
            <a:r>
              <a:rPr lang="en-US" altLang="en-US"/>
              <a:t>Lack of Accountability: </a:t>
            </a:r>
            <a:endParaRPr lang="en-US" altLang="en-US" sz="3600"/>
          </a:p>
          <a:p>
            <a:pPr>
              <a:buFontTx/>
              <a:buAutoNum type="arabicPeriod"/>
            </a:pPr>
            <a:r>
              <a:rPr lang="en-US" altLang="en-US"/>
              <a:t>Lack of Cohesion with Functionality: </a:t>
            </a:r>
            <a:endParaRPr lang="tr-TR" altLang="en-US"/>
          </a:p>
          <a:p>
            <a:pPr>
              <a:buFontTx/>
              <a:buAutoNum type="arabicPeriod"/>
            </a:pPr>
            <a:r>
              <a:rPr lang="en-US" altLang="en-US"/>
              <a:t>Adverse Impact on Estimation: </a:t>
            </a:r>
            <a:endParaRPr lang="en-US" altLang="en-US" sz="3600"/>
          </a:p>
          <a:p>
            <a:pPr>
              <a:buFontTx/>
              <a:buAutoNum type="arabicPeriod"/>
            </a:pPr>
            <a:r>
              <a:rPr lang="en-US" altLang="en-US"/>
              <a:t>Developer’s Experience:</a:t>
            </a:r>
            <a:endParaRPr lang="en-US" altLang="en-US" sz="3600"/>
          </a:p>
          <a:p>
            <a:pPr>
              <a:buFontTx/>
              <a:buAutoNum type="arabicPeriod"/>
            </a:pPr>
            <a:r>
              <a:rPr lang="en-US" altLang="en-US"/>
              <a:t>Difference in Languages: </a:t>
            </a:r>
          </a:p>
          <a:p>
            <a:pPr>
              <a:buFontTx/>
              <a:buAutoNum type="arabicPeriod"/>
            </a:pPr>
            <a:r>
              <a:rPr lang="en-US" altLang="en-US"/>
              <a:t>Advent of GUI Tools: </a:t>
            </a:r>
            <a:endParaRPr lang="en-US" altLang="en-US" sz="3600"/>
          </a:p>
          <a:p>
            <a:pPr>
              <a:buFontTx/>
              <a:buAutoNum type="arabicPeriod"/>
            </a:pPr>
            <a:r>
              <a:rPr lang="en-US" altLang="en-US"/>
              <a:t>Problems with Multiple Languages: </a:t>
            </a:r>
            <a:endParaRPr lang="en-US" altLang="en-US" sz="3600"/>
          </a:p>
          <a:p>
            <a:pPr>
              <a:buFontTx/>
              <a:buAutoNum type="arabicPeriod"/>
            </a:pPr>
            <a:r>
              <a:rPr lang="en-US" altLang="en-US"/>
              <a:t>Lack of Counting Standards: </a:t>
            </a:r>
            <a:endParaRPr lang="en-US" altLang="en-US" sz="3600"/>
          </a:p>
          <a:p>
            <a:pPr>
              <a:buFontTx/>
              <a:buAutoNum type="arabicPeriod"/>
            </a:pPr>
            <a:r>
              <a:rPr lang="en-US" altLang="en-US"/>
              <a:t>Psychology: </a:t>
            </a:r>
          </a:p>
          <a:p>
            <a:pPr eaLnBrk="1" hangingPunct="1"/>
            <a:endParaRPr lang="en-US" altLang="en-US"/>
          </a:p>
          <a:p>
            <a:pPr eaLnBrk="1" hangingPunct="1"/>
            <a:endParaRPr lang="en-US" altLang="en-US"/>
          </a:p>
          <a:p>
            <a:pPr eaLnBrk="1" hangingPunct="1"/>
            <a:endParaRPr lang="en-US" altLang="en-US"/>
          </a:p>
          <a:p>
            <a:pPr eaLnBrk="1" hangingPunct="1"/>
            <a:endParaRPr lang="en-US" altLang="en-US"/>
          </a:p>
          <a:p>
            <a:pPr eaLnBrk="1" hangingPunct="1"/>
            <a:endParaRPr lang="en-US" altLang="en-US"/>
          </a:p>
        </p:txBody>
      </p:sp>
      <p:sp>
        <p:nvSpPr>
          <p:cNvPr id="43012" name="Date Placeholder 3">
            <a:extLst>
              <a:ext uri="{FF2B5EF4-FFF2-40B4-BE49-F238E27FC236}">
                <a16:creationId xmlns:a16="http://schemas.microsoft.com/office/drawing/2014/main" id="{BDFC01DA-497D-EA46-8503-3AFE6DC6AEF4}"/>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a:latin typeface="Arial" panose="020B0604020202020204" pitchFamily="34" charset="0"/>
              </a:rPr>
              <a:t> </a:t>
            </a:r>
          </a:p>
        </p:txBody>
      </p:sp>
      <p:sp>
        <p:nvSpPr>
          <p:cNvPr id="43013" name="Slide Number Placeholder 1">
            <a:extLst>
              <a:ext uri="{FF2B5EF4-FFF2-40B4-BE49-F238E27FC236}">
                <a16:creationId xmlns:a16="http://schemas.microsoft.com/office/drawing/2014/main" id="{D05C0594-2756-51FD-F153-984A3C763D82}"/>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B891604-AC3D-AE4E-BC64-10228B3634F1}" type="slidenum">
              <a:rPr lang="en-US" altLang="en-US" sz="1400"/>
              <a:pPr>
                <a:spcBef>
                  <a:spcPct val="0"/>
                </a:spcBef>
                <a:buFontTx/>
                <a:buNone/>
              </a:pPr>
              <a:t>31</a:t>
            </a:fld>
            <a:endParaRPr lang="en-US" altLang="en-US" sz="14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Content Placeholder 2">
            <a:extLst>
              <a:ext uri="{FF2B5EF4-FFF2-40B4-BE49-F238E27FC236}">
                <a16:creationId xmlns:a16="http://schemas.microsoft.com/office/drawing/2014/main" id="{21A60C3D-6648-E39F-25ED-701AC764B9BA}"/>
              </a:ext>
            </a:extLst>
          </p:cNvPr>
          <p:cNvSpPr>
            <a:spLocks noGrp="1"/>
          </p:cNvSpPr>
          <p:nvPr>
            <p:ph idx="1"/>
          </p:nvPr>
        </p:nvSpPr>
        <p:spPr>
          <a:xfrm>
            <a:off x="228600" y="533400"/>
            <a:ext cx="8686800" cy="5767388"/>
          </a:xfrm>
        </p:spPr>
        <p:txBody>
          <a:bodyPr/>
          <a:lstStyle/>
          <a:p>
            <a:r>
              <a:rPr lang="en-US" altLang="en-US" sz="1800"/>
              <a:t>Lack of Accountability: </a:t>
            </a:r>
            <a:endParaRPr lang="en-US" altLang="en-US" sz="2000"/>
          </a:p>
          <a:p>
            <a:pPr lvl="1"/>
            <a:r>
              <a:rPr lang="en-US" altLang="en-US" sz="1600"/>
              <a:t>Not useful to measure the productivity of a project using only results from the coding phase, which usually accounts for only 30% to 35% of the overall effort</a:t>
            </a:r>
            <a:endParaRPr lang="en-US" altLang="en-US"/>
          </a:p>
          <a:p>
            <a:r>
              <a:rPr lang="en-US" altLang="en-US" sz="1800"/>
              <a:t>Lack of Cohesion with Functionality: </a:t>
            </a:r>
            <a:endParaRPr lang="en-US" altLang="en-US" sz="2000"/>
          </a:p>
          <a:p>
            <a:pPr lvl="1"/>
            <a:r>
              <a:rPr lang="en-US" altLang="en-US" sz="1600"/>
              <a:t>Effort may be highly correlated with LOC, but functionality is not so much!</a:t>
            </a:r>
            <a:endParaRPr lang="en-US" altLang="en-US"/>
          </a:p>
          <a:p>
            <a:pPr lvl="1"/>
            <a:r>
              <a:rPr lang="en-US" altLang="en-US" sz="1600"/>
              <a:t>skilled developers may be able to develop the same functionality with far less code, </a:t>
            </a:r>
            <a:endParaRPr lang="en-US" altLang="en-US"/>
          </a:p>
          <a:p>
            <a:pPr lvl="1"/>
            <a:r>
              <a:rPr lang="en-US" altLang="en-US" sz="1600"/>
              <a:t>developer who develops only a few lines may still be more productive than a developer creating more lines of code </a:t>
            </a:r>
            <a:endParaRPr lang="en-US" altLang="en-US"/>
          </a:p>
          <a:p>
            <a:r>
              <a:rPr lang="en-US" altLang="en-US" sz="1800"/>
              <a:t>Adverse Impact on Estimation: </a:t>
            </a:r>
            <a:endParaRPr lang="en-US" altLang="en-US" sz="2000"/>
          </a:p>
          <a:p>
            <a:pPr lvl="1"/>
            <a:r>
              <a:rPr lang="en-US" altLang="en-US" sz="1600"/>
              <a:t>Because of point 1 estimates based on lines of code can adversely go wrong</a:t>
            </a:r>
            <a:endParaRPr lang="en-US" altLang="en-US"/>
          </a:p>
          <a:p>
            <a:r>
              <a:rPr lang="en-US" altLang="en-US" sz="1800"/>
              <a:t>Developer’s Experience:</a:t>
            </a:r>
            <a:endParaRPr lang="en-US" altLang="en-US" sz="2000"/>
          </a:p>
          <a:p>
            <a:pPr lvl="1"/>
            <a:r>
              <a:rPr lang="en-US" altLang="en-US" sz="1600"/>
              <a:t> Implementation of a specific logic differs based on the level of experience of the developer. Hence, number of lines of code differs from person to person. </a:t>
            </a:r>
            <a:endParaRPr lang="en-US" altLang="en-US"/>
          </a:p>
          <a:p>
            <a:pPr lvl="1"/>
            <a:r>
              <a:rPr lang="en-US" altLang="en-US" sz="1600"/>
              <a:t>An experienced developer may implement certain functionality in fewer lines of code than another developer of relatively less experience does, though they use the same language.</a:t>
            </a:r>
            <a:endParaRPr lang="en-US" altLang="en-US"/>
          </a:p>
          <a:p>
            <a:r>
              <a:rPr lang="en-US" altLang="en-US" sz="1800"/>
              <a:t>Difference in Languages: </a:t>
            </a:r>
            <a:endParaRPr lang="en-US" altLang="en-US" sz="2000"/>
          </a:p>
          <a:p>
            <a:pPr lvl="1"/>
            <a:r>
              <a:rPr lang="en-US" altLang="en-US" sz="1600"/>
              <a:t>Consider two applications that provide the same functionality (screens, reports, databases). One of the applications is written in C++ and the other application written in a language like COBOL. The number of function points would be exactly the same, but aspects of the application would be different. The lines of code needed to develop the application would certainly not be the same. As a consequence, the amount of effort required to develop the application would be different </a:t>
            </a:r>
            <a:endParaRPr lang="en-US" altLang="en-US"/>
          </a:p>
        </p:txBody>
      </p:sp>
      <p:sp>
        <p:nvSpPr>
          <p:cNvPr id="44035" name="Date Placeholder 3">
            <a:extLst>
              <a:ext uri="{FF2B5EF4-FFF2-40B4-BE49-F238E27FC236}">
                <a16:creationId xmlns:a16="http://schemas.microsoft.com/office/drawing/2014/main" id="{1BE77B55-50DE-2322-F69C-B09C295BEA3C}"/>
              </a:ext>
            </a:extLst>
          </p:cNvPr>
          <p:cNvSpPr>
            <a:spLocks noGrp="1"/>
          </p:cNvSpPr>
          <p:nvPr>
            <p:ph type="dt" sz="quarter" idx="10"/>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 </a:t>
            </a:r>
          </a:p>
        </p:txBody>
      </p:sp>
      <p:sp>
        <p:nvSpPr>
          <p:cNvPr id="44036" name="Slide Number Placeholder 4">
            <a:extLst>
              <a:ext uri="{FF2B5EF4-FFF2-40B4-BE49-F238E27FC236}">
                <a16:creationId xmlns:a16="http://schemas.microsoft.com/office/drawing/2014/main" id="{E8FFA799-9A18-0257-DED9-595D739FCBA4}"/>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7707CC2-995B-F742-A51E-21D9354F21CF}" type="slidenum">
              <a:rPr lang="en-US" altLang="en-US" sz="1400"/>
              <a:pPr>
                <a:spcBef>
                  <a:spcPct val="0"/>
                </a:spcBef>
                <a:buFontTx/>
                <a:buNone/>
              </a:pPr>
              <a:t>32</a:t>
            </a:fld>
            <a:endParaRPr lang="en-US" altLang="en-US" sz="14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C5903897-9D6C-83BE-C1D1-5E1B0733A441}"/>
              </a:ext>
            </a:extLst>
          </p:cNvPr>
          <p:cNvSpPr>
            <a:spLocks noGrp="1"/>
          </p:cNvSpPr>
          <p:nvPr>
            <p:ph idx="1"/>
          </p:nvPr>
        </p:nvSpPr>
        <p:spPr>
          <a:xfrm>
            <a:off x="228600" y="762000"/>
            <a:ext cx="8839200" cy="5765800"/>
          </a:xfrm>
        </p:spPr>
        <p:txBody>
          <a:bodyPr/>
          <a:lstStyle/>
          <a:p>
            <a:r>
              <a:rPr lang="en-US" altLang="en-US" sz="2000"/>
              <a:t>Advent of GUI Tools: </a:t>
            </a:r>
          </a:p>
          <a:p>
            <a:pPr lvl="1"/>
            <a:r>
              <a:rPr lang="en-US" altLang="en-US" sz="1600"/>
              <a:t>GUI-based programming languages and tools such as Visual Basic, allow programmers to write relatively little code and achieve high levels of functionality. </a:t>
            </a:r>
          </a:p>
          <a:p>
            <a:pPr lvl="1"/>
            <a:r>
              <a:rPr lang="en-US" altLang="en-US" sz="1600"/>
              <a:t>a user with a GUI tool can drag-and-drop and other mouse operations to place components on a workspace. </a:t>
            </a:r>
          </a:p>
          <a:p>
            <a:r>
              <a:rPr lang="en-US" altLang="en-US" sz="2000"/>
              <a:t>Problems with Multiple Languages: </a:t>
            </a:r>
            <a:endParaRPr lang="en-US" altLang="en-US" sz="2200"/>
          </a:p>
          <a:p>
            <a:pPr lvl="1"/>
            <a:r>
              <a:rPr lang="en-US" altLang="en-US" sz="1600"/>
              <a:t>software is often developed in more than one language depending on the complexity and requirements. </a:t>
            </a:r>
          </a:p>
          <a:p>
            <a:pPr lvl="1"/>
            <a:r>
              <a:rPr lang="en-US" altLang="en-US" sz="1600"/>
              <a:t>Tracking and reporting of productivity and defect rates poses a serious problem in this case since defects cannot be attributed to a particular language subsequent to integration of the system. </a:t>
            </a:r>
          </a:p>
          <a:p>
            <a:r>
              <a:rPr lang="en-US" altLang="en-US" sz="2000"/>
              <a:t>Lack of Counting Standards: </a:t>
            </a:r>
          </a:p>
          <a:p>
            <a:pPr lvl="1"/>
            <a:r>
              <a:rPr lang="en-US" altLang="en-US" sz="1600"/>
              <a:t>There is no standard definition of what a line of code is. Do comments count? Are data declarations included? What happens if a statement extends over several lines? </a:t>
            </a:r>
          </a:p>
          <a:p>
            <a:pPr lvl="1"/>
            <a:r>
              <a:rPr lang="en-US" altLang="en-US" sz="1600"/>
              <a:t>Organizations like SEI and IEEE have published some guidelines in an attempt to standardize counting, it is difficult to put these into practice  since new languages being introduced every year.</a:t>
            </a:r>
          </a:p>
          <a:p>
            <a:r>
              <a:rPr lang="en-US" altLang="en-US" sz="2000"/>
              <a:t>Psychology</a:t>
            </a:r>
            <a:r>
              <a:rPr lang="en-US" altLang="en-US" sz="1600"/>
              <a:t>: </a:t>
            </a:r>
            <a:endParaRPr lang="en-US" altLang="en-US" sz="1800"/>
          </a:p>
          <a:p>
            <a:pPr lvl="1"/>
            <a:r>
              <a:rPr lang="en-US" altLang="en-US" sz="1600"/>
              <a:t>A programmer whose productivity is being measured in lines of code will have an incentive to write unnecessarily verbose code. </a:t>
            </a:r>
          </a:p>
          <a:p>
            <a:pPr lvl="1"/>
            <a:r>
              <a:rPr lang="en-US" altLang="en-US" sz="1600"/>
              <a:t>This is undesirable since increased complexity can lead to increased cost of maintenance and increased effort required for bug fixing.</a:t>
            </a:r>
          </a:p>
          <a:p>
            <a:endParaRPr lang="en-US" altLang="en-US" sz="1600"/>
          </a:p>
        </p:txBody>
      </p:sp>
      <p:sp>
        <p:nvSpPr>
          <p:cNvPr id="45059" name="Date Placeholder 3">
            <a:extLst>
              <a:ext uri="{FF2B5EF4-FFF2-40B4-BE49-F238E27FC236}">
                <a16:creationId xmlns:a16="http://schemas.microsoft.com/office/drawing/2014/main" id="{A2B1F75E-B6B4-E8C0-020F-DA3F7BE88E3B}"/>
              </a:ext>
            </a:extLst>
          </p:cNvPr>
          <p:cNvSpPr>
            <a:spLocks noGrp="1"/>
          </p:cNvSpPr>
          <p:nvPr>
            <p:ph type="dt" sz="quarter" idx="10"/>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 </a:t>
            </a:r>
          </a:p>
        </p:txBody>
      </p:sp>
      <p:sp>
        <p:nvSpPr>
          <p:cNvPr id="45060" name="Slide Number Placeholder 4">
            <a:extLst>
              <a:ext uri="{FF2B5EF4-FFF2-40B4-BE49-F238E27FC236}">
                <a16:creationId xmlns:a16="http://schemas.microsoft.com/office/drawing/2014/main" id="{4DBF5540-7CE5-D792-3845-CD999A524ABE}"/>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BA730D2-D80B-B64B-9CD3-CE7FFF0F0B50}" type="slidenum">
              <a:rPr lang="en-US" altLang="en-US" sz="1400"/>
              <a:pPr>
                <a:spcBef>
                  <a:spcPct val="0"/>
                </a:spcBef>
                <a:buFontTx/>
                <a:buNone/>
              </a:pPr>
              <a:t>33</a:t>
            </a:fld>
            <a:endParaRPr lang="en-US" altLang="en-US" sz="14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9" name="Rectangle 2">
            <a:extLst>
              <a:ext uri="{FF2B5EF4-FFF2-40B4-BE49-F238E27FC236}">
                <a16:creationId xmlns:a16="http://schemas.microsoft.com/office/drawing/2014/main" id="{B21D4752-9826-D812-62FB-1E1BD14772BE}"/>
              </a:ext>
            </a:extLst>
          </p:cNvPr>
          <p:cNvSpPr>
            <a:spLocks noGrp="1" noChangeArrowheads="1"/>
          </p:cNvSpPr>
          <p:nvPr>
            <p:ph type="title"/>
          </p:nvPr>
        </p:nvSpPr>
        <p:spPr/>
        <p:txBody>
          <a:bodyPr/>
          <a:lstStyle/>
          <a:p>
            <a:pPr eaLnBrk="1" hangingPunct="1">
              <a:defRPr/>
            </a:pPr>
            <a:r>
              <a:rPr lang="en-US"/>
              <a:t>FFP</a:t>
            </a:r>
          </a:p>
        </p:txBody>
      </p:sp>
      <p:sp>
        <p:nvSpPr>
          <p:cNvPr id="46083" name="Rectangle 3">
            <a:extLst>
              <a:ext uri="{FF2B5EF4-FFF2-40B4-BE49-F238E27FC236}">
                <a16:creationId xmlns:a16="http://schemas.microsoft.com/office/drawing/2014/main" id="{60711AED-6636-3466-5738-E23A179E0AF7}"/>
              </a:ext>
            </a:extLst>
          </p:cNvPr>
          <p:cNvSpPr>
            <a:spLocks noGrp="1" noChangeArrowheads="1"/>
          </p:cNvSpPr>
          <p:nvPr>
            <p:ph idx="1"/>
          </p:nvPr>
        </p:nvSpPr>
        <p:spPr/>
        <p:txBody>
          <a:bodyPr/>
          <a:lstStyle/>
          <a:p>
            <a:pPr eaLnBrk="1" hangingPunct="1"/>
            <a:r>
              <a:rPr lang="en-US" altLang="en-US"/>
              <a:t>Proposed by van der Poel and Schach</a:t>
            </a:r>
          </a:p>
          <a:p>
            <a:pPr lvl="1" eaLnBrk="1" hangingPunct="1"/>
            <a:r>
              <a:rPr lang="en-US" altLang="en-US"/>
              <a:t>Medium Size Projects ( 1- 10 man years)</a:t>
            </a:r>
          </a:p>
          <a:p>
            <a:pPr lvl="1" eaLnBrk="1" hangingPunct="1"/>
            <a:r>
              <a:rPr lang="en-US" altLang="en-US"/>
              <a:t>Identify and score 3 basic structural elements</a:t>
            </a:r>
          </a:p>
          <a:p>
            <a:pPr lvl="2" eaLnBrk="1" hangingPunct="1"/>
            <a:r>
              <a:rPr lang="en-US" altLang="en-US">
                <a:solidFill>
                  <a:schemeClr val="tx2"/>
                </a:solidFill>
              </a:rPr>
              <a:t>F</a:t>
            </a:r>
            <a:r>
              <a:rPr lang="en-US" altLang="en-US"/>
              <a:t>iles, </a:t>
            </a:r>
            <a:r>
              <a:rPr lang="en-US" altLang="en-US">
                <a:solidFill>
                  <a:schemeClr val="tx2"/>
                </a:solidFill>
              </a:rPr>
              <a:t>F</a:t>
            </a:r>
            <a:r>
              <a:rPr lang="en-US" altLang="en-US"/>
              <a:t>lows, and </a:t>
            </a:r>
            <a:r>
              <a:rPr lang="en-US" altLang="en-US">
                <a:solidFill>
                  <a:schemeClr val="tx2"/>
                </a:solidFill>
              </a:rPr>
              <a:t>P</a:t>
            </a:r>
            <a:r>
              <a:rPr lang="en-US" altLang="en-US"/>
              <a:t>rocesses</a:t>
            </a:r>
          </a:p>
        </p:txBody>
      </p:sp>
      <p:sp>
        <p:nvSpPr>
          <p:cNvPr id="46084" name="Date Placeholder 3">
            <a:extLst>
              <a:ext uri="{FF2B5EF4-FFF2-40B4-BE49-F238E27FC236}">
                <a16:creationId xmlns:a16="http://schemas.microsoft.com/office/drawing/2014/main" id="{85AA4F8B-DF0B-A1E9-4849-57615D8CEAC2}"/>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a:latin typeface="Arial" panose="020B0604020202020204" pitchFamily="34" charset="0"/>
              </a:rPr>
              <a:t> </a:t>
            </a:r>
          </a:p>
        </p:txBody>
      </p:sp>
      <p:sp>
        <p:nvSpPr>
          <p:cNvPr id="46085" name="Slide Number Placeholder 1">
            <a:extLst>
              <a:ext uri="{FF2B5EF4-FFF2-40B4-BE49-F238E27FC236}">
                <a16:creationId xmlns:a16="http://schemas.microsoft.com/office/drawing/2014/main" id="{40BDEE50-DAA6-32E8-9518-8C4FA891A6E5}"/>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F3A7E26-2E11-DE4A-8B42-591FBB389987}" type="slidenum">
              <a:rPr lang="en-US" altLang="en-US" sz="1400"/>
              <a:pPr>
                <a:spcBef>
                  <a:spcPct val="0"/>
                </a:spcBef>
                <a:buFontTx/>
                <a:buNone/>
              </a:pPr>
              <a:t>34</a:t>
            </a:fld>
            <a:endParaRPr lang="en-US" altLang="en-US" sz="14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3" name="Rectangle 2">
            <a:extLst>
              <a:ext uri="{FF2B5EF4-FFF2-40B4-BE49-F238E27FC236}">
                <a16:creationId xmlns:a16="http://schemas.microsoft.com/office/drawing/2014/main" id="{31185C9D-2E65-2656-E657-688419CEB357}"/>
              </a:ext>
            </a:extLst>
          </p:cNvPr>
          <p:cNvSpPr>
            <a:spLocks noGrp="1" noChangeArrowheads="1"/>
          </p:cNvSpPr>
          <p:nvPr>
            <p:ph type="title"/>
          </p:nvPr>
        </p:nvSpPr>
        <p:spPr/>
        <p:txBody>
          <a:bodyPr/>
          <a:lstStyle/>
          <a:p>
            <a:pPr eaLnBrk="1" hangingPunct="1">
              <a:defRPr/>
            </a:pPr>
            <a:r>
              <a:rPr lang="en-US" dirty="0"/>
              <a:t>Structural elements</a:t>
            </a:r>
          </a:p>
        </p:txBody>
      </p:sp>
      <p:sp>
        <p:nvSpPr>
          <p:cNvPr id="22534" name="Rectangle 3">
            <a:extLst>
              <a:ext uri="{FF2B5EF4-FFF2-40B4-BE49-F238E27FC236}">
                <a16:creationId xmlns:a16="http://schemas.microsoft.com/office/drawing/2014/main" id="{BB57E73B-3560-2BC6-C45B-03693A54B3DF}"/>
              </a:ext>
            </a:extLst>
          </p:cNvPr>
          <p:cNvSpPr>
            <a:spLocks noGrp="1" noChangeArrowheads="1"/>
          </p:cNvSpPr>
          <p:nvPr>
            <p:ph idx="1"/>
          </p:nvPr>
        </p:nvSpPr>
        <p:spPr>
          <a:xfrm>
            <a:off x="628650" y="1447800"/>
            <a:ext cx="7886700" cy="4729163"/>
          </a:xfrm>
        </p:spPr>
        <p:txBody>
          <a:bodyPr>
            <a:normAutofit fontScale="92500" lnSpcReduction="10000"/>
          </a:bodyPr>
          <a:lstStyle/>
          <a:p>
            <a:pPr lvl="1" eaLnBrk="1" hangingPunct="1">
              <a:defRPr/>
            </a:pPr>
            <a:r>
              <a:rPr lang="en-US" sz="3200" dirty="0"/>
              <a:t>Files</a:t>
            </a:r>
          </a:p>
          <a:p>
            <a:pPr lvl="2" eaLnBrk="1" hangingPunct="1">
              <a:defRPr/>
            </a:pPr>
            <a:r>
              <a:rPr lang="en-US" dirty="0"/>
              <a:t>Permanent files only</a:t>
            </a:r>
          </a:p>
          <a:p>
            <a:pPr lvl="3" eaLnBrk="1" hangingPunct="1">
              <a:defRPr/>
            </a:pPr>
            <a:r>
              <a:rPr lang="en-US" dirty="0"/>
              <a:t>Do not count temporary or transaction files</a:t>
            </a:r>
          </a:p>
          <a:p>
            <a:pPr lvl="1" eaLnBrk="1" hangingPunct="1">
              <a:defRPr/>
            </a:pPr>
            <a:r>
              <a:rPr lang="en-US" sz="3200" dirty="0"/>
              <a:t>Flows</a:t>
            </a:r>
          </a:p>
          <a:p>
            <a:pPr lvl="2" eaLnBrk="1" hangingPunct="1">
              <a:defRPr/>
            </a:pPr>
            <a:r>
              <a:rPr lang="en-US" dirty="0"/>
              <a:t>Interfaces between the product and the environment</a:t>
            </a:r>
          </a:p>
          <a:p>
            <a:pPr lvl="3" eaLnBrk="1" hangingPunct="1">
              <a:defRPr/>
            </a:pPr>
            <a:r>
              <a:rPr lang="en-US" dirty="0"/>
              <a:t> Input / Output Screens</a:t>
            </a:r>
          </a:p>
          <a:p>
            <a:pPr lvl="3" eaLnBrk="1" hangingPunct="1">
              <a:defRPr/>
            </a:pPr>
            <a:r>
              <a:rPr lang="en-US" dirty="0"/>
              <a:t>Reports</a:t>
            </a:r>
          </a:p>
          <a:p>
            <a:pPr lvl="1" eaLnBrk="1" hangingPunct="1">
              <a:defRPr/>
            </a:pPr>
            <a:r>
              <a:rPr lang="en-US" sz="3200" dirty="0"/>
              <a:t>Processes</a:t>
            </a:r>
          </a:p>
          <a:p>
            <a:pPr lvl="2" eaLnBrk="1" hangingPunct="1">
              <a:defRPr/>
            </a:pPr>
            <a:r>
              <a:rPr lang="en-US" dirty="0"/>
              <a:t>Functionally coherent manipulations of data</a:t>
            </a:r>
          </a:p>
          <a:p>
            <a:pPr lvl="3" eaLnBrk="1" hangingPunct="1">
              <a:defRPr/>
            </a:pPr>
            <a:r>
              <a:rPr lang="en-US" dirty="0"/>
              <a:t>Sorting</a:t>
            </a:r>
          </a:p>
          <a:p>
            <a:pPr lvl="3" eaLnBrk="1" hangingPunct="1">
              <a:defRPr/>
            </a:pPr>
            <a:r>
              <a:rPr lang="en-US" dirty="0"/>
              <a:t>Validating</a:t>
            </a:r>
          </a:p>
          <a:p>
            <a:pPr lvl="3" eaLnBrk="1" hangingPunct="1">
              <a:defRPr/>
            </a:pPr>
            <a:r>
              <a:rPr lang="en-US" dirty="0"/>
              <a:t>Transforming</a:t>
            </a:r>
          </a:p>
        </p:txBody>
      </p:sp>
      <p:sp>
        <p:nvSpPr>
          <p:cNvPr id="48132" name="Date Placeholder 3">
            <a:extLst>
              <a:ext uri="{FF2B5EF4-FFF2-40B4-BE49-F238E27FC236}">
                <a16:creationId xmlns:a16="http://schemas.microsoft.com/office/drawing/2014/main" id="{0EB63DA6-97FF-12E9-7866-9C5643B185D7}"/>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a:latin typeface="Arial" panose="020B0604020202020204" pitchFamily="34" charset="0"/>
              </a:rPr>
              <a:t> </a:t>
            </a:r>
          </a:p>
        </p:txBody>
      </p:sp>
      <p:sp>
        <p:nvSpPr>
          <p:cNvPr id="48133" name="Slide Number Placeholder 1">
            <a:extLst>
              <a:ext uri="{FF2B5EF4-FFF2-40B4-BE49-F238E27FC236}">
                <a16:creationId xmlns:a16="http://schemas.microsoft.com/office/drawing/2014/main" id="{CF221630-E4E1-A01B-3F76-1B1A819AD13A}"/>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47CE3C7-A868-544B-AC69-5441E8FC5A3D}" type="slidenum">
              <a:rPr lang="en-US" altLang="en-US" sz="1400"/>
              <a:pPr>
                <a:spcBef>
                  <a:spcPct val="0"/>
                </a:spcBef>
                <a:buFontTx/>
                <a:buNone/>
              </a:pPr>
              <a:t>35</a:t>
            </a:fld>
            <a:endParaRPr lang="en-US" altLang="en-US" sz="14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7" name="Rectangle 2">
            <a:extLst>
              <a:ext uri="{FF2B5EF4-FFF2-40B4-BE49-F238E27FC236}">
                <a16:creationId xmlns:a16="http://schemas.microsoft.com/office/drawing/2014/main" id="{3DD4FD22-D62B-0582-A610-32F5B1459EDD}"/>
              </a:ext>
            </a:extLst>
          </p:cNvPr>
          <p:cNvSpPr>
            <a:spLocks noGrp="1" noChangeArrowheads="1"/>
          </p:cNvSpPr>
          <p:nvPr>
            <p:ph type="title"/>
          </p:nvPr>
        </p:nvSpPr>
        <p:spPr/>
        <p:txBody>
          <a:bodyPr/>
          <a:lstStyle/>
          <a:p>
            <a:pPr eaLnBrk="1" hangingPunct="1">
              <a:defRPr/>
            </a:pPr>
            <a:r>
              <a:rPr lang="en-US" dirty="0"/>
              <a:t>FFP (</a:t>
            </a:r>
            <a:r>
              <a:rPr lang="en-US" dirty="0" err="1"/>
              <a:t>cont</a:t>
            </a:r>
            <a:r>
              <a:rPr lang="en-US" dirty="0"/>
              <a:t>)</a:t>
            </a:r>
          </a:p>
        </p:txBody>
      </p:sp>
      <p:sp>
        <p:nvSpPr>
          <p:cNvPr id="23558" name="Rectangle 3">
            <a:extLst>
              <a:ext uri="{FF2B5EF4-FFF2-40B4-BE49-F238E27FC236}">
                <a16:creationId xmlns:a16="http://schemas.microsoft.com/office/drawing/2014/main" id="{42236472-ED96-5F3F-FD30-A4F6C234213C}"/>
              </a:ext>
            </a:extLst>
          </p:cNvPr>
          <p:cNvSpPr>
            <a:spLocks noGrp="1" noChangeArrowheads="1"/>
          </p:cNvSpPr>
          <p:nvPr>
            <p:ph idx="1"/>
          </p:nvPr>
        </p:nvSpPr>
        <p:spPr>
          <a:xfrm>
            <a:off x="693738" y="1752600"/>
            <a:ext cx="7772400" cy="4114800"/>
          </a:xfrm>
        </p:spPr>
        <p:txBody>
          <a:bodyPr>
            <a:normAutofit lnSpcReduction="10000"/>
          </a:bodyPr>
          <a:lstStyle/>
          <a:p>
            <a:pPr eaLnBrk="1" hangingPunct="1">
              <a:defRPr/>
            </a:pPr>
            <a:r>
              <a:rPr lang="en-US" sz="3600" dirty="0"/>
              <a:t>Size</a:t>
            </a:r>
          </a:p>
          <a:p>
            <a:pPr lvl="1" eaLnBrk="1" hangingPunct="1">
              <a:defRPr/>
            </a:pPr>
            <a:r>
              <a:rPr lang="en-US" sz="3200" dirty="0"/>
              <a:t>The size is the sum of the Files, Flows and Processes</a:t>
            </a:r>
          </a:p>
          <a:p>
            <a:pPr lvl="1" eaLnBrk="1" hangingPunct="1">
              <a:defRPr/>
            </a:pPr>
            <a:endParaRPr lang="en-US" sz="3200" dirty="0"/>
          </a:p>
          <a:p>
            <a:pPr eaLnBrk="1" hangingPunct="1">
              <a:defRPr/>
            </a:pPr>
            <a:r>
              <a:rPr lang="en-US" sz="3600" dirty="0"/>
              <a:t>Cost</a:t>
            </a:r>
          </a:p>
          <a:p>
            <a:pPr lvl="1" eaLnBrk="1" hangingPunct="1">
              <a:defRPr/>
            </a:pPr>
            <a:r>
              <a:rPr lang="en-US" sz="3200" dirty="0"/>
              <a:t>The product of Size and a constant </a:t>
            </a:r>
            <a:r>
              <a:rPr lang="en-US" sz="3200" i="1" dirty="0"/>
              <a:t>d</a:t>
            </a:r>
            <a:endParaRPr lang="en-US" sz="3200" dirty="0"/>
          </a:p>
          <a:p>
            <a:pPr lvl="2" eaLnBrk="1" hangingPunct="1">
              <a:defRPr/>
            </a:pPr>
            <a:r>
              <a:rPr lang="en-US" dirty="0"/>
              <a:t>Constant varies from organization to organization</a:t>
            </a:r>
          </a:p>
          <a:p>
            <a:pPr lvl="2" eaLnBrk="1" hangingPunct="1">
              <a:defRPr/>
            </a:pPr>
            <a:r>
              <a:rPr lang="en-US" dirty="0"/>
              <a:t>Based on historic cost and size data</a:t>
            </a:r>
          </a:p>
          <a:p>
            <a:pPr lvl="1" eaLnBrk="1" hangingPunct="1">
              <a:defRPr/>
            </a:pPr>
            <a:endParaRPr lang="en-US" sz="3200" dirty="0"/>
          </a:p>
          <a:p>
            <a:pPr eaLnBrk="1" hangingPunct="1">
              <a:defRPr/>
            </a:pPr>
            <a:endParaRPr lang="en-US" sz="3600" dirty="0"/>
          </a:p>
        </p:txBody>
      </p:sp>
      <p:sp>
        <p:nvSpPr>
          <p:cNvPr id="49156" name="Date Placeholder 3">
            <a:extLst>
              <a:ext uri="{FF2B5EF4-FFF2-40B4-BE49-F238E27FC236}">
                <a16:creationId xmlns:a16="http://schemas.microsoft.com/office/drawing/2014/main" id="{BAD904FE-C3BD-9273-E8DD-23973F3C6A14}"/>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a:latin typeface="Arial" panose="020B0604020202020204" pitchFamily="34" charset="0"/>
              </a:rPr>
              <a:t> </a:t>
            </a:r>
          </a:p>
        </p:txBody>
      </p:sp>
      <p:sp>
        <p:nvSpPr>
          <p:cNvPr id="49157" name="Slide Number Placeholder 1">
            <a:extLst>
              <a:ext uri="{FF2B5EF4-FFF2-40B4-BE49-F238E27FC236}">
                <a16:creationId xmlns:a16="http://schemas.microsoft.com/office/drawing/2014/main" id="{15070820-DF69-4CBF-F0AE-7F2652D37E0C}"/>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69F0967-0C53-3948-9D3B-58FD9ACF586E}" type="slidenum">
              <a:rPr lang="en-US" altLang="en-US" sz="1400"/>
              <a:pPr>
                <a:spcBef>
                  <a:spcPct val="0"/>
                </a:spcBef>
                <a:buFontTx/>
                <a:buNone/>
              </a:pPr>
              <a:t>36</a:t>
            </a:fld>
            <a:endParaRPr lang="en-US" altLang="en-US" sz="1400"/>
          </a:p>
        </p:txBody>
      </p:sp>
      <p:graphicFrame>
        <p:nvGraphicFramePr>
          <p:cNvPr id="49158" name="Object 4">
            <a:extLst>
              <a:ext uri="{FF2B5EF4-FFF2-40B4-BE49-F238E27FC236}">
                <a16:creationId xmlns:a16="http://schemas.microsoft.com/office/drawing/2014/main" id="{447A30ED-D478-D3B0-2D91-7BA1F8F96323}"/>
              </a:ext>
            </a:extLst>
          </p:cNvPr>
          <p:cNvGraphicFramePr>
            <a:graphicFrameLocks noChangeAspect="1"/>
          </p:cNvGraphicFramePr>
          <p:nvPr/>
        </p:nvGraphicFramePr>
        <p:xfrm>
          <a:off x="2438400" y="3276600"/>
          <a:ext cx="4679950" cy="465138"/>
        </p:xfrm>
        <a:graphic>
          <a:graphicData uri="http://schemas.openxmlformats.org/presentationml/2006/ole">
            <mc:AlternateContent xmlns:mc="http://schemas.openxmlformats.org/markup-compatibility/2006">
              <mc:Choice xmlns:v="urn:schemas-microsoft-com:vml" Requires="v">
                <p:oleObj name="Equation" r:id="rId3" imgW="47104300" imgH="4686300" progId="Equation.3">
                  <p:embed/>
                </p:oleObj>
              </mc:Choice>
              <mc:Fallback>
                <p:oleObj name="Equation" r:id="rId3" imgW="47104300" imgH="46863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8400" y="3276600"/>
                        <a:ext cx="4679950" cy="465138"/>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159" name="Object 5">
            <a:extLst>
              <a:ext uri="{FF2B5EF4-FFF2-40B4-BE49-F238E27FC236}">
                <a16:creationId xmlns:a16="http://schemas.microsoft.com/office/drawing/2014/main" id="{372162A1-C7BB-E3F6-E45E-18314FD76019}"/>
              </a:ext>
            </a:extLst>
          </p:cNvPr>
          <p:cNvGraphicFramePr>
            <a:graphicFrameLocks noChangeAspect="1"/>
          </p:cNvGraphicFramePr>
          <p:nvPr/>
        </p:nvGraphicFramePr>
        <p:xfrm>
          <a:off x="2971800" y="5791200"/>
          <a:ext cx="2286000" cy="457200"/>
        </p:xfrm>
        <a:graphic>
          <a:graphicData uri="http://schemas.openxmlformats.org/presentationml/2006/ole">
            <mc:AlternateContent xmlns:mc="http://schemas.openxmlformats.org/markup-compatibility/2006">
              <mc:Choice xmlns:v="urn:schemas-microsoft-com:vml" Requires="v">
                <p:oleObj name="Equation" r:id="rId5" imgW="23406100" imgH="4686300" progId="Equation.3">
                  <p:embed/>
                </p:oleObj>
              </mc:Choice>
              <mc:Fallback>
                <p:oleObj name="Equation" r:id="rId5" imgW="23406100" imgH="46863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71800" y="5791200"/>
                        <a:ext cx="2286000" cy="457200"/>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1" name="Rectangle 2">
            <a:extLst>
              <a:ext uri="{FF2B5EF4-FFF2-40B4-BE49-F238E27FC236}">
                <a16:creationId xmlns:a16="http://schemas.microsoft.com/office/drawing/2014/main" id="{84249C15-7A4C-0EA2-A2C1-9AB9645080D0}"/>
              </a:ext>
            </a:extLst>
          </p:cNvPr>
          <p:cNvSpPr>
            <a:spLocks noGrp="1" noChangeArrowheads="1"/>
          </p:cNvSpPr>
          <p:nvPr>
            <p:ph type="title"/>
          </p:nvPr>
        </p:nvSpPr>
        <p:spPr/>
        <p:txBody>
          <a:bodyPr/>
          <a:lstStyle/>
          <a:p>
            <a:pPr eaLnBrk="1" hangingPunct="1">
              <a:defRPr/>
            </a:pPr>
            <a:r>
              <a:rPr lang="en-US"/>
              <a:t>FFP (cont)</a:t>
            </a:r>
          </a:p>
        </p:txBody>
      </p:sp>
      <p:sp>
        <p:nvSpPr>
          <p:cNvPr id="51203" name="Rectangle 3">
            <a:extLst>
              <a:ext uri="{FF2B5EF4-FFF2-40B4-BE49-F238E27FC236}">
                <a16:creationId xmlns:a16="http://schemas.microsoft.com/office/drawing/2014/main" id="{135178D2-E5ED-432B-93DD-9294FB551A49}"/>
              </a:ext>
            </a:extLst>
          </p:cNvPr>
          <p:cNvSpPr>
            <a:spLocks noGrp="1" noChangeArrowheads="1"/>
          </p:cNvSpPr>
          <p:nvPr>
            <p:ph idx="1"/>
          </p:nvPr>
        </p:nvSpPr>
        <p:spPr/>
        <p:txBody>
          <a:bodyPr/>
          <a:lstStyle/>
          <a:p>
            <a:pPr eaLnBrk="1" hangingPunct="1"/>
            <a:r>
              <a:rPr lang="en-US" altLang="en-US"/>
              <a:t>Note:</a:t>
            </a:r>
          </a:p>
          <a:p>
            <a:pPr lvl="1" eaLnBrk="1" hangingPunct="1"/>
            <a:r>
              <a:rPr lang="en-US" altLang="en-US"/>
              <a:t>This metric is based upon the functionality of the application</a:t>
            </a:r>
          </a:p>
          <a:p>
            <a:pPr lvl="2" eaLnBrk="1" hangingPunct="1"/>
            <a:r>
              <a:rPr lang="en-US" altLang="en-US" sz="1800"/>
              <a:t>High level property of the system</a:t>
            </a:r>
          </a:p>
          <a:p>
            <a:pPr lvl="2" eaLnBrk="1" hangingPunct="1"/>
            <a:r>
              <a:rPr lang="en-US" altLang="en-US" sz="1800"/>
              <a:t>Can be more accurate earlier in the life-cycle than LOC metrics</a:t>
            </a:r>
          </a:p>
        </p:txBody>
      </p:sp>
      <p:sp>
        <p:nvSpPr>
          <p:cNvPr id="51204" name="Date Placeholder 3">
            <a:extLst>
              <a:ext uri="{FF2B5EF4-FFF2-40B4-BE49-F238E27FC236}">
                <a16:creationId xmlns:a16="http://schemas.microsoft.com/office/drawing/2014/main" id="{E332FB6F-66B8-77CB-8E1C-E3BE6D161ABA}"/>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a:latin typeface="Arial" panose="020B0604020202020204" pitchFamily="34" charset="0"/>
              </a:rPr>
              <a:t> </a:t>
            </a:r>
          </a:p>
        </p:txBody>
      </p:sp>
      <p:sp>
        <p:nvSpPr>
          <p:cNvPr id="51205" name="Slide Number Placeholder 1">
            <a:extLst>
              <a:ext uri="{FF2B5EF4-FFF2-40B4-BE49-F238E27FC236}">
                <a16:creationId xmlns:a16="http://schemas.microsoft.com/office/drawing/2014/main" id="{13205039-23F3-3EA2-E0CA-5040A3DDB89A}"/>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71365C0-1F1A-CB40-96B6-65FAD2BC54C8}" type="slidenum">
              <a:rPr lang="en-US" altLang="en-US" sz="1400"/>
              <a:pPr>
                <a:spcBef>
                  <a:spcPct val="0"/>
                </a:spcBef>
                <a:buFontTx/>
                <a:buNone/>
              </a:pPr>
              <a:t>37</a:t>
            </a:fld>
            <a:endParaRPr lang="en-US" altLang="en-US" sz="14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5" name="Rectangle 2">
            <a:extLst>
              <a:ext uri="{FF2B5EF4-FFF2-40B4-BE49-F238E27FC236}">
                <a16:creationId xmlns:a16="http://schemas.microsoft.com/office/drawing/2014/main" id="{A44D14EE-9F69-93E1-5775-B66F957ADD1B}"/>
              </a:ext>
            </a:extLst>
          </p:cNvPr>
          <p:cNvSpPr>
            <a:spLocks noGrp="1" noChangeArrowheads="1"/>
          </p:cNvSpPr>
          <p:nvPr>
            <p:ph type="title"/>
          </p:nvPr>
        </p:nvSpPr>
        <p:spPr/>
        <p:txBody>
          <a:bodyPr/>
          <a:lstStyle/>
          <a:p>
            <a:pPr eaLnBrk="1" hangingPunct="1">
              <a:defRPr/>
            </a:pPr>
            <a:r>
              <a:rPr lang="en-US"/>
              <a:t>Class Exercise</a:t>
            </a:r>
          </a:p>
        </p:txBody>
      </p:sp>
      <p:sp>
        <p:nvSpPr>
          <p:cNvPr id="52227" name="Rectangle 3">
            <a:extLst>
              <a:ext uri="{FF2B5EF4-FFF2-40B4-BE49-F238E27FC236}">
                <a16:creationId xmlns:a16="http://schemas.microsoft.com/office/drawing/2014/main" id="{1113B39C-2447-2F6E-F5FB-92B7F685E3C6}"/>
              </a:ext>
            </a:extLst>
          </p:cNvPr>
          <p:cNvSpPr>
            <a:spLocks noGrp="1" noChangeArrowheads="1"/>
          </p:cNvSpPr>
          <p:nvPr>
            <p:ph idx="1"/>
          </p:nvPr>
        </p:nvSpPr>
        <p:spPr>
          <a:xfrm>
            <a:off x="685800" y="1676400"/>
            <a:ext cx="8001000" cy="4495800"/>
          </a:xfrm>
        </p:spPr>
        <p:txBody>
          <a:bodyPr/>
          <a:lstStyle/>
          <a:p>
            <a:pPr eaLnBrk="1" hangingPunct="1"/>
            <a:r>
              <a:rPr lang="en-US" altLang="en-US">
                <a:solidFill>
                  <a:schemeClr val="bg2"/>
                </a:solidFill>
              </a:rPr>
              <a:t>An application maintains 8 files: a sorted master data file, 3 index files, 1 transaction file and 3 temporary files.  It has 3 data input screens, 3 display screens, generates 4 printed reports, and 6 error message boxes.  The processing includes sorting the master file, updating transactions, calculating report data from master file data.  Assume a value of 800 for </a:t>
            </a:r>
            <a:r>
              <a:rPr lang="en-US" altLang="en-US" i="1">
                <a:solidFill>
                  <a:schemeClr val="bg2"/>
                </a:solidFill>
              </a:rPr>
              <a:t>d</a:t>
            </a:r>
            <a:r>
              <a:rPr lang="en-US" altLang="en-US">
                <a:solidFill>
                  <a:schemeClr val="bg2"/>
                </a:solidFill>
              </a:rPr>
              <a:t> .</a:t>
            </a:r>
          </a:p>
          <a:p>
            <a:pPr eaLnBrk="1" hangingPunct="1">
              <a:buFontTx/>
              <a:buNone/>
            </a:pPr>
            <a:r>
              <a:rPr lang="en-US" altLang="en-US">
                <a:solidFill>
                  <a:schemeClr val="bg2"/>
                </a:solidFill>
              </a:rPr>
              <a:t>	Determine the Size and Cost using FFP.</a:t>
            </a:r>
          </a:p>
        </p:txBody>
      </p:sp>
      <p:sp>
        <p:nvSpPr>
          <p:cNvPr id="52228" name="Date Placeholder 3">
            <a:extLst>
              <a:ext uri="{FF2B5EF4-FFF2-40B4-BE49-F238E27FC236}">
                <a16:creationId xmlns:a16="http://schemas.microsoft.com/office/drawing/2014/main" id="{8D64AEDB-FE06-4FC0-191F-ADB11BC7EF3D}"/>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a:latin typeface="Arial" panose="020B0604020202020204" pitchFamily="34" charset="0"/>
              </a:rPr>
              <a:t> </a:t>
            </a:r>
          </a:p>
        </p:txBody>
      </p:sp>
      <p:sp>
        <p:nvSpPr>
          <p:cNvPr id="52229" name="Slide Number Placeholder 1">
            <a:extLst>
              <a:ext uri="{FF2B5EF4-FFF2-40B4-BE49-F238E27FC236}">
                <a16:creationId xmlns:a16="http://schemas.microsoft.com/office/drawing/2014/main" id="{D7096D16-49F9-A6C7-2B0B-00A5732FE563}"/>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2A6A1820-B845-FC4B-B429-7286CB84311C}" type="slidenum">
              <a:rPr lang="en-US" altLang="en-US" sz="1400"/>
              <a:pPr>
                <a:spcBef>
                  <a:spcPct val="0"/>
                </a:spcBef>
                <a:buFontTx/>
                <a:buNone/>
              </a:pPr>
              <a:t>38</a:t>
            </a:fld>
            <a:endParaRPr lang="en-US" altLang="en-US" sz="14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9" name="Rectangle 2">
            <a:extLst>
              <a:ext uri="{FF2B5EF4-FFF2-40B4-BE49-F238E27FC236}">
                <a16:creationId xmlns:a16="http://schemas.microsoft.com/office/drawing/2014/main" id="{0E08F60D-F456-B8C7-5FCF-A856EACB28F9}"/>
              </a:ext>
            </a:extLst>
          </p:cNvPr>
          <p:cNvSpPr>
            <a:spLocks noGrp="1" noChangeArrowheads="1"/>
          </p:cNvSpPr>
          <p:nvPr>
            <p:ph type="title"/>
          </p:nvPr>
        </p:nvSpPr>
        <p:spPr/>
        <p:txBody>
          <a:bodyPr/>
          <a:lstStyle/>
          <a:p>
            <a:pPr eaLnBrk="1" hangingPunct="1">
              <a:defRPr/>
            </a:pPr>
            <a:r>
              <a:rPr lang="en-US"/>
              <a:t>FFP Summary</a:t>
            </a:r>
          </a:p>
        </p:txBody>
      </p:sp>
      <p:sp>
        <p:nvSpPr>
          <p:cNvPr id="53251" name="Rectangle 3">
            <a:extLst>
              <a:ext uri="{FF2B5EF4-FFF2-40B4-BE49-F238E27FC236}">
                <a16:creationId xmlns:a16="http://schemas.microsoft.com/office/drawing/2014/main" id="{F6E95122-80EA-A4AC-3707-AF06CB3AAF0E}"/>
              </a:ext>
            </a:extLst>
          </p:cNvPr>
          <p:cNvSpPr>
            <a:spLocks noGrp="1" noChangeArrowheads="1"/>
          </p:cNvSpPr>
          <p:nvPr>
            <p:ph idx="1"/>
          </p:nvPr>
        </p:nvSpPr>
        <p:spPr/>
        <p:txBody>
          <a:bodyPr/>
          <a:lstStyle/>
          <a:p>
            <a:pPr eaLnBrk="1" hangingPunct="1"/>
            <a:r>
              <a:rPr lang="en-US" altLang="en-US"/>
              <a:t>Advantages</a:t>
            </a:r>
          </a:p>
          <a:p>
            <a:pPr lvl="1" eaLnBrk="1" hangingPunct="1"/>
            <a:r>
              <a:rPr lang="en-US" altLang="en-US"/>
              <a:t>A simple algorithmic model</a:t>
            </a:r>
          </a:p>
          <a:p>
            <a:pPr lvl="2" eaLnBrk="1" hangingPunct="1"/>
            <a:r>
              <a:rPr lang="en-US" altLang="en-US" sz="2000"/>
              <a:t>Based on easy-to-count characteristics of a high level design</a:t>
            </a:r>
          </a:p>
          <a:p>
            <a:pPr eaLnBrk="1" hangingPunct="1"/>
            <a:r>
              <a:rPr lang="en-US" altLang="en-US"/>
              <a:t>Disadvantages</a:t>
            </a:r>
          </a:p>
          <a:p>
            <a:pPr lvl="1" eaLnBrk="1" hangingPunct="1"/>
            <a:r>
              <a:rPr lang="en-US" altLang="en-US"/>
              <a:t>All items are equally weighted</a:t>
            </a:r>
          </a:p>
          <a:p>
            <a:pPr lvl="1" eaLnBrk="1" hangingPunct="1"/>
            <a:r>
              <a:rPr lang="en-US" altLang="en-US"/>
              <a:t>Requires historic data based upon a particular organization</a:t>
            </a:r>
          </a:p>
          <a:p>
            <a:pPr lvl="1" eaLnBrk="1" hangingPunct="1"/>
            <a:r>
              <a:rPr lang="en-US" altLang="en-US"/>
              <a:t>Has not been extended to correctly count databases</a:t>
            </a:r>
          </a:p>
          <a:p>
            <a:pPr lvl="1" eaLnBrk="1" hangingPunct="1"/>
            <a:r>
              <a:rPr lang="en-US" altLang="en-US"/>
              <a:t>Something unsettling about adding unlike quantities</a:t>
            </a:r>
          </a:p>
        </p:txBody>
      </p:sp>
      <p:sp>
        <p:nvSpPr>
          <p:cNvPr id="53252" name="Date Placeholder 3">
            <a:extLst>
              <a:ext uri="{FF2B5EF4-FFF2-40B4-BE49-F238E27FC236}">
                <a16:creationId xmlns:a16="http://schemas.microsoft.com/office/drawing/2014/main" id="{4CE19E65-F0C9-AD43-370C-0F30A18837F7}"/>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a:latin typeface="Arial" panose="020B0604020202020204" pitchFamily="34" charset="0"/>
              </a:rPr>
              <a:t> </a:t>
            </a:r>
          </a:p>
        </p:txBody>
      </p:sp>
      <p:sp>
        <p:nvSpPr>
          <p:cNvPr id="53253" name="Slide Number Placeholder 1">
            <a:extLst>
              <a:ext uri="{FF2B5EF4-FFF2-40B4-BE49-F238E27FC236}">
                <a16:creationId xmlns:a16="http://schemas.microsoft.com/office/drawing/2014/main" id="{44699387-5BC7-89B1-4E02-2AFAED66DAC4}"/>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A45EDDA-EB08-6E4D-9D08-91882AB38BF5}" type="slidenum">
              <a:rPr lang="en-US" altLang="en-US" sz="1400"/>
              <a:pPr>
                <a:spcBef>
                  <a:spcPct val="0"/>
                </a:spcBef>
                <a:buFontTx/>
                <a:buNone/>
              </a:pPr>
              <a:t>39</a:t>
            </a:fld>
            <a:endParaRPr lang="en-US" altLang="en-US" sz="14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Rectangle 2">
            <a:extLst>
              <a:ext uri="{FF2B5EF4-FFF2-40B4-BE49-F238E27FC236}">
                <a16:creationId xmlns:a16="http://schemas.microsoft.com/office/drawing/2014/main" id="{D0902DE7-6D95-C8A7-D61E-434FE9B5BFE5}"/>
              </a:ext>
            </a:extLst>
          </p:cNvPr>
          <p:cNvSpPr>
            <a:spLocks noGrp="1" noChangeArrowheads="1"/>
          </p:cNvSpPr>
          <p:nvPr>
            <p:ph type="title"/>
          </p:nvPr>
        </p:nvSpPr>
        <p:spPr/>
        <p:txBody>
          <a:bodyPr/>
          <a:lstStyle/>
          <a:p>
            <a:pPr eaLnBrk="1" hangingPunct="1">
              <a:defRPr/>
            </a:pPr>
            <a:r>
              <a:rPr lang="en-US"/>
              <a:t>Function Points</a:t>
            </a:r>
          </a:p>
        </p:txBody>
      </p:sp>
      <p:sp>
        <p:nvSpPr>
          <p:cNvPr id="54275" name="Rectangle 3">
            <a:extLst>
              <a:ext uri="{FF2B5EF4-FFF2-40B4-BE49-F238E27FC236}">
                <a16:creationId xmlns:a16="http://schemas.microsoft.com/office/drawing/2014/main" id="{A71217C7-0E52-A961-D13B-D2E6FF062B05}"/>
              </a:ext>
            </a:extLst>
          </p:cNvPr>
          <p:cNvSpPr>
            <a:spLocks noGrp="1" noChangeArrowheads="1"/>
          </p:cNvSpPr>
          <p:nvPr>
            <p:ph idx="1"/>
          </p:nvPr>
        </p:nvSpPr>
        <p:spPr>
          <a:xfrm>
            <a:off x="685800" y="1676400"/>
            <a:ext cx="8229600" cy="4495800"/>
          </a:xfrm>
        </p:spPr>
        <p:txBody>
          <a:bodyPr/>
          <a:lstStyle/>
          <a:p>
            <a:pPr eaLnBrk="1" hangingPunct="1"/>
            <a:r>
              <a:rPr lang="en-US" altLang="en-US" sz="3200"/>
              <a:t>A similar approach taken by Albrecht</a:t>
            </a:r>
          </a:p>
          <a:p>
            <a:pPr eaLnBrk="1" hangingPunct="1"/>
            <a:r>
              <a:rPr lang="en-US" altLang="en-US" sz="3200"/>
              <a:t>Based on 5 functionality characteristics</a:t>
            </a:r>
          </a:p>
          <a:p>
            <a:pPr lvl="1" eaLnBrk="1" hangingPunct="1"/>
            <a:r>
              <a:rPr lang="en-US" altLang="en-US" sz="2800"/>
              <a:t>Input items, output items, inquiries, master files, and interfaces</a:t>
            </a:r>
          </a:p>
          <a:p>
            <a:pPr eaLnBrk="1" hangingPunct="1"/>
            <a:r>
              <a:rPr lang="en-US" altLang="en-US" sz="3200"/>
              <a:t>First calculate the number of unadjusted function points</a:t>
            </a:r>
          </a:p>
          <a:p>
            <a:pPr eaLnBrk="1" hangingPunct="1"/>
            <a:endParaRPr lang="en-US" altLang="en-US" sz="3200"/>
          </a:p>
        </p:txBody>
      </p:sp>
      <p:sp>
        <p:nvSpPr>
          <p:cNvPr id="54276" name="Date Placeholder 3">
            <a:extLst>
              <a:ext uri="{FF2B5EF4-FFF2-40B4-BE49-F238E27FC236}">
                <a16:creationId xmlns:a16="http://schemas.microsoft.com/office/drawing/2014/main" id="{21A474E3-0244-91D6-1EA6-3ACDDE767273}"/>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a:latin typeface="Arial" panose="020B0604020202020204" pitchFamily="34" charset="0"/>
              </a:rPr>
              <a:t> </a:t>
            </a:r>
          </a:p>
        </p:txBody>
      </p:sp>
      <p:sp>
        <p:nvSpPr>
          <p:cNvPr id="54277" name="Slide Number Placeholder 1">
            <a:extLst>
              <a:ext uri="{FF2B5EF4-FFF2-40B4-BE49-F238E27FC236}">
                <a16:creationId xmlns:a16="http://schemas.microsoft.com/office/drawing/2014/main" id="{7C11F949-C873-8EC6-422E-DD384610EB0E}"/>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D2DB977-4C77-734E-88ED-02E829B9F79E}" type="slidenum">
              <a:rPr lang="en-US" altLang="en-US" sz="1400"/>
              <a:pPr>
                <a:spcBef>
                  <a:spcPct val="0"/>
                </a:spcBef>
                <a:buFontTx/>
                <a:buNone/>
              </a:pPr>
              <a:t>40</a:t>
            </a:fld>
            <a:endParaRPr lang="en-US" altLang="en-US" sz="1400"/>
          </a:p>
        </p:txBody>
      </p:sp>
      <p:graphicFrame>
        <p:nvGraphicFramePr>
          <p:cNvPr id="54278" name="Object 4">
            <a:extLst>
              <a:ext uri="{FF2B5EF4-FFF2-40B4-BE49-F238E27FC236}">
                <a16:creationId xmlns:a16="http://schemas.microsoft.com/office/drawing/2014/main" id="{CF9AE38E-A7E0-F736-86CB-677ED6DBC7D5}"/>
              </a:ext>
            </a:extLst>
          </p:cNvPr>
          <p:cNvGraphicFramePr>
            <a:graphicFrameLocks noChangeAspect="1"/>
          </p:cNvGraphicFramePr>
          <p:nvPr/>
        </p:nvGraphicFramePr>
        <p:xfrm>
          <a:off x="1023938" y="5181600"/>
          <a:ext cx="7459662" cy="454025"/>
        </p:xfrm>
        <a:graphic>
          <a:graphicData uri="http://schemas.openxmlformats.org/presentationml/2006/ole">
            <mc:AlternateContent xmlns:mc="http://schemas.openxmlformats.org/markup-compatibility/2006">
              <mc:Choice xmlns:v="urn:schemas-microsoft-com:vml" Requires="v">
                <p:oleObj name="Equation" r:id="rId3" imgW="84556600" imgH="5270500" progId="Equation.3">
                  <p:embed/>
                </p:oleObj>
              </mc:Choice>
              <mc:Fallback>
                <p:oleObj name="Equation" r:id="rId3" imgW="84556600" imgH="52705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3938" y="5181600"/>
                        <a:ext cx="7459662" cy="454025"/>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Date Placeholder 3">
            <a:extLst>
              <a:ext uri="{FF2B5EF4-FFF2-40B4-BE49-F238E27FC236}">
                <a16:creationId xmlns:a16="http://schemas.microsoft.com/office/drawing/2014/main" id="{81EDD079-D3CD-D9DD-3CC4-BB780C92FAA7}"/>
              </a:ext>
            </a:extLst>
          </p:cNvPr>
          <p:cNvSpPr>
            <a:spLocks noGrp="1"/>
          </p:cNvSpPr>
          <p:nvPr>
            <p:ph type="dt" sz="quarter" idx="10"/>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tr-TR" sz="1400"/>
              <a:t>26/12/2016</a:t>
            </a:r>
          </a:p>
        </p:txBody>
      </p:sp>
      <p:sp>
        <p:nvSpPr>
          <p:cNvPr id="56323" name="Footer Placeholder 4">
            <a:extLst>
              <a:ext uri="{FF2B5EF4-FFF2-40B4-BE49-F238E27FC236}">
                <a16:creationId xmlns:a16="http://schemas.microsoft.com/office/drawing/2014/main" id="{F44FDC37-AFFC-C19C-FA71-8D9436B2463A}"/>
              </a:ext>
            </a:extLst>
          </p:cNvPr>
          <p:cNvSpPr>
            <a:spLocks noGrp="1"/>
          </p:cNvSpPr>
          <p:nvPr>
            <p:ph type="ftr" sz="quarter" idx="11"/>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tr-TR" sz="1400"/>
          </a:p>
        </p:txBody>
      </p:sp>
      <p:sp>
        <p:nvSpPr>
          <p:cNvPr id="56324" name="Slide Number Placeholder 5">
            <a:extLst>
              <a:ext uri="{FF2B5EF4-FFF2-40B4-BE49-F238E27FC236}">
                <a16:creationId xmlns:a16="http://schemas.microsoft.com/office/drawing/2014/main" id="{7D6B2DFE-8B4F-2CA0-A5B3-850E5F26150A}"/>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C2DEFA3-481B-0947-B370-8BB9B78F6729}" type="slidenum">
              <a:rPr lang="en-US" altLang="tr-TR" sz="1400"/>
              <a:pPr>
                <a:spcBef>
                  <a:spcPct val="0"/>
                </a:spcBef>
                <a:buFontTx/>
                <a:buNone/>
              </a:pPr>
              <a:t>41</a:t>
            </a:fld>
            <a:endParaRPr lang="en-US" altLang="tr-TR" sz="1400"/>
          </a:p>
        </p:txBody>
      </p:sp>
      <p:sp>
        <p:nvSpPr>
          <p:cNvPr id="19458" name="Rectangle 2">
            <a:extLst>
              <a:ext uri="{FF2B5EF4-FFF2-40B4-BE49-F238E27FC236}">
                <a16:creationId xmlns:a16="http://schemas.microsoft.com/office/drawing/2014/main" id="{58E244AB-9B38-9255-2EE3-636C90E2F189}"/>
              </a:ext>
            </a:extLst>
          </p:cNvPr>
          <p:cNvSpPr>
            <a:spLocks noGrp="1" noChangeArrowheads="1"/>
          </p:cNvSpPr>
          <p:nvPr>
            <p:ph type="title"/>
          </p:nvPr>
        </p:nvSpPr>
        <p:spPr>
          <a:xfrm>
            <a:off x="685800" y="0"/>
            <a:ext cx="7772400" cy="685800"/>
          </a:xfrm>
        </p:spPr>
        <p:txBody>
          <a:bodyPr/>
          <a:lstStyle/>
          <a:p>
            <a:pPr>
              <a:defRPr/>
            </a:pPr>
            <a:r>
              <a:rPr lang="en-US" altLang="tr-TR" b="1" dirty="0"/>
              <a:t>Function Points</a:t>
            </a:r>
          </a:p>
        </p:txBody>
      </p:sp>
      <p:sp>
        <p:nvSpPr>
          <p:cNvPr id="19459" name="Rectangle 3">
            <a:extLst>
              <a:ext uri="{FF2B5EF4-FFF2-40B4-BE49-F238E27FC236}">
                <a16:creationId xmlns:a16="http://schemas.microsoft.com/office/drawing/2014/main" id="{12E55F20-0B12-8DF7-D35C-05EC9012576D}"/>
              </a:ext>
            </a:extLst>
          </p:cNvPr>
          <p:cNvSpPr>
            <a:spLocks noGrp="1" noChangeArrowheads="1"/>
          </p:cNvSpPr>
          <p:nvPr>
            <p:ph type="body" idx="1"/>
          </p:nvPr>
        </p:nvSpPr>
        <p:spPr>
          <a:xfrm>
            <a:off x="9525" y="876300"/>
            <a:ext cx="9144000" cy="5372100"/>
          </a:xfrm>
        </p:spPr>
        <p:txBody>
          <a:bodyPr/>
          <a:lstStyle/>
          <a:p>
            <a:pPr marL="0" indent="0">
              <a:buFontTx/>
              <a:buNone/>
              <a:defRPr/>
            </a:pPr>
            <a:r>
              <a:rPr lang="tr-TR" altLang="tr-TR" sz="2400" dirty="0"/>
              <a:t>M</a:t>
            </a:r>
            <a:r>
              <a:rPr lang="en-US" altLang="tr-TR" sz="2400" dirty="0" err="1"/>
              <a:t>easure</a:t>
            </a:r>
            <a:r>
              <a:rPr lang="en-US" altLang="tr-TR" sz="2400" dirty="0"/>
              <a:t> size in terms of the amount of functionality in a system. Function points are computed by first calculating an </a:t>
            </a:r>
            <a:r>
              <a:rPr lang="en-US" altLang="tr-TR" sz="2400" b="1" i="1" dirty="0"/>
              <a:t>unadjusted function point count </a:t>
            </a:r>
            <a:r>
              <a:rPr lang="en-US" altLang="tr-TR" sz="2400" b="1" dirty="0"/>
              <a:t>(UFC).</a:t>
            </a:r>
            <a:r>
              <a:rPr lang="en-US" altLang="tr-TR" sz="2400" dirty="0"/>
              <a:t> Counts are made for the following categories</a:t>
            </a:r>
          </a:p>
          <a:p>
            <a:pPr>
              <a:buFont typeface="Wingdings" panose="05000000000000000000" pitchFamily="2" charset="2"/>
              <a:buChar char="q"/>
              <a:defRPr/>
            </a:pPr>
            <a:r>
              <a:rPr lang="en-US" altLang="tr-TR" sz="2400" i="1" dirty="0"/>
              <a:t>External inputs</a:t>
            </a:r>
            <a:r>
              <a:rPr lang="en-US" altLang="tr-TR" sz="2400" dirty="0"/>
              <a:t> – those items provided by the user that describe distinct application-oriented data (such as file names and menu selections) </a:t>
            </a:r>
          </a:p>
          <a:p>
            <a:pPr>
              <a:buFont typeface="Wingdings" panose="05000000000000000000" pitchFamily="2" charset="2"/>
              <a:buChar char="q"/>
              <a:defRPr/>
            </a:pPr>
            <a:r>
              <a:rPr lang="en-US" altLang="tr-TR" sz="2400" i="1" dirty="0"/>
              <a:t>External outputs</a:t>
            </a:r>
            <a:r>
              <a:rPr lang="en-US" altLang="tr-TR" sz="2400" dirty="0"/>
              <a:t> – those items provided to the user that generate distinct application-oriented data (such as reports and messages, rather than the individual components of these) </a:t>
            </a:r>
            <a:endParaRPr lang="tr-TR" altLang="tr-TR" sz="2400" dirty="0"/>
          </a:p>
          <a:p>
            <a:pPr>
              <a:buFont typeface="Wingdings" panose="05000000000000000000" pitchFamily="2" charset="2"/>
              <a:buChar char="q"/>
              <a:defRPr/>
            </a:pPr>
            <a:r>
              <a:rPr lang="en-US" altLang="tr-TR" sz="2400" i="1" dirty="0"/>
              <a:t>External inquiries</a:t>
            </a:r>
            <a:r>
              <a:rPr lang="en-US" altLang="tr-TR" sz="2400" dirty="0"/>
              <a:t> – interactive inputs requiring a response </a:t>
            </a:r>
          </a:p>
          <a:p>
            <a:pPr>
              <a:buFont typeface="Wingdings" panose="05000000000000000000" pitchFamily="2" charset="2"/>
              <a:buChar char="q"/>
              <a:defRPr/>
            </a:pPr>
            <a:r>
              <a:rPr lang="en-US" altLang="tr-TR" sz="2400" i="1" dirty="0"/>
              <a:t>External files</a:t>
            </a:r>
            <a:r>
              <a:rPr lang="en-US" altLang="tr-TR" sz="2400" dirty="0"/>
              <a:t> – machine-readable interfaces to other systems </a:t>
            </a:r>
          </a:p>
          <a:p>
            <a:pPr>
              <a:buFont typeface="Wingdings" panose="05000000000000000000" pitchFamily="2" charset="2"/>
              <a:buChar char="q"/>
              <a:defRPr/>
            </a:pPr>
            <a:r>
              <a:rPr lang="en-US" altLang="tr-TR" sz="2400" i="1" dirty="0"/>
              <a:t>Internal files</a:t>
            </a:r>
            <a:r>
              <a:rPr lang="en-US" altLang="tr-TR" sz="2400" dirty="0"/>
              <a:t> – logical master files in the system </a:t>
            </a:r>
          </a:p>
          <a:p>
            <a:pPr lvl="1">
              <a:defRPr/>
            </a:pPr>
            <a:endParaRPr lang="en-US" altLang="tr-TR"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945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9459">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9459">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945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7" name="Rectangle 2">
            <a:extLst>
              <a:ext uri="{FF2B5EF4-FFF2-40B4-BE49-F238E27FC236}">
                <a16:creationId xmlns:a16="http://schemas.microsoft.com/office/drawing/2014/main" id="{B24AEC23-FC7E-44B8-BCF3-D4BAA99DF50E}"/>
              </a:ext>
            </a:extLst>
          </p:cNvPr>
          <p:cNvSpPr>
            <a:spLocks noGrp="1" noChangeArrowheads="1"/>
          </p:cNvSpPr>
          <p:nvPr>
            <p:ph type="title"/>
          </p:nvPr>
        </p:nvSpPr>
        <p:spPr>
          <a:xfrm>
            <a:off x="609600" y="228600"/>
            <a:ext cx="7616825" cy="657225"/>
          </a:xfrm>
        </p:spPr>
        <p:txBody>
          <a:bodyPr/>
          <a:lstStyle/>
          <a:p>
            <a:pPr eaLnBrk="1" hangingPunct="1">
              <a:defRPr/>
            </a:pPr>
            <a:r>
              <a:rPr lang="en-US"/>
              <a:t>Function Points (cont)</a:t>
            </a:r>
          </a:p>
        </p:txBody>
      </p:sp>
      <p:sp>
        <p:nvSpPr>
          <p:cNvPr id="57347" name="Rectangle 3">
            <a:extLst>
              <a:ext uri="{FF2B5EF4-FFF2-40B4-BE49-F238E27FC236}">
                <a16:creationId xmlns:a16="http://schemas.microsoft.com/office/drawing/2014/main" id="{BF1AC7D7-3E68-6B37-8148-A306265DA81B}"/>
              </a:ext>
            </a:extLst>
          </p:cNvPr>
          <p:cNvSpPr>
            <a:spLocks noGrp="1" noChangeArrowheads="1"/>
          </p:cNvSpPr>
          <p:nvPr>
            <p:ph idx="1"/>
          </p:nvPr>
        </p:nvSpPr>
        <p:spPr>
          <a:xfrm>
            <a:off x="928688" y="1450975"/>
            <a:ext cx="7616825" cy="3875088"/>
          </a:xfrm>
        </p:spPr>
        <p:txBody>
          <a:bodyPr/>
          <a:lstStyle/>
          <a:p>
            <a:pPr eaLnBrk="1" hangingPunct="1"/>
            <a:r>
              <a:rPr lang="en-US" altLang="en-US"/>
              <a:t>The constants             are determined from the following table</a:t>
            </a:r>
          </a:p>
          <a:p>
            <a:pPr eaLnBrk="1" hangingPunct="1"/>
            <a:endParaRPr lang="en-US" altLang="en-US"/>
          </a:p>
          <a:p>
            <a:pPr eaLnBrk="1" hangingPunct="1">
              <a:buFontTx/>
              <a:buNone/>
            </a:pPr>
            <a:r>
              <a:rPr lang="en-US" altLang="en-US"/>
              <a:t> </a:t>
            </a:r>
          </a:p>
          <a:p>
            <a:pPr eaLnBrk="1" hangingPunct="1"/>
            <a:endParaRPr lang="en-US" altLang="en-US"/>
          </a:p>
        </p:txBody>
      </p:sp>
      <p:sp>
        <p:nvSpPr>
          <p:cNvPr id="57348" name="Date Placeholder 3">
            <a:extLst>
              <a:ext uri="{FF2B5EF4-FFF2-40B4-BE49-F238E27FC236}">
                <a16:creationId xmlns:a16="http://schemas.microsoft.com/office/drawing/2014/main" id="{E04CCD16-2CC2-575B-B55A-AC693D66A475}"/>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a:latin typeface="Arial" panose="020B0604020202020204" pitchFamily="34" charset="0"/>
              </a:rPr>
              <a:t> </a:t>
            </a:r>
          </a:p>
        </p:txBody>
      </p:sp>
      <p:sp>
        <p:nvSpPr>
          <p:cNvPr id="57349" name="Slide Number Placeholder 1">
            <a:extLst>
              <a:ext uri="{FF2B5EF4-FFF2-40B4-BE49-F238E27FC236}">
                <a16:creationId xmlns:a16="http://schemas.microsoft.com/office/drawing/2014/main" id="{29C068EC-C5A3-DA17-7BC6-5CA136EF1696}"/>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94CC51E-F55F-F746-8E40-532CE85B5B60}" type="slidenum">
              <a:rPr lang="en-US" altLang="en-US" sz="1400"/>
              <a:pPr>
                <a:spcBef>
                  <a:spcPct val="0"/>
                </a:spcBef>
                <a:buFontTx/>
                <a:buNone/>
              </a:pPr>
              <a:t>42</a:t>
            </a:fld>
            <a:endParaRPr lang="en-US" altLang="en-US" sz="1400"/>
          </a:p>
        </p:txBody>
      </p:sp>
      <p:graphicFrame>
        <p:nvGraphicFramePr>
          <p:cNvPr id="57350" name="Object 4">
            <a:extLst>
              <a:ext uri="{FF2B5EF4-FFF2-40B4-BE49-F238E27FC236}">
                <a16:creationId xmlns:a16="http://schemas.microsoft.com/office/drawing/2014/main" id="{00CB78F7-E710-9BD0-2D7D-D143E2A232FE}"/>
              </a:ext>
            </a:extLst>
          </p:cNvPr>
          <p:cNvGraphicFramePr>
            <a:graphicFrameLocks noChangeAspect="1"/>
          </p:cNvGraphicFramePr>
          <p:nvPr/>
        </p:nvGraphicFramePr>
        <p:xfrm>
          <a:off x="4413250" y="3308350"/>
          <a:ext cx="311150" cy="236538"/>
        </p:xfrm>
        <a:graphic>
          <a:graphicData uri="http://schemas.openxmlformats.org/presentationml/2006/ole">
            <mc:AlternateContent xmlns:mc="http://schemas.openxmlformats.org/markup-compatibility/2006">
              <mc:Choice xmlns:v="urn:schemas-microsoft-com:vml" Requires="v">
                <p:oleObj name="Equation" r:id="rId2" imgW="7315200" imgH="5562600" progId="Equation.3">
                  <p:embed/>
                </p:oleObj>
              </mc:Choice>
              <mc:Fallback>
                <p:oleObj name="Equation" r:id="rId2" imgW="7315200" imgH="55626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3250" y="3308350"/>
                        <a:ext cx="311150" cy="236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351" name="Object 5">
            <a:extLst>
              <a:ext uri="{FF2B5EF4-FFF2-40B4-BE49-F238E27FC236}">
                <a16:creationId xmlns:a16="http://schemas.microsoft.com/office/drawing/2014/main" id="{4C9F9713-9B74-F929-7767-48D0260BDAAC}"/>
              </a:ext>
            </a:extLst>
          </p:cNvPr>
          <p:cNvGraphicFramePr>
            <a:graphicFrameLocks noChangeAspect="1"/>
          </p:cNvGraphicFramePr>
          <p:nvPr/>
        </p:nvGraphicFramePr>
        <p:xfrm>
          <a:off x="3276600" y="1438275"/>
          <a:ext cx="762000" cy="579438"/>
        </p:xfrm>
        <a:graphic>
          <a:graphicData uri="http://schemas.openxmlformats.org/presentationml/2006/ole">
            <mc:AlternateContent xmlns:mc="http://schemas.openxmlformats.org/markup-compatibility/2006">
              <mc:Choice xmlns:v="urn:schemas-microsoft-com:vml" Requires="v">
                <p:oleObj name="Equation" r:id="rId4" imgW="7315200" imgH="5562600" progId="Equation.3">
                  <p:embed/>
                </p:oleObj>
              </mc:Choice>
              <mc:Fallback>
                <p:oleObj name="Equation" r:id="rId4" imgW="7315200" imgH="5562600"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1438275"/>
                        <a:ext cx="762000" cy="579438"/>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352" name="Object 10">
            <a:extLst>
              <a:ext uri="{FF2B5EF4-FFF2-40B4-BE49-F238E27FC236}">
                <a16:creationId xmlns:a16="http://schemas.microsoft.com/office/drawing/2014/main" id="{78C3FEE0-C507-5E07-EFDB-8800B560F622}"/>
              </a:ext>
            </a:extLst>
          </p:cNvPr>
          <p:cNvGraphicFramePr>
            <a:graphicFrameLocks noChangeAspect="1"/>
          </p:cNvGraphicFramePr>
          <p:nvPr/>
        </p:nvGraphicFramePr>
        <p:xfrm>
          <a:off x="1219200" y="3048000"/>
          <a:ext cx="6545263" cy="2743200"/>
        </p:xfrm>
        <a:graphic>
          <a:graphicData uri="http://schemas.openxmlformats.org/presentationml/2006/ole">
            <mc:AlternateContent xmlns:mc="http://schemas.openxmlformats.org/markup-compatibility/2006">
              <mc:Choice xmlns:v="urn:schemas-microsoft-com:vml" Requires="v">
                <p:oleObj name="Document" r:id="rId5" imgW="36512500" imgH="8674100" progId="Word.Document.8">
                  <p:embed/>
                </p:oleObj>
              </mc:Choice>
              <mc:Fallback>
                <p:oleObj name="Document" r:id="rId5" imgW="36512500" imgH="8674100" progId="Word.Document.8">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l="-3004" t="-12643" r="30794"/>
                      <a:stretch>
                        <a:fillRect/>
                      </a:stretch>
                    </p:blipFill>
                    <p:spPr bwMode="auto">
                      <a:xfrm>
                        <a:off x="1219200" y="3048000"/>
                        <a:ext cx="6545263" cy="2743200"/>
                      </a:xfrm>
                      <a:prstGeom prst="rect">
                        <a:avLst/>
                      </a:prstGeom>
                      <a:solidFill>
                        <a:srgbClr val="FFFFFF"/>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1" name="Rectangle 2">
            <a:extLst>
              <a:ext uri="{FF2B5EF4-FFF2-40B4-BE49-F238E27FC236}">
                <a16:creationId xmlns:a16="http://schemas.microsoft.com/office/drawing/2014/main" id="{BA33B9E4-4D21-A3EC-FA8E-B271A80FA001}"/>
              </a:ext>
            </a:extLst>
          </p:cNvPr>
          <p:cNvSpPr>
            <a:spLocks noGrp="1" noChangeArrowheads="1"/>
          </p:cNvSpPr>
          <p:nvPr>
            <p:ph type="title"/>
          </p:nvPr>
        </p:nvSpPr>
        <p:spPr/>
        <p:txBody>
          <a:bodyPr/>
          <a:lstStyle/>
          <a:p>
            <a:pPr eaLnBrk="1" hangingPunct="1">
              <a:defRPr/>
            </a:pPr>
            <a:r>
              <a:rPr lang="en-US"/>
              <a:t>Function Points (cont)</a:t>
            </a:r>
          </a:p>
        </p:txBody>
      </p:sp>
      <p:sp>
        <p:nvSpPr>
          <p:cNvPr id="58371" name="Rectangle 3">
            <a:extLst>
              <a:ext uri="{FF2B5EF4-FFF2-40B4-BE49-F238E27FC236}">
                <a16:creationId xmlns:a16="http://schemas.microsoft.com/office/drawing/2014/main" id="{4EC63034-D2CB-A407-D9BF-7EAC8EC11182}"/>
              </a:ext>
            </a:extLst>
          </p:cNvPr>
          <p:cNvSpPr>
            <a:spLocks noGrp="1" noChangeArrowheads="1"/>
          </p:cNvSpPr>
          <p:nvPr>
            <p:ph idx="1"/>
          </p:nvPr>
        </p:nvSpPr>
        <p:spPr/>
        <p:txBody>
          <a:bodyPr/>
          <a:lstStyle/>
          <a:p>
            <a:pPr eaLnBrk="1" hangingPunct="1"/>
            <a:r>
              <a:rPr lang="en-US" altLang="en-US"/>
              <a:t>The next step is to calculate a technical complexity factor</a:t>
            </a:r>
          </a:p>
          <a:p>
            <a:pPr eaLnBrk="1" hangingPunct="1"/>
            <a:r>
              <a:rPr lang="en-US" altLang="en-US"/>
              <a:t>Each of 14 technical factors is assigned a value from 0 to 5</a:t>
            </a:r>
          </a:p>
          <a:p>
            <a:pPr lvl="1" eaLnBrk="1" hangingPunct="1"/>
            <a:r>
              <a:rPr lang="en-US" altLang="en-US"/>
              <a:t>0  -  Not present or no influence</a:t>
            </a:r>
          </a:p>
          <a:p>
            <a:pPr lvl="1" eaLnBrk="1" hangingPunct="1"/>
            <a:r>
              <a:rPr lang="en-US" altLang="en-US"/>
              <a:t>5  -  Strong influence throughout</a:t>
            </a:r>
          </a:p>
          <a:p>
            <a:pPr eaLnBrk="1" hangingPunct="1"/>
            <a:r>
              <a:rPr lang="en-US" altLang="en-US"/>
              <a:t>The degree of influence  </a:t>
            </a:r>
            <a:r>
              <a:rPr lang="en-US" altLang="en-US" i="1"/>
              <a:t>DI</a:t>
            </a:r>
            <a:r>
              <a:rPr lang="en-US" altLang="en-US"/>
              <a:t> obtained by summing the above values</a:t>
            </a:r>
          </a:p>
        </p:txBody>
      </p:sp>
      <p:sp>
        <p:nvSpPr>
          <p:cNvPr id="58372" name="Date Placeholder 3">
            <a:extLst>
              <a:ext uri="{FF2B5EF4-FFF2-40B4-BE49-F238E27FC236}">
                <a16:creationId xmlns:a16="http://schemas.microsoft.com/office/drawing/2014/main" id="{CA6910F2-8828-A51B-B0FF-84BF45F91CA7}"/>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a:latin typeface="Arial" panose="020B0604020202020204" pitchFamily="34" charset="0"/>
              </a:rPr>
              <a:t> </a:t>
            </a:r>
          </a:p>
        </p:txBody>
      </p:sp>
      <p:sp>
        <p:nvSpPr>
          <p:cNvPr id="58373" name="Slide Number Placeholder 1">
            <a:extLst>
              <a:ext uri="{FF2B5EF4-FFF2-40B4-BE49-F238E27FC236}">
                <a16:creationId xmlns:a16="http://schemas.microsoft.com/office/drawing/2014/main" id="{520EFC12-FC26-F0B4-4C7B-8CDF2F79B94B}"/>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68B4921-2617-7243-B025-56CAABCE5061}" type="slidenum">
              <a:rPr lang="en-US" altLang="en-US" sz="1400"/>
              <a:pPr>
                <a:spcBef>
                  <a:spcPct val="0"/>
                </a:spcBef>
                <a:buFontTx/>
                <a:buNone/>
              </a:pPr>
              <a:t>43</a:t>
            </a:fld>
            <a:endParaRPr lang="en-US" altLang="en-US" sz="14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5" name="Rectangle 2">
            <a:extLst>
              <a:ext uri="{FF2B5EF4-FFF2-40B4-BE49-F238E27FC236}">
                <a16:creationId xmlns:a16="http://schemas.microsoft.com/office/drawing/2014/main" id="{0F09A2D6-58AE-4454-4750-6ABD027A9806}"/>
              </a:ext>
            </a:extLst>
          </p:cNvPr>
          <p:cNvSpPr>
            <a:spLocks noGrp="1" noChangeArrowheads="1"/>
          </p:cNvSpPr>
          <p:nvPr>
            <p:ph type="title"/>
          </p:nvPr>
        </p:nvSpPr>
        <p:spPr>
          <a:xfrm>
            <a:off x="46038" y="-92075"/>
            <a:ext cx="7886700" cy="854075"/>
          </a:xfrm>
        </p:spPr>
        <p:txBody>
          <a:bodyPr/>
          <a:lstStyle/>
          <a:p>
            <a:pPr eaLnBrk="1" hangingPunct="1">
              <a:defRPr/>
            </a:pPr>
            <a:r>
              <a:rPr lang="en-US" dirty="0"/>
              <a:t>Function Points (</a:t>
            </a:r>
            <a:r>
              <a:rPr lang="en-US" dirty="0" err="1"/>
              <a:t>cont</a:t>
            </a:r>
            <a:r>
              <a:rPr lang="en-US" dirty="0"/>
              <a:t>)</a:t>
            </a:r>
          </a:p>
        </p:txBody>
      </p:sp>
      <p:sp>
        <p:nvSpPr>
          <p:cNvPr id="59395" name="Rectangle 3">
            <a:extLst>
              <a:ext uri="{FF2B5EF4-FFF2-40B4-BE49-F238E27FC236}">
                <a16:creationId xmlns:a16="http://schemas.microsoft.com/office/drawing/2014/main" id="{BCF8D74D-574B-6B2B-5062-4EFE90B166EC}"/>
              </a:ext>
            </a:extLst>
          </p:cNvPr>
          <p:cNvSpPr>
            <a:spLocks noGrp="1" noChangeArrowheads="1"/>
          </p:cNvSpPr>
          <p:nvPr>
            <p:ph idx="1"/>
          </p:nvPr>
        </p:nvSpPr>
        <p:spPr>
          <a:xfrm>
            <a:off x="12700" y="949325"/>
            <a:ext cx="3263900" cy="1412875"/>
          </a:xfrm>
        </p:spPr>
        <p:txBody>
          <a:bodyPr/>
          <a:lstStyle/>
          <a:p>
            <a:pPr eaLnBrk="1" hangingPunct="1"/>
            <a:r>
              <a:rPr lang="en-US" altLang="en-US"/>
              <a:t>The 14 technical factors are</a:t>
            </a:r>
            <a:r>
              <a:rPr lang="tr-TR" altLang="en-US"/>
              <a:t>:</a:t>
            </a:r>
            <a:endParaRPr lang="en-US" altLang="en-US"/>
          </a:p>
          <a:p>
            <a:pPr eaLnBrk="1" hangingPunct="1">
              <a:buFontTx/>
              <a:buNone/>
            </a:pPr>
            <a:r>
              <a:rPr lang="en-US" altLang="en-US"/>
              <a:t>		</a:t>
            </a:r>
          </a:p>
        </p:txBody>
      </p:sp>
      <p:sp>
        <p:nvSpPr>
          <p:cNvPr id="59396" name="Date Placeholder 3">
            <a:extLst>
              <a:ext uri="{FF2B5EF4-FFF2-40B4-BE49-F238E27FC236}">
                <a16:creationId xmlns:a16="http://schemas.microsoft.com/office/drawing/2014/main" id="{52B2C268-CC6B-FD1E-828C-F9579539AD90}"/>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a:latin typeface="Arial" panose="020B0604020202020204" pitchFamily="34" charset="0"/>
              </a:rPr>
              <a:t> </a:t>
            </a:r>
          </a:p>
        </p:txBody>
      </p:sp>
      <p:sp>
        <p:nvSpPr>
          <p:cNvPr id="59397" name="Slide Number Placeholder 1">
            <a:extLst>
              <a:ext uri="{FF2B5EF4-FFF2-40B4-BE49-F238E27FC236}">
                <a16:creationId xmlns:a16="http://schemas.microsoft.com/office/drawing/2014/main" id="{911ECC7C-6800-FC72-E0F2-25C30AEAF66D}"/>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DD1E30E-7439-CB4C-B148-484E916DAA28}" type="slidenum">
              <a:rPr lang="en-US" altLang="en-US" sz="1400"/>
              <a:pPr>
                <a:spcBef>
                  <a:spcPct val="0"/>
                </a:spcBef>
                <a:buFontTx/>
                <a:buNone/>
              </a:pPr>
              <a:t>44</a:t>
            </a:fld>
            <a:endParaRPr lang="en-US" altLang="en-US" sz="1400"/>
          </a:p>
        </p:txBody>
      </p:sp>
      <p:graphicFrame>
        <p:nvGraphicFramePr>
          <p:cNvPr id="4" name="Table 3">
            <a:extLst>
              <a:ext uri="{FF2B5EF4-FFF2-40B4-BE49-F238E27FC236}">
                <a16:creationId xmlns:a16="http://schemas.microsoft.com/office/drawing/2014/main" id="{BCA12C85-B961-A59B-A7AB-E314DB4B7CD8}"/>
              </a:ext>
            </a:extLst>
          </p:cNvPr>
          <p:cNvGraphicFramePr>
            <a:graphicFrameLocks noGrp="1"/>
          </p:cNvGraphicFramePr>
          <p:nvPr/>
        </p:nvGraphicFramePr>
        <p:xfrm>
          <a:off x="4046538" y="76200"/>
          <a:ext cx="5021262" cy="6391280"/>
        </p:xfrm>
        <a:graphic>
          <a:graphicData uri="http://schemas.openxmlformats.org/drawingml/2006/table">
            <a:tbl>
              <a:tblPr firstRow="1" firstCol="1" bandRow="1">
                <a:tableStyleId>{5C22544A-7EE6-4342-B048-85BDC9FD1C3A}</a:tableStyleId>
              </a:tblPr>
              <a:tblGrid>
                <a:gridCol w="590591">
                  <a:extLst>
                    <a:ext uri="{9D8B030D-6E8A-4147-A177-3AD203B41FA5}">
                      <a16:colId xmlns:a16="http://schemas.microsoft.com/office/drawing/2014/main" val="20000"/>
                    </a:ext>
                  </a:extLst>
                </a:gridCol>
                <a:gridCol w="4430671">
                  <a:extLst>
                    <a:ext uri="{9D8B030D-6E8A-4147-A177-3AD203B41FA5}">
                      <a16:colId xmlns:a16="http://schemas.microsoft.com/office/drawing/2014/main" val="20001"/>
                    </a:ext>
                  </a:extLst>
                </a:gridCol>
              </a:tblGrid>
              <a:tr h="456520">
                <a:tc>
                  <a:txBody>
                    <a:bodyPr/>
                    <a:lstStyle/>
                    <a:p>
                      <a:pPr>
                        <a:lnSpc>
                          <a:spcPct val="107000"/>
                        </a:lnSpc>
                        <a:spcAft>
                          <a:spcPts val="0"/>
                        </a:spcAft>
                      </a:pPr>
                      <a:r>
                        <a:rPr lang="en-US" sz="2800" dirty="0">
                          <a:effectLst/>
                        </a:rPr>
                        <a:t>1</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5" marR="68585" marT="0" marB="0"/>
                </a:tc>
                <a:tc>
                  <a:txBody>
                    <a:bodyPr/>
                    <a:lstStyle/>
                    <a:p>
                      <a:pPr>
                        <a:lnSpc>
                          <a:spcPct val="107000"/>
                        </a:lnSpc>
                        <a:spcAft>
                          <a:spcPts val="0"/>
                        </a:spcAft>
                      </a:pPr>
                      <a:r>
                        <a:rPr lang="en-US" sz="2800">
                          <a:effectLst/>
                        </a:rPr>
                        <a:t>Data communication</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5" marR="68585" marT="0" marB="0"/>
                </a:tc>
                <a:extLst>
                  <a:ext uri="{0D108BD9-81ED-4DB2-BD59-A6C34878D82A}">
                    <a16:rowId xmlns:a16="http://schemas.microsoft.com/office/drawing/2014/main" val="10000"/>
                  </a:ext>
                </a:extLst>
              </a:tr>
              <a:tr h="456520">
                <a:tc>
                  <a:txBody>
                    <a:bodyPr/>
                    <a:lstStyle/>
                    <a:p>
                      <a:pPr>
                        <a:lnSpc>
                          <a:spcPct val="107000"/>
                        </a:lnSpc>
                        <a:spcAft>
                          <a:spcPts val="0"/>
                        </a:spcAft>
                      </a:pPr>
                      <a:r>
                        <a:rPr lang="en-US" sz="2800">
                          <a:effectLst/>
                        </a:rPr>
                        <a:t>2</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5" marR="68585" marT="0" marB="0"/>
                </a:tc>
                <a:tc>
                  <a:txBody>
                    <a:bodyPr/>
                    <a:lstStyle/>
                    <a:p>
                      <a:pPr>
                        <a:lnSpc>
                          <a:spcPct val="107000"/>
                        </a:lnSpc>
                        <a:spcAft>
                          <a:spcPts val="0"/>
                        </a:spcAft>
                      </a:pPr>
                      <a:r>
                        <a:rPr lang="en-US" sz="2800" dirty="0">
                          <a:effectLst/>
                        </a:rPr>
                        <a:t>Distributed data processing</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5" marR="68585" marT="0" marB="0"/>
                </a:tc>
                <a:extLst>
                  <a:ext uri="{0D108BD9-81ED-4DB2-BD59-A6C34878D82A}">
                    <a16:rowId xmlns:a16="http://schemas.microsoft.com/office/drawing/2014/main" val="10001"/>
                  </a:ext>
                </a:extLst>
              </a:tr>
              <a:tr h="456520">
                <a:tc>
                  <a:txBody>
                    <a:bodyPr/>
                    <a:lstStyle/>
                    <a:p>
                      <a:pPr>
                        <a:lnSpc>
                          <a:spcPct val="107000"/>
                        </a:lnSpc>
                        <a:spcAft>
                          <a:spcPts val="0"/>
                        </a:spcAft>
                      </a:pPr>
                      <a:r>
                        <a:rPr lang="en-US" sz="2800">
                          <a:effectLst/>
                        </a:rPr>
                        <a:t>3</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5" marR="68585" marT="0" marB="0"/>
                </a:tc>
                <a:tc>
                  <a:txBody>
                    <a:bodyPr/>
                    <a:lstStyle/>
                    <a:p>
                      <a:pPr>
                        <a:lnSpc>
                          <a:spcPct val="107000"/>
                        </a:lnSpc>
                        <a:spcAft>
                          <a:spcPts val="0"/>
                        </a:spcAft>
                      </a:pPr>
                      <a:r>
                        <a:rPr lang="en-US" sz="2800" dirty="0">
                          <a:effectLst/>
                        </a:rPr>
                        <a:t>Performance criteria</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5" marR="68585" marT="0" marB="0"/>
                </a:tc>
                <a:extLst>
                  <a:ext uri="{0D108BD9-81ED-4DB2-BD59-A6C34878D82A}">
                    <a16:rowId xmlns:a16="http://schemas.microsoft.com/office/drawing/2014/main" val="10002"/>
                  </a:ext>
                </a:extLst>
              </a:tr>
              <a:tr h="456520">
                <a:tc>
                  <a:txBody>
                    <a:bodyPr/>
                    <a:lstStyle/>
                    <a:p>
                      <a:pPr>
                        <a:lnSpc>
                          <a:spcPct val="107000"/>
                        </a:lnSpc>
                        <a:spcAft>
                          <a:spcPts val="0"/>
                        </a:spcAft>
                      </a:pPr>
                      <a:r>
                        <a:rPr lang="en-US" sz="2800">
                          <a:effectLst/>
                        </a:rPr>
                        <a:t>4</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5" marR="68585" marT="0" marB="0"/>
                </a:tc>
                <a:tc>
                  <a:txBody>
                    <a:bodyPr/>
                    <a:lstStyle/>
                    <a:p>
                      <a:pPr>
                        <a:lnSpc>
                          <a:spcPct val="107000"/>
                        </a:lnSpc>
                        <a:spcAft>
                          <a:spcPts val="0"/>
                        </a:spcAft>
                      </a:pPr>
                      <a:r>
                        <a:rPr lang="en-US" sz="2800">
                          <a:effectLst/>
                        </a:rPr>
                        <a:t>Heavily utilized hardware</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5" marR="68585" marT="0" marB="0"/>
                </a:tc>
                <a:extLst>
                  <a:ext uri="{0D108BD9-81ED-4DB2-BD59-A6C34878D82A}">
                    <a16:rowId xmlns:a16="http://schemas.microsoft.com/office/drawing/2014/main" val="10003"/>
                  </a:ext>
                </a:extLst>
              </a:tr>
              <a:tr h="456520">
                <a:tc>
                  <a:txBody>
                    <a:bodyPr/>
                    <a:lstStyle/>
                    <a:p>
                      <a:pPr>
                        <a:lnSpc>
                          <a:spcPct val="107000"/>
                        </a:lnSpc>
                        <a:spcAft>
                          <a:spcPts val="0"/>
                        </a:spcAft>
                      </a:pPr>
                      <a:r>
                        <a:rPr lang="en-US" sz="2800">
                          <a:effectLst/>
                        </a:rPr>
                        <a:t>5</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5" marR="68585" marT="0" marB="0"/>
                </a:tc>
                <a:tc>
                  <a:txBody>
                    <a:bodyPr/>
                    <a:lstStyle/>
                    <a:p>
                      <a:pPr>
                        <a:lnSpc>
                          <a:spcPct val="107000"/>
                        </a:lnSpc>
                        <a:spcAft>
                          <a:spcPts val="0"/>
                        </a:spcAft>
                      </a:pPr>
                      <a:r>
                        <a:rPr lang="en-US" sz="2800">
                          <a:effectLst/>
                        </a:rPr>
                        <a:t>Online data entry</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5" marR="68585" marT="0" marB="0"/>
                </a:tc>
                <a:extLst>
                  <a:ext uri="{0D108BD9-81ED-4DB2-BD59-A6C34878D82A}">
                    <a16:rowId xmlns:a16="http://schemas.microsoft.com/office/drawing/2014/main" val="10004"/>
                  </a:ext>
                </a:extLst>
              </a:tr>
              <a:tr h="456520">
                <a:tc>
                  <a:txBody>
                    <a:bodyPr/>
                    <a:lstStyle/>
                    <a:p>
                      <a:pPr>
                        <a:lnSpc>
                          <a:spcPct val="107000"/>
                        </a:lnSpc>
                        <a:spcAft>
                          <a:spcPts val="0"/>
                        </a:spcAft>
                      </a:pPr>
                      <a:r>
                        <a:rPr lang="en-US" sz="2800">
                          <a:effectLst/>
                        </a:rPr>
                        <a:t>6</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5" marR="68585" marT="0" marB="0"/>
                </a:tc>
                <a:tc>
                  <a:txBody>
                    <a:bodyPr/>
                    <a:lstStyle/>
                    <a:p>
                      <a:pPr>
                        <a:lnSpc>
                          <a:spcPct val="107000"/>
                        </a:lnSpc>
                        <a:spcAft>
                          <a:spcPts val="0"/>
                        </a:spcAft>
                      </a:pPr>
                      <a:r>
                        <a:rPr lang="en-US" sz="2800">
                          <a:effectLst/>
                        </a:rPr>
                        <a:t>End-user efficiency</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5" marR="68585" marT="0" marB="0"/>
                </a:tc>
                <a:extLst>
                  <a:ext uri="{0D108BD9-81ED-4DB2-BD59-A6C34878D82A}">
                    <a16:rowId xmlns:a16="http://schemas.microsoft.com/office/drawing/2014/main" val="10005"/>
                  </a:ext>
                </a:extLst>
              </a:tr>
              <a:tr h="456520">
                <a:tc>
                  <a:txBody>
                    <a:bodyPr/>
                    <a:lstStyle/>
                    <a:p>
                      <a:pPr>
                        <a:lnSpc>
                          <a:spcPct val="107000"/>
                        </a:lnSpc>
                        <a:spcAft>
                          <a:spcPts val="0"/>
                        </a:spcAft>
                      </a:pPr>
                      <a:r>
                        <a:rPr lang="en-US" sz="2800">
                          <a:effectLst/>
                        </a:rPr>
                        <a:t>7</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5" marR="68585" marT="0" marB="0"/>
                </a:tc>
                <a:tc>
                  <a:txBody>
                    <a:bodyPr/>
                    <a:lstStyle/>
                    <a:p>
                      <a:pPr>
                        <a:lnSpc>
                          <a:spcPct val="107000"/>
                        </a:lnSpc>
                        <a:spcAft>
                          <a:spcPts val="0"/>
                        </a:spcAft>
                      </a:pPr>
                      <a:r>
                        <a:rPr lang="en-US" sz="2800">
                          <a:effectLst/>
                        </a:rPr>
                        <a:t>Transaction Rate</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5" marR="68585" marT="0" marB="0"/>
                </a:tc>
                <a:extLst>
                  <a:ext uri="{0D108BD9-81ED-4DB2-BD59-A6C34878D82A}">
                    <a16:rowId xmlns:a16="http://schemas.microsoft.com/office/drawing/2014/main" val="10006"/>
                  </a:ext>
                </a:extLst>
              </a:tr>
              <a:tr h="456520">
                <a:tc>
                  <a:txBody>
                    <a:bodyPr/>
                    <a:lstStyle/>
                    <a:p>
                      <a:pPr>
                        <a:lnSpc>
                          <a:spcPct val="107000"/>
                        </a:lnSpc>
                        <a:spcAft>
                          <a:spcPts val="0"/>
                        </a:spcAft>
                      </a:pPr>
                      <a:r>
                        <a:rPr lang="en-US" sz="2800">
                          <a:effectLst/>
                        </a:rPr>
                        <a:t>8</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5" marR="68585" marT="0" marB="0"/>
                </a:tc>
                <a:tc>
                  <a:txBody>
                    <a:bodyPr/>
                    <a:lstStyle/>
                    <a:p>
                      <a:pPr>
                        <a:lnSpc>
                          <a:spcPct val="107000"/>
                        </a:lnSpc>
                        <a:spcAft>
                          <a:spcPts val="0"/>
                        </a:spcAft>
                      </a:pPr>
                      <a:r>
                        <a:rPr lang="en-US" sz="2800">
                          <a:effectLst/>
                        </a:rPr>
                        <a:t>Online updating</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5" marR="68585" marT="0" marB="0"/>
                </a:tc>
                <a:extLst>
                  <a:ext uri="{0D108BD9-81ED-4DB2-BD59-A6C34878D82A}">
                    <a16:rowId xmlns:a16="http://schemas.microsoft.com/office/drawing/2014/main" val="10007"/>
                  </a:ext>
                </a:extLst>
              </a:tr>
              <a:tr h="456520">
                <a:tc>
                  <a:txBody>
                    <a:bodyPr/>
                    <a:lstStyle/>
                    <a:p>
                      <a:pPr>
                        <a:lnSpc>
                          <a:spcPct val="107000"/>
                        </a:lnSpc>
                        <a:spcAft>
                          <a:spcPts val="0"/>
                        </a:spcAft>
                      </a:pPr>
                      <a:r>
                        <a:rPr lang="en-US" sz="2800">
                          <a:effectLst/>
                        </a:rPr>
                        <a:t>9</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5" marR="68585" marT="0" marB="0"/>
                </a:tc>
                <a:tc>
                  <a:txBody>
                    <a:bodyPr/>
                    <a:lstStyle/>
                    <a:p>
                      <a:pPr>
                        <a:lnSpc>
                          <a:spcPct val="107000"/>
                        </a:lnSpc>
                        <a:spcAft>
                          <a:spcPts val="0"/>
                        </a:spcAft>
                      </a:pPr>
                      <a:r>
                        <a:rPr lang="en-US" sz="2800">
                          <a:effectLst/>
                        </a:rPr>
                        <a:t>Complex computations</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5" marR="68585" marT="0" marB="0"/>
                </a:tc>
                <a:extLst>
                  <a:ext uri="{0D108BD9-81ED-4DB2-BD59-A6C34878D82A}">
                    <a16:rowId xmlns:a16="http://schemas.microsoft.com/office/drawing/2014/main" val="10008"/>
                  </a:ext>
                </a:extLst>
              </a:tr>
              <a:tr h="456520">
                <a:tc>
                  <a:txBody>
                    <a:bodyPr/>
                    <a:lstStyle/>
                    <a:p>
                      <a:pPr>
                        <a:lnSpc>
                          <a:spcPct val="107000"/>
                        </a:lnSpc>
                        <a:spcAft>
                          <a:spcPts val="0"/>
                        </a:spcAft>
                      </a:pPr>
                      <a:r>
                        <a:rPr lang="en-US" sz="2800">
                          <a:effectLst/>
                        </a:rPr>
                        <a:t>10</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5" marR="68585" marT="0" marB="0"/>
                </a:tc>
                <a:tc>
                  <a:txBody>
                    <a:bodyPr/>
                    <a:lstStyle/>
                    <a:p>
                      <a:pPr>
                        <a:lnSpc>
                          <a:spcPct val="107000"/>
                        </a:lnSpc>
                        <a:spcAft>
                          <a:spcPts val="0"/>
                        </a:spcAft>
                      </a:pPr>
                      <a:r>
                        <a:rPr lang="en-US" sz="2800">
                          <a:effectLst/>
                        </a:rPr>
                        <a:t>Reusability</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5" marR="68585" marT="0" marB="0"/>
                </a:tc>
                <a:extLst>
                  <a:ext uri="{0D108BD9-81ED-4DB2-BD59-A6C34878D82A}">
                    <a16:rowId xmlns:a16="http://schemas.microsoft.com/office/drawing/2014/main" val="10009"/>
                  </a:ext>
                </a:extLst>
              </a:tr>
              <a:tr h="456520">
                <a:tc>
                  <a:txBody>
                    <a:bodyPr/>
                    <a:lstStyle/>
                    <a:p>
                      <a:pPr>
                        <a:lnSpc>
                          <a:spcPct val="107000"/>
                        </a:lnSpc>
                        <a:spcAft>
                          <a:spcPts val="0"/>
                        </a:spcAft>
                      </a:pPr>
                      <a:r>
                        <a:rPr lang="en-US" sz="2800">
                          <a:effectLst/>
                        </a:rPr>
                        <a:t>11</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5" marR="68585" marT="0" marB="0"/>
                </a:tc>
                <a:tc>
                  <a:txBody>
                    <a:bodyPr/>
                    <a:lstStyle/>
                    <a:p>
                      <a:pPr>
                        <a:lnSpc>
                          <a:spcPct val="107000"/>
                        </a:lnSpc>
                        <a:spcAft>
                          <a:spcPts val="0"/>
                        </a:spcAft>
                      </a:pPr>
                      <a:r>
                        <a:rPr lang="en-US" sz="2800">
                          <a:effectLst/>
                        </a:rPr>
                        <a:t>Ease of installation</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5" marR="68585" marT="0" marB="0"/>
                </a:tc>
                <a:extLst>
                  <a:ext uri="{0D108BD9-81ED-4DB2-BD59-A6C34878D82A}">
                    <a16:rowId xmlns:a16="http://schemas.microsoft.com/office/drawing/2014/main" val="10010"/>
                  </a:ext>
                </a:extLst>
              </a:tr>
              <a:tr h="456520">
                <a:tc>
                  <a:txBody>
                    <a:bodyPr/>
                    <a:lstStyle/>
                    <a:p>
                      <a:pPr>
                        <a:lnSpc>
                          <a:spcPct val="107000"/>
                        </a:lnSpc>
                        <a:spcAft>
                          <a:spcPts val="0"/>
                        </a:spcAft>
                      </a:pPr>
                      <a:r>
                        <a:rPr lang="en-US" sz="2800">
                          <a:effectLst/>
                        </a:rPr>
                        <a:t>12</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5" marR="68585" marT="0" marB="0"/>
                </a:tc>
                <a:tc>
                  <a:txBody>
                    <a:bodyPr/>
                    <a:lstStyle/>
                    <a:p>
                      <a:pPr>
                        <a:lnSpc>
                          <a:spcPct val="107000"/>
                        </a:lnSpc>
                        <a:spcAft>
                          <a:spcPts val="0"/>
                        </a:spcAft>
                      </a:pPr>
                      <a:r>
                        <a:rPr lang="en-US" sz="2800">
                          <a:effectLst/>
                        </a:rPr>
                        <a:t>Ease of operation</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5" marR="68585" marT="0" marB="0"/>
                </a:tc>
                <a:extLst>
                  <a:ext uri="{0D108BD9-81ED-4DB2-BD59-A6C34878D82A}">
                    <a16:rowId xmlns:a16="http://schemas.microsoft.com/office/drawing/2014/main" val="10011"/>
                  </a:ext>
                </a:extLst>
              </a:tr>
              <a:tr h="456520">
                <a:tc>
                  <a:txBody>
                    <a:bodyPr/>
                    <a:lstStyle/>
                    <a:p>
                      <a:pPr>
                        <a:lnSpc>
                          <a:spcPct val="107000"/>
                        </a:lnSpc>
                        <a:spcAft>
                          <a:spcPts val="0"/>
                        </a:spcAft>
                      </a:pPr>
                      <a:r>
                        <a:rPr lang="en-US" sz="2800">
                          <a:effectLst/>
                        </a:rPr>
                        <a:t>13</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5" marR="68585" marT="0" marB="0"/>
                </a:tc>
                <a:tc>
                  <a:txBody>
                    <a:bodyPr/>
                    <a:lstStyle/>
                    <a:p>
                      <a:pPr>
                        <a:lnSpc>
                          <a:spcPct val="107000"/>
                        </a:lnSpc>
                        <a:spcAft>
                          <a:spcPts val="0"/>
                        </a:spcAft>
                      </a:pPr>
                      <a:r>
                        <a:rPr lang="en-US" sz="2800">
                          <a:effectLst/>
                        </a:rPr>
                        <a:t>Maintainability</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5" marR="68585" marT="0" marB="0"/>
                </a:tc>
                <a:extLst>
                  <a:ext uri="{0D108BD9-81ED-4DB2-BD59-A6C34878D82A}">
                    <a16:rowId xmlns:a16="http://schemas.microsoft.com/office/drawing/2014/main" val="10012"/>
                  </a:ext>
                </a:extLst>
              </a:tr>
              <a:tr h="456520">
                <a:tc>
                  <a:txBody>
                    <a:bodyPr/>
                    <a:lstStyle/>
                    <a:p>
                      <a:pPr>
                        <a:lnSpc>
                          <a:spcPct val="107000"/>
                        </a:lnSpc>
                        <a:spcAft>
                          <a:spcPts val="0"/>
                        </a:spcAft>
                      </a:pPr>
                      <a:r>
                        <a:rPr lang="en-US" sz="2800">
                          <a:effectLst/>
                        </a:rPr>
                        <a:t>14</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5" marR="68585" marT="0" marB="0"/>
                </a:tc>
                <a:tc>
                  <a:txBody>
                    <a:bodyPr/>
                    <a:lstStyle/>
                    <a:p>
                      <a:pPr>
                        <a:lnSpc>
                          <a:spcPct val="107000"/>
                        </a:lnSpc>
                        <a:spcAft>
                          <a:spcPts val="0"/>
                        </a:spcAft>
                      </a:pPr>
                      <a:r>
                        <a:rPr lang="en-US" sz="2800" dirty="0">
                          <a:effectLst/>
                        </a:rPr>
                        <a:t>Multiple Sites</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5" marR="68585" marT="0" marB="0"/>
                </a:tc>
                <a:extLst>
                  <a:ext uri="{0D108BD9-81ED-4DB2-BD59-A6C34878D82A}">
                    <a16:rowId xmlns:a16="http://schemas.microsoft.com/office/drawing/2014/main" val="10013"/>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9" name="Rectangle 2">
            <a:extLst>
              <a:ext uri="{FF2B5EF4-FFF2-40B4-BE49-F238E27FC236}">
                <a16:creationId xmlns:a16="http://schemas.microsoft.com/office/drawing/2014/main" id="{7DC2A962-D824-2800-1B6E-7F308271FDA6}"/>
              </a:ext>
            </a:extLst>
          </p:cNvPr>
          <p:cNvSpPr>
            <a:spLocks noGrp="1" noChangeArrowheads="1"/>
          </p:cNvSpPr>
          <p:nvPr>
            <p:ph type="title"/>
          </p:nvPr>
        </p:nvSpPr>
        <p:spPr/>
        <p:txBody>
          <a:bodyPr/>
          <a:lstStyle/>
          <a:p>
            <a:pPr eaLnBrk="1" hangingPunct="1">
              <a:defRPr/>
            </a:pPr>
            <a:r>
              <a:rPr lang="en-US"/>
              <a:t>Function Points (cont)</a:t>
            </a:r>
          </a:p>
        </p:txBody>
      </p:sp>
      <p:sp>
        <p:nvSpPr>
          <p:cNvPr id="31750" name="Rectangle 3">
            <a:extLst>
              <a:ext uri="{FF2B5EF4-FFF2-40B4-BE49-F238E27FC236}">
                <a16:creationId xmlns:a16="http://schemas.microsoft.com/office/drawing/2014/main" id="{158AEEE7-1F30-D99B-987C-6B9CF2E1C4C9}"/>
              </a:ext>
            </a:extLst>
          </p:cNvPr>
          <p:cNvSpPr>
            <a:spLocks noGrp="1" noChangeArrowheads="1"/>
          </p:cNvSpPr>
          <p:nvPr>
            <p:ph idx="1"/>
          </p:nvPr>
        </p:nvSpPr>
        <p:spPr/>
        <p:txBody>
          <a:bodyPr>
            <a:normAutofit lnSpcReduction="10000"/>
          </a:bodyPr>
          <a:lstStyle/>
          <a:p>
            <a:pPr eaLnBrk="1" hangingPunct="1">
              <a:defRPr/>
            </a:pPr>
            <a:r>
              <a:rPr lang="en-US" sz="3600" dirty="0"/>
              <a:t>Calculate the technical complexity factor </a:t>
            </a:r>
            <a:r>
              <a:rPr lang="en-US" sz="3600" i="1" dirty="0"/>
              <a:t>TCF</a:t>
            </a:r>
            <a:endParaRPr lang="en-US" sz="3600" dirty="0"/>
          </a:p>
          <a:p>
            <a:pPr eaLnBrk="1" hangingPunct="1">
              <a:defRPr/>
            </a:pPr>
            <a:endParaRPr lang="en-US" sz="3600" dirty="0"/>
          </a:p>
          <a:p>
            <a:pPr lvl="1" eaLnBrk="1" hangingPunct="1">
              <a:defRPr/>
            </a:pPr>
            <a:r>
              <a:rPr lang="en-US" sz="3200" i="1" dirty="0"/>
              <a:t>TCF</a:t>
            </a:r>
            <a:r>
              <a:rPr lang="en-US" sz="3200" dirty="0"/>
              <a:t>  values are in the range of  0.65 to 1.35</a:t>
            </a:r>
            <a:endParaRPr lang="en-US" sz="3200" i="1" dirty="0"/>
          </a:p>
          <a:p>
            <a:pPr eaLnBrk="1" hangingPunct="1">
              <a:defRPr/>
            </a:pPr>
            <a:r>
              <a:rPr lang="en-US" sz="3600" dirty="0"/>
              <a:t>Finally the number of function points  </a:t>
            </a:r>
            <a:r>
              <a:rPr lang="en-US" sz="3600" i="1" dirty="0"/>
              <a:t>FP</a:t>
            </a:r>
            <a:r>
              <a:rPr lang="en-US" sz="3600" dirty="0"/>
              <a:t> is calculated from</a:t>
            </a:r>
            <a:endParaRPr lang="en-US" sz="3600" i="1" dirty="0"/>
          </a:p>
          <a:p>
            <a:pPr eaLnBrk="1" hangingPunct="1">
              <a:defRPr/>
            </a:pPr>
            <a:endParaRPr lang="en-US" sz="3600" i="1" dirty="0"/>
          </a:p>
          <a:p>
            <a:pPr eaLnBrk="1" hangingPunct="1">
              <a:buFontTx/>
              <a:buNone/>
              <a:defRPr/>
            </a:pPr>
            <a:endParaRPr lang="en-US" sz="3600" dirty="0"/>
          </a:p>
        </p:txBody>
      </p:sp>
      <p:sp>
        <p:nvSpPr>
          <p:cNvPr id="60420" name="Date Placeholder 3">
            <a:extLst>
              <a:ext uri="{FF2B5EF4-FFF2-40B4-BE49-F238E27FC236}">
                <a16:creationId xmlns:a16="http://schemas.microsoft.com/office/drawing/2014/main" id="{4C2ED90B-A5AC-321D-4ACF-53EFDABC5A86}"/>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a:latin typeface="Arial" panose="020B0604020202020204" pitchFamily="34" charset="0"/>
              </a:rPr>
              <a:t> </a:t>
            </a:r>
          </a:p>
        </p:txBody>
      </p:sp>
      <p:sp>
        <p:nvSpPr>
          <p:cNvPr id="60421" name="Slide Number Placeholder 1">
            <a:extLst>
              <a:ext uri="{FF2B5EF4-FFF2-40B4-BE49-F238E27FC236}">
                <a16:creationId xmlns:a16="http://schemas.microsoft.com/office/drawing/2014/main" id="{8FF1737A-BCBD-AD8E-3DEE-FDF954736C15}"/>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2FB59D0-3C6C-604D-BBED-25F9C7C106D6}" type="slidenum">
              <a:rPr lang="en-US" altLang="en-US" sz="1400"/>
              <a:pPr>
                <a:spcBef>
                  <a:spcPct val="0"/>
                </a:spcBef>
                <a:buFontTx/>
                <a:buNone/>
              </a:pPr>
              <a:t>45</a:t>
            </a:fld>
            <a:endParaRPr lang="en-US" altLang="en-US" sz="1400"/>
          </a:p>
        </p:txBody>
      </p:sp>
      <p:graphicFrame>
        <p:nvGraphicFramePr>
          <p:cNvPr id="60422" name="Object 4">
            <a:extLst>
              <a:ext uri="{FF2B5EF4-FFF2-40B4-BE49-F238E27FC236}">
                <a16:creationId xmlns:a16="http://schemas.microsoft.com/office/drawing/2014/main" id="{31A1D3A6-5296-B375-1A19-BF3FAF8E2281}"/>
              </a:ext>
            </a:extLst>
          </p:cNvPr>
          <p:cNvGraphicFramePr>
            <a:graphicFrameLocks noChangeAspect="1"/>
          </p:cNvGraphicFramePr>
          <p:nvPr/>
        </p:nvGraphicFramePr>
        <p:xfrm>
          <a:off x="1981200" y="2743200"/>
          <a:ext cx="4051300" cy="531813"/>
        </p:xfrm>
        <a:graphic>
          <a:graphicData uri="http://schemas.openxmlformats.org/presentationml/2006/ole">
            <mc:AlternateContent xmlns:mc="http://schemas.openxmlformats.org/markup-compatibility/2006">
              <mc:Choice xmlns:v="urn:schemas-microsoft-com:vml" Requires="v">
                <p:oleObj name="Equation" r:id="rId2" imgW="35699700" imgH="4686300" progId="Equation.3">
                  <p:embed/>
                </p:oleObj>
              </mc:Choice>
              <mc:Fallback>
                <p:oleObj name="Equation" r:id="rId2" imgW="35699700" imgH="46863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2743200"/>
                        <a:ext cx="4051300" cy="531813"/>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423" name="Object 5">
            <a:extLst>
              <a:ext uri="{FF2B5EF4-FFF2-40B4-BE49-F238E27FC236}">
                <a16:creationId xmlns:a16="http://schemas.microsoft.com/office/drawing/2014/main" id="{7DA18467-462D-8C21-5593-7A221F780203}"/>
              </a:ext>
            </a:extLst>
          </p:cNvPr>
          <p:cNvGraphicFramePr>
            <a:graphicFrameLocks noChangeAspect="1"/>
          </p:cNvGraphicFramePr>
          <p:nvPr/>
        </p:nvGraphicFramePr>
        <p:xfrm>
          <a:off x="2133600" y="5181600"/>
          <a:ext cx="2895600" cy="509588"/>
        </p:xfrm>
        <a:graphic>
          <a:graphicData uri="http://schemas.openxmlformats.org/presentationml/2006/ole">
            <mc:AlternateContent xmlns:mc="http://schemas.openxmlformats.org/markup-compatibility/2006">
              <mc:Choice xmlns:v="urn:schemas-microsoft-com:vml" Requires="v">
                <p:oleObj name="Equation" r:id="rId4" imgW="26619200" imgH="4686300" progId="Equation.3">
                  <p:embed/>
                </p:oleObj>
              </mc:Choice>
              <mc:Fallback>
                <p:oleObj name="Equation" r:id="rId4" imgW="26619200" imgH="46863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33600" y="5181600"/>
                        <a:ext cx="2895600" cy="509588"/>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3" name="Rectangle 2">
            <a:extLst>
              <a:ext uri="{FF2B5EF4-FFF2-40B4-BE49-F238E27FC236}">
                <a16:creationId xmlns:a16="http://schemas.microsoft.com/office/drawing/2014/main" id="{430946E8-B288-4A29-57AE-184840065C3B}"/>
              </a:ext>
            </a:extLst>
          </p:cNvPr>
          <p:cNvSpPr>
            <a:spLocks noGrp="1" noChangeArrowheads="1"/>
          </p:cNvSpPr>
          <p:nvPr>
            <p:ph type="title"/>
          </p:nvPr>
        </p:nvSpPr>
        <p:spPr/>
        <p:txBody>
          <a:bodyPr/>
          <a:lstStyle/>
          <a:p>
            <a:pPr eaLnBrk="1" hangingPunct="1">
              <a:defRPr/>
            </a:pPr>
            <a:r>
              <a:rPr lang="en-US"/>
              <a:t>Function Point Calculations</a:t>
            </a:r>
          </a:p>
        </p:txBody>
      </p:sp>
      <p:sp>
        <p:nvSpPr>
          <p:cNvPr id="61443" name="Rectangle 3">
            <a:extLst>
              <a:ext uri="{FF2B5EF4-FFF2-40B4-BE49-F238E27FC236}">
                <a16:creationId xmlns:a16="http://schemas.microsoft.com/office/drawing/2014/main" id="{786BE64F-12D4-EA90-548E-C157F5A9B920}"/>
              </a:ext>
            </a:extLst>
          </p:cNvPr>
          <p:cNvSpPr>
            <a:spLocks noGrp="1" noChangeArrowheads="1"/>
          </p:cNvSpPr>
          <p:nvPr>
            <p:ph type="body" sz="half" idx="1"/>
          </p:nvPr>
        </p:nvSpPr>
        <p:spPr>
          <a:xfrm>
            <a:off x="685800" y="1524000"/>
            <a:ext cx="8077200" cy="4876800"/>
          </a:xfrm>
        </p:spPr>
        <p:txBody>
          <a:bodyPr/>
          <a:lstStyle/>
          <a:p>
            <a:pPr eaLnBrk="1" hangingPunct="1">
              <a:lnSpc>
                <a:spcPct val="90000"/>
              </a:lnSpc>
            </a:pPr>
            <a:r>
              <a:rPr lang="en-US" altLang="en-US"/>
              <a:t>You may find the following template useful</a:t>
            </a:r>
          </a:p>
          <a:p>
            <a:pPr eaLnBrk="1" hangingPunct="1">
              <a:lnSpc>
                <a:spcPct val="90000"/>
              </a:lnSpc>
              <a:buFontTx/>
              <a:buNone/>
            </a:pPr>
            <a:endParaRPr lang="en-US" altLang="en-US"/>
          </a:p>
          <a:p>
            <a:pPr eaLnBrk="1" hangingPunct="1">
              <a:lnSpc>
                <a:spcPct val="90000"/>
              </a:lnSpc>
            </a:pPr>
            <a:endParaRPr lang="en-US" altLang="en-US"/>
          </a:p>
          <a:p>
            <a:pPr eaLnBrk="1" hangingPunct="1">
              <a:lnSpc>
                <a:spcPct val="90000"/>
              </a:lnSpc>
            </a:pPr>
            <a:endParaRPr lang="en-US" altLang="en-US"/>
          </a:p>
          <a:p>
            <a:pPr eaLnBrk="1" hangingPunct="1">
              <a:lnSpc>
                <a:spcPct val="90000"/>
              </a:lnSpc>
            </a:pPr>
            <a:endParaRPr lang="en-US" altLang="en-US"/>
          </a:p>
          <a:p>
            <a:pPr eaLnBrk="1" hangingPunct="1">
              <a:lnSpc>
                <a:spcPct val="90000"/>
              </a:lnSpc>
            </a:pPr>
            <a:endParaRPr lang="en-US" altLang="en-US"/>
          </a:p>
          <a:p>
            <a:pPr eaLnBrk="1" hangingPunct="1">
              <a:lnSpc>
                <a:spcPct val="90000"/>
              </a:lnSpc>
            </a:pPr>
            <a:endParaRPr lang="en-US" altLang="en-US"/>
          </a:p>
          <a:p>
            <a:pPr eaLnBrk="1" hangingPunct="1">
              <a:lnSpc>
                <a:spcPct val="90000"/>
              </a:lnSpc>
            </a:pPr>
            <a:endParaRPr lang="en-US" altLang="en-US"/>
          </a:p>
          <a:p>
            <a:pPr eaLnBrk="1" hangingPunct="1">
              <a:lnSpc>
                <a:spcPct val="90000"/>
              </a:lnSpc>
            </a:pPr>
            <a:endParaRPr lang="en-US" altLang="en-US"/>
          </a:p>
        </p:txBody>
      </p:sp>
      <p:graphicFrame>
        <p:nvGraphicFramePr>
          <p:cNvPr id="61444" name="Object 342">
            <a:extLst>
              <a:ext uri="{FF2B5EF4-FFF2-40B4-BE49-F238E27FC236}">
                <a16:creationId xmlns:a16="http://schemas.microsoft.com/office/drawing/2014/main" id="{60E98522-F3C9-A2DA-6B21-0A867905CC1B}"/>
              </a:ext>
            </a:extLst>
          </p:cNvPr>
          <p:cNvGraphicFramePr>
            <a:graphicFrameLocks noGrp="1" noChangeAspect="1"/>
          </p:cNvGraphicFramePr>
          <p:nvPr>
            <p:ph sz="half" idx="2"/>
          </p:nvPr>
        </p:nvGraphicFramePr>
        <p:xfrm>
          <a:off x="304800" y="2027238"/>
          <a:ext cx="8712200" cy="3794125"/>
        </p:xfrm>
        <a:graphic>
          <a:graphicData uri="http://schemas.openxmlformats.org/presentationml/2006/ole">
            <mc:AlternateContent xmlns:mc="http://schemas.openxmlformats.org/markup-compatibility/2006">
              <mc:Choice xmlns:v="urn:schemas-microsoft-com:vml" Requires="v">
                <p:oleObj name="Document" r:id="rId2" imgW="6096000" imgH="2654300" progId="Word.Document.8">
                  <p:embed/>
                </p:oleObj>
              </mc:Choice>
              <mc:Fallback>
                <p:oleObj name="Document" r:id="rId2" imgW="6096000" imgH="2654300" progId="Word.Document.8">
                  <p:embed/>
                  <p:pic>
                    <p:nvPicPr>
                      <p:cNvPr id="0" name="Object 342"/>
                      <p:cNvPicPr>
                        <a:picLocks noGrp="1" noChangeAspect="1" noChangeArrowheads="1"/>
                      </p:cNvPicPr>
                      <p:nvPr/>
                    </p:nvPicPr>
                    <p:blipFill>
                      <a:blip r:embed="rId3">
                        <a:extLst>
                          <a:ext uri="{28A0092B-C50C-407E-A947-70E740481C1C}">
                            <a14:useLocalDpi xmlns:a14="http://schemas.microsoft.com/office/drawing/2010/main" val="0"/>
                          </a:ext>
                        </a:extLst>
                      </a:blip>
                      <a:srcRect l="-1500" t="-3442" r="-1500"/>
                      <a:stretch>
                        <a:fillRect/>
                      </a:stretch>
                    </p:blipFill>
                    <p:spPr bwMode="auto">
                      <a:xfrm>
                        <a:off x="304800" y="2027238"/>
                        <a:ext cx="8712200" cy="3794125"/>
                      </a:xfrm>
                      <a:prstGeom prst="rect">
                        <a:avLst/>
                      </a:prstGeom>
                      <a:solidFill>
                        <a:srgbClr val="FFFFFF"/>
                      </a:solidFill>
                      <a:ln>
                        <a:noFill/>
                      </a:ln>
                      <a:effectLst/>
                      <a:extLs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1445" name="Date Placeholder 4">
            <a:extLst>
              <a:ext uri="{FF2B5EF4-FFF2-40B4-BE49-F238E27FC236}">
                <a16:creationId xmlns:a16="http://schemas.microsoft.com/office/drawing/2014/main" id="{8CC677BA-780A-1BAA-682A-F4078A652EB7}"/>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a:latin typeface="Arial" panose="020B0604020202020204" pitchFamily="34" charset="0"/>
              </a:rPr>
              <a:t> </a:t>
            </a:r>
          </a:p>
        </p:txBody>
      </p:sp>
      <p:sp>
        <p:nvSpPr>
          <p:cNvPr id="61446" name="Slide Number Placeholder 1">
            <a:extLst>
              <a:ext uri="{FF2B5EF4-FFF2-40B4-BE49-F238E27FC236}">
                <a16:creationId xmlns:a16="http://schemas.microsoft.com/office/drawing/2014/main" id="{45BCD677-0151-46F8-02AC-3B5E515D15CA}"/>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8F95DC0-B788-9A44-835C-BDE9DE0650A5}" type="slidenum">
              <a:rPr lang="en-US" altLang="en-US" sz="1400"/>
              <a:pPr>
                <a:spcBef>
                  <a:spcPct val="0"/>
                </a:spcBef>
                <a:buFontTx/>
                <a:buNone/>
              </a:pPr>
              <a:t>46</a:t>
            </a:fld>
            <a:endParaRPr lang="en-US" altLang="en-US" sz="14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7" name="Rectangle 2">
            <a:extLst>
              <a:ext uri="{FF2B5EF4-FFF2-40B4-BE49-F238E27FC236}">
                <a16:creationId xmlns:a16="http://schemas.microsoft.com/office/drawing/2014/main" id="{2A95AFF1-CAE0-F9DE-A9D0-825BD71AE7B5}"/>
              </a:ext>
            </a:extLst>
          </p:cNvPr>
          <p:cNvSpPr>
            <a:spLocks noGrp="1" noChangeArrowheads="1"/>
          </p:cNvSpPr>
          <p:nvPr>
            <p:ph type="title"/>
          </p:nvPr>
        </p:nvSpPr>
        <p:spPr/>
        <p:txBody>
          <a:bodyPr/>
          <a:lstStyle/>
          <a:p>
            <a:pPr eaLnBrk="1" hangingPunct="1">
              <a:defRPr/>
            </a:pPr>
            <a:r>
              <a:rPr lang="en-US" dirty="0"/>
              <a:t>Class Exercise</a:t>
            </a:r>
          </a:p>
        </p:txBody>
      </p:sp>
      <p:sp>
        <p:nvSpPr>
          <p:cNvPr id="62467" name="Rectangle 3">
            <a:extLst>
              <a:ext uri="{FF2B5EF4-FFF2-40B4-BE49-F238E27FC236}">
                <a16:creationId xmlns:a16="http://schemas.microsoft.com/office/drawing/2014/main" id="{AC7B32C6-0807-5FB0-C6B1-17046D7403AF}"/>
              </a:ext>
            </a:extLst>
          </p:cNvPr>
          <p:cNvSpPr>
            <a:spLocks noGrp="1" noChangeArrowheads="1"/>
          </p:cNvSpPr>
          <p:nvPr>
            <p:ph idx="1"/>
          </p:nvPr>
        </p:nvSpPr>
        <p:spPr/>
        <p:txBody>
          <a:bodyPr/>
          <a:lstStyle/>
          <a:p>
            <a:pPr eaLnBrk="1" hangingPunct="1"/>
            <a:r>
              <a:rPr lang="en-US" altLang="en-US"/>
              <a:t>An application has  5 simple inputs, 4 complex inputs, 30 average outputs, 5 simple queries, 10 average master files and 8 complex interfaces. The degree of influence is 50.  Calculate the number of unadjusted function points and the number of function points.</a:t>
            </a:r>
          </a:p>
        </p:txBody>
      </p:sp>
      <p:sp>
        <p:nvSpPr>
          <p:cNvPr id="62468" name="Date Placeholder 3">
            <a:extLst>
              <a:ext uri="{FF2B5EF4-FFF2-40B4-BE49-F238E27FC236}">
                <a16:creationId xmlns:a16="http://schemas.microsoft.com/office/drawing/2014/main" id="{43F7306F-C8FD-8A1C-E276-CD16F84125DF}"/>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a:latin typeface="Arial" panose="020B0604020202020204" pitchFamily="34" charset="0"/>
              </a:rPr>
              <a:t> </a:t>
            </a:r>
          </a:p>
        </p:txBody>
      </p:sp>
      <p:sp>
        <p:nvSpPr>
          <p:cNvPr id="62469" name="Slide Number Placeholder 1">
            <a:extLst>
              <a:ext uri="{FF2B5EF4-FFF2-40B4-BE49-F238E27FC236}">
                <a16:creationId xmlns:a16="http://schemas.microsoft.com/office/drawing/2014/main" id="{C332CE61-FD64-3BFF-3C1C-16B28D2F723E}"/>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AD19EEF-9537-7B4E-8EF4-FA2EE0497920}" type="slidenum">
              <a:rPr lang="en-US" altLang="en-US" sz="1400"/>
              <a:pPr>
                <a:spcBef>
                  <a:spcPct val="0"/>
                </a:spcBef>
                <a:buFontTx/>
                <a:buNone/>
              </a:pPr>
              <a:t>47</a:t>
            </a:fld>
            <a:endParaRPr lang="en-US" altLang="en-US" sz="14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Date Placeholder 3">
            <a:extLst>
              <a:ext uri="{FF2B5EF4-FFF2-40B4-BE49-F238E27FC236}">
                <a16:creationId xmlns:a16="http://schemas.microsoft.com/office/drawing/2014/main" id="{205EF53E-9C20-B528-0506-36F9A2FDD8BE}"/>
              </a:ext>
            </a:extLst>
          </p:cNvPr>
          <p:cNvSpPr>
            <a:spLocks noGrp="1"/>
          </p:cNvSpPr>
          <p:nvPr>
            <p:ph type="dt" sz="quarter" idx="10"/>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tr-TR" sz="1400"/>
              <a:t>26/12/2016</a:t>
            </a:r>
          </a:p>
        </p:txBody>
      </p:sp>
      <p:sp>
        <p:nvSpPr>
          <p:cNvPr id="63491" name="Footer Placeholder 4">
            <a:extLst>
              <a:ext uri="{FF2B5EF4-FFF2-40B4-BE49-F238E27FC236}">
                <a16:creationId xmlns:a16="http://schemas.microsoft.com/office/drawing/2014/main" id="{569453A5-643F-9616-6B23-71CC77777028}"/>
              </a:ext>
            </a:extLst>
          </p:cNvPr>
          <p:cNvSpPr>
            <a:spLocks noGrp="1"/>
          </p:cNvSpPr>
          <p:nvPr>
            <p:ph type="ftr" sz="quarter" idx="11"/>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tr-TR" sz="1400"/>
          </a:p>
        </p:txBody>
      </p:sp>
      <p:sp>
        <p:nvSpPr>
          <p:cNvPr id="63492" name="Slide Number Placeholder 5">
            <a:extLst>
              <a:ext uri="{FF2B5EF4-FFF2-40B4-BE49-F238E27FC236}">
                <a16:creationId xmlns:a16="http://schemas.microsoft.com/office/drawing/2014/main" id="{9C5505B4-ABE3-ADFC-C3D7-F3D35C49F41C}"/>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7A05855-513B-C446-B57A-C4DA16C91DB3}" type="slidenum">
              <a:rPr lang="en-US" altLang="tr-TR" sz="1400"/>
              <a:pPr>
                <a:spcBef>
                  <a:spcPct val="0"/>
                </a:spcBef>
                <a:buFontTx/>
                <a:buNone/>
              </a:pPr>
              <a:t>48</a:t>
            </a:fld>
            <a:endParaRPr lang="en-US" altLang="tr-TR" sz="1400"/>
          </a:p>
        </p:txBody>
      </p:sp>
      <p:sp>
        <p:nvSpPr>
          <p:cNvPr id="2" name="Rectangle 2">
            <a:extLst>
              <a:ext uri="{FF2B5EF4-FFF2-40B4-BE49-F238E27FC236}">
                <a16:creationId xmlns:a16="http://schemas.microsoft.com/office/drawing/2014/main" id="{E7460315-F979-2F65-9B90-2BD85A2E5B71}"/>
              </a:ext>
            </a:extLst>
          </p:cNvPr>
          <p:cNvSpPr>
            <a:spLocks noGrp="1" noChangeArrowheads="1"/>
          </p:cNvSpPr>
          <p:nvPr>
            <p:ph type="title"/>
          </p:nvPr>
        </p:nvSpPr>
        <p:spPr/>
        <p:txBody>
          <a:bodyPr/>
          <a:lstStyle/>
          <a:p>
            <a:pPr>
              <a:defRPr/>
            </a:pPr>
            <a:r>
              <a:rPr lang="en-US" dirty="0"/>
              <a:t>Class Exercise</a:t>
            </a:r>
            <a:endParaRPr lang="en-US" altLang="tr-TR" dirty="0"/>
          </a:p>
        </p:txBody>
      </p:sp>
      <p:sp>
        <p:nvSpPr>
          <p:cNvPr id="63494" name="Rectangle 3">
            <a:extLst>
              <a:ext uri="{FF2B5EF4-FFF2-40B4-BE49-F238E27FC236}">
                <a16:creationId xmlns:a16="http://schemas.microsoft.com/office/drawing/2014/main" id="{23D99205-220B-155C-0CDF-60CF086A36CD}"/>
              </a:ext>
            </a:extLst>
          </p:cNvPr>
          <p:cNvSpPr>
            <a:spLocks noGrp="1" noChangeArrowheads="1"/>
          </p:cNvSpPr>
          <p:nvPr>
            <p:ph type="body" idx="1"/>
          </p:nvPr>
        </p:nvSpPr>
        <p:spPr/>
        <p:txBody>
          <a:bodyPr/>
          <a:lstStyle/>
          <a:p>
            <a:endParaRPr lang="tr-TR" altLang="tr-TR"/>
          </a:p>
        </p:txBody>
      </p:sp>
      <p:graphicFrame>
        <p:nvGraphicFramePr>
          <p:cNvPr id="63495" name="Object 4">
            <a:extLst>
              <a:ext uri="{FF2B5EF4-FFF2-40B4-BE49-F238E27FC236}">
                <a16:creationId xmlns:a16="http://schemas.microsoft.com/office/drawing/2014/main" id="{75754297-0051-2D37-29C5-F828E8BA35BD}"/>
              </a:ext>
            </a:extLst>
          </p:cNvPr>
          <p:cNvGraphicFramePr>
            <a:graphicFrameLocks noChangeAspect="1"/>
          </p:cNvGraphicFramePr>
          <p:nvPr/>
        </p:nvGraphicFramePr>
        <p:xfrm>
          <a:off x="685800" y="1524000"/>
          <a:ext cx="7086600" cy="4733925"/>
        </p:xfrm>
        <a:graphic>
          <a:graphicData uri="http://schemas.openxmlformats.org/presentationml/2006/ole">
            <mc:AlternateContent xmlns:mc="http://schemas.openxmlformats.org/markup-compatibility/2006">
              <mc:Choice xmlns:v="urn:schemas-microsoft-com:vml" Requires="v">
                <p:oleObj name="Bitmap Image" r:id="rId2" imgW="3600450" imgH="2406650" progId="Paint.Picture">
                  <p:embed/>
                </p:oleObj>
              </mc:Choice>
              <mc:Fallback>
                <p:oleObj name="Bitmap Image" r:id="rId2" imgW="3600450" imgH="2406650" progId="Paint.Picture">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524000"/>
                        <a:ext cx="7086600" cy="4733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Date Placeholder 3">
            <a:extLst>
              <a:ext uri="{FF2B5EF4-FFF2-40B4-BE49-F238E27FC236}">
                <a16:creationId xmlns:a16="http://schemas.microsoft.com/office/drawing/2014/main" id="{2277DB65-A3B0-522F-B957-561601E9AC17}"/>
              </a:ext>
            </a:extLst>
          </p:cNvPr>
          <p:cNvSpPr>
            <a:spLocks noGrp="1"/>
          </p:cNvSpPr>
          <p:nvPr>
            <p:ph type="dt" sz="quarter" idx="10"/>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tr-TR" sz="1400"/>
              <a:t>26/12/2016</a:t>
            </a:r>
          </a:p>
        </p:txBody>
      </p:sp>
      <p:sp>
        <p:nvSpPr>
          <p:cNvPr id="64515" name="Footer Placeholder 4">
            <a:extLst>
              <a:ext uri="{FF2B5EF4-FFF2-40B4-BE49-F238E27FC236}">
                <a16:creationId xmlns:a16="http://schemas.microsoft.com/office/drawing/2014/main" id="{D606DD95-0997-4007-1A04-270DCA0789F7}"/>
              </a:ext>
            </a:extLst>
          </p:cNvPr>
          <p:cNvSpPr>
            <a:spLocks noGrp="1"/>
          </p:cNvSpPr>
          <p:nvPr>
            <p:ph type="ftr" sz="quarter" idx="11"/>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tr-TR" sz="1400"/>
          </a:p>
        </p:txBody>
      </p:sp>
      <p:sp>
        <p:nvSpPr>
          <p:cNvPr id="64516" name="Slide Number Placeholder 5">
            <a:extLst>
              <a:ext uri="{FF2B5EF4-FFF2-40B4-BE49-F238E27FC236}">
                <a16:creationId xmlns:a16="http://schemas.microsoft.com/office/drawing/2014/main" id="{95430447-15B0-4765-67D2-D05F48D6466C}"/>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D34992F-60B6-6C4C-9B48-C4E59535AD12}" type="slidenum">
              <a:rPr lang="en-US" altLang="tr-TR" sz="1400"/>
              <a:pPr>
                <a:spcBef>
                  <a:spcPct val="0"/>
                </a:spcBef>
                <a:buFontTx/>
                <a:buNone/>
              </a:pPr>
              <a:t>49</a:t>
            </a:fld>
            <a:endParaRPr lang="en-US" altLang="tr-TR" sz="1400"/>
          </a:p>
        </p:txBody>
      </p:sp>
      <p:sp>
        <p:nvSpPr>
          <p:cNvPr id="2" name="Rectangle 2">
            <a:extLst>
              <a:ext uri="{FF2B5EF4-FFF2-40B4-BE49-F238E27FC236}">
                <a16:creationId xmlns:a16="http://schemas.microsoft.com/office/drawing/2014/main" id="{9E3ED27C-549F-CA36-A02E-E741994CC42B}"/>
              </a:ext>
            </a:extLst>
          </p:cNvPr>
          <p:cNvSpPr>
            <a:spLocks noGrp="1" noChangeArrowheads="1"/>
          </p:cNvSpPr>
          <p:nvPr>
            <p:ph type="title"/>
          </p:nvPr>
        </p:nvSpPr>
        <p:spPr/>
        <p:txBody>
          <a:bodyPr/>
          <a:lstStyle/>
          <a:p>
            <a:pPr>
              <a:defRPr/>
            </a:pPr>
            <a:r>
              <a:rPr lang="tr-TR" altLang="tr-TR" dirty="0"/>
              <a:t>Solution</a:t>
            </a:r>
            <a:endParaRPr lang="en-US" altLang="tr-TR" dirty="0"/>
          </a:p>
        </p:txBody>
      </p:sp>
      <p:sp>
        <p:nvSpPr>
          <p:cNvPr id="64518" name="Rectangle 3">
            <a:extLst>
              <a:ext uri="{FF2B5EF4-FFF2-40B4-BE49-F238E27FC236}">
                <a16:creationId xmlns:a16="http://schemas.microsoft.com/office/drawing/2014/main" id="{84DD4676-0086-9376-A7E6-94C1588B9E77}"/>
              </a:ext>
            </a:extLst>
          </p:cNvPr>
          <p:cNvSpPr>
            <a:spLocks noGrp="1" noChangeArrowheads="1"/>
          </p:cNvSpPr>
          <p:nvPr>
            <p:ph type="body" idx="1"/>
          </p:nvPr>
        </p:nvSpPr>
        <p:spPr/>
        <p:txBody>
          <a:bodyPr/>
          <a:lstStyle/>
          <a:p>
            <a:endParaRPr lang="tr-TR" altLang="tr-TR"/>
          </a:p>
        </p:txBody>
      </p:sp>
      <p:graphicFrame>
        <p:nvGraphicFramePr>
          <p:cNvPr id="64519" name="Object 4">
            <a:extLst>
              <a:ext uri="{FF2B5EF4-FFF2-40B4-BE49-F238E27FC236}">
                <a16:creationId xmlns:a16="http://schemas.microsoft.com/office/drawing/2014/main" id="{81B1EE19-BD02-98F5-3EDB-CE84AA11B526}"/>
              </a:ext>
            </a:extLst>
          </p:cNvPr>
          <p:cNvGraphicFramePr>
            <a:graphicFrameLocks noChangeAspect="1"/>
          </p:cNvGraphicFramePr>
          <p:nvPr/>
        </p:nvGraphicFramePr>
        <p:xfrm>
          <a:off x="609600" y="1905000"/>
          <a:ext cx="7924800" cy="4340225"/>
        </p:xfrm>
        <a:graphic>
          <a:graphicData uri="http://schemas.openxmlformats.org/presentationml/2006/ole">
            <mc:AlternateContent xmlns:mc="http://schemas.openxmlformats.org/markup-compatibility/2006">
              <mc:Choice xmlns:v="urn:schemas-microsoft-com:vml" Requires="v">
                <p:oleObj name="Bitmap Image" r:id="rId2" imgW="3397250" imgH="1860550" progId="Paint.Picture">
                  <p:embed/>
                </p:oleObj>
              </mc:Choice>
              <mc:Fallback>
                <p:oleObj name="Bitmap Image" r:id="rId2" imgW="3397250" imgH="1860550" progId="Paint.Picture">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905000"/>
                        <a:ext cx="7924800" cy="434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Date Placeholder 4">
            <a:extLst>
              <a:ext uri="{FF2B5EF4-FFF2-40B4-BE49-F238E27FC236}">
                <a16:creationId xmlns:a16="http://schemas.microsoft.com/office/drawing/2014/main" id="{1CAB50CA-A093-D2E5-F454-31B581C1FF0F}"/>
              </a:ext>
            </a:extLst>
          </p:cNvPr>
          <p:cNvSpPr>
            <a:spLocks noGrp="1"/>
          </p:cNvSpPr>
          <p:nvPr>
            <p:ph type="dt" sz="quarter" idx="10"/>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tr-TR" sz="1400"/>
              <a:t>26/12/2016</a:t>
            </a:r>
          </a:p>
        </p:txBody>
      </p:sp>
      <p:sp>
        <p:nvSpPr>
          <p:cNvPr id="65539" name="Footer Placeholder 5">
            <a:extLst>
              <a:ext uri="{FF2B5EF4-FFF2-40B4-BE49-F238E27FC236}">
                <a16:creationId xmlns:a16="http://schemas.microsoft.com/office/drawing/2014/main" id="{2101BD43-0D15-9BCF-8B26-47714E1A139B}"/>
              </a:ext>
            </a:extLst>
          </p:cNvPr>
          <p:cNvSpPr>
            <a:spLocks noGrp="1"/>
          </p:cNvSpPr>
          <p:nvPr>
            <p:ph type="ftr" sz="quarter" idx="11"/>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tr-TR" sz="1400"/>
          </a:p>
        </p:txBody>
      </p:sp>
      <p:sp>
        <p:nvSpPr>
          <p:cNvPr id="65540" name="Slide Number Placeholder 6">
            <a:extLst>
              <a:ext uri="{FF2B5EF4-FFF2-40B4-BE49-F238E27FC236}">
                <a16:creationId xmlns:a16="http://schemas.microsoft.com/office/drawing/2014/main" id="{0CE25F86-C0B6-5403-91E3-A485E5D20AD4}"/>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BF7D2EA2-AD25-F04E-8BF7-61BA0EBE7C55}" type="slidenum">
              <a:rPr lang="en-US" altLang="tr-TR" sz="1400"/>
              <a:pPr>
                <a:spcBef>
                  <a:spcPct val="0"/>
                </a:spcBef>
                <a:buFontTx/>
                <a:buNone/>
              </a:pPr>
              <a:t>50</a:t>
            </a:fld>
            <a:endParaRPr lang="en-US" altLang="tr-TR" sz="1400"/>
          </a:p>
        </p:txBody>
      </p:sp>
      <p:sp>
        <p:nvSpPr>
          <p:cNvPr id="2" name="Rectangle 2">
            <a:extLst>
              <a:ext uri="{FF2B5EF4-FFF2-40B4-BE49-F238E27FC236}">
                <a16:creationId xmlns:a16="http://schemas.microsoft.com/office/drawing/2014/main" id="{4ACA88A7-E884-5657-0703-E2DEE81F1E13}"/>
              </a:ext>
            </a:extLst>
          </p:cNvPr>
          <p:cNvSpPr>
            <a:spLocks noGrp="1" noChangeArrowheads="1"/>
          </p:cNvSpPr>
          <p:nvPr>
            <p:ph type="title"/>
          </p:nvPr>
        </p:nvSpPr>
        <p:spPr/>
        <p:txBody>
          <a:bodyPr/>
          <a:lstStyle/>
          <a:p>
            <a:pPr>
              <a:defRPr/>
            </a:pPr>
            <a:r>
              <a:rPr lang="tr-TR" altLang="tr-TR" dirty="0"/>
              <a:t>Solution</a:t>
            </a:r>
            <a:endParaRPr lang="en-US" altLang="tr-TR" dirty="0"/>
          </a:p>
        </p:txBody>
      </p:sp>
      <p:sp>
        <p:nvSpPr>
          <p:cNvPr id="65542" name="Rectangle 5">
            <a:extLst>
              <a:ext uri="{FF2B5EF4-FFF2-40B4-BE49-F238E27FC236}">
                <a16:creationId xmlns:a16="http://schemas.microsoft.com/office/drawing/2014/main" id="{9F2C454B-8602-8BBE-2F6F-5887A8B4AFE3}"/>
              </a:ext>
            </a:extLst>
          </p:cNvPr>
          <p:cNvSpPr>
            <a:spLocks noGrp="1" noChangeArrowheads="1"/>
          </p:cNvSpPr>
          <p:nvPr>
            <p:ph type="body" idx="1"/>
          </p:nvPr>
        </p:nvSpPr>
        <p:spPr>
          <a:xfrm>
            <a:off x="685800" y="1981200"/>
            <a:ext cx="7772400" cy="4114800"/>
          </a:xfrm>
          <a:noFill/>
        </p:spPr>
        <p:txBody>
          <a:bodyPr/>
          <a:lstStyle/>
          <a:p>
            <a:pPr lvl="2"/>
            <a:r>
              <a:rPr lang="en-US" altLang="tr-TR" sz="2000" b="1" u="sng">
                <a:latin typeface="Arial" panose="020B0604020202020204" pitchFamily="34" charset="0"/>
              </a:rPr>
              <a:t>Technical Complexity Factors:</a:t>
            </a:r>
            <a:endParaRPr lang="en-US" altLang="tr-TR" b="1" u="sng">
              <a:latin typeface="Arial" panose="020B0604020202020204" pitchFamily="34" charset="0"/>
            </a:endParaRPr>
          </a:p>
          <a:p>
            <a:pPr lvl="3"/>
            <a:r>
              <a:rPr lang="en-US" altLang="tr-TR" sz="1400" b="1">
                <a:latin typeface="Arial" panose="020B0604020202020204" pitchFamily="34" charset="0"/>
                <a:cs typeface="Times New Roman" panose="02020603050405020304" pitchFamily="18" charset="0"/>
              </a:rPr>
              <a:t>1.		</a:t>
            </a:r>
            <a:r>
              <a:rPr lang="en-US" altLang="tr-TR" sz="1400" b="1">
                <a:latin typeface="Arial" panose="020B0604020202020204" pitchFamily="34" charset="0"/>
              </a:rPr>
              <a:t>Data Communication		3</a:t>
            </a:r>
          </a:p>
          <a:p>
            <a:pPr lvl="3"/>
            <a:r>
              <a:rPr lang="en-US" altLang="tr-TR" sz="1400" b="1">
                <a:latin typeface="Arial" panose="020B0604020202020204" pitchFamily="34" charset="0"/>
                <a:cs typeface="Times New Roman" panose="02020603050405020304" pitchFamily="18" charset="0"/>
              </a:rPr>
              <a:t>2.		</a:t>
            </a:r>
            <a:r>
              <a:rPr lang="en-US" altLang="tr-TR" sz="1400" b="1">
                <a:latin typeface="Arial" panose="020B0604020202020204" pitchFamily="34" charset="0"/>
              </a:rPr>
              <a:t>Distributed Data Processing	0</a:t>
            </a:r>
          </a:p>
          <a:p>
            <a:pPr lvl="3"/>
            <a:r>
              <a:rPr lang="en-US" altLang="tr-TR" sz="1400" b="1">
                <a:latin typeface="Arial" panose="020B0604020202020204" pitchFamily="34" charset="0"/>
                <a:cs typeface="Times New Roman" panose="02020603050405020304" pitchFamily="18" charset="0"/>
              </a:rPr>
              <a:t>3.		</a:t>
            </a:r>
            <a:r>
              <a:rPr lang="en-US" altLang="tr-TR" sz="1400" b="1">
                <a:latin typeface="Arial" panose="020B0604020202020204" pitchFamily="34" charset="0"/>
              </a:rPr>
              <a:t>Performance Criteria		4</a:t>
            </a:r>
          </a:p>
          <a:p>
            <a:pPr lvl="3"/>
            <a:r>
              <a:rPr lang="en-US" altLang="tr-TR" sz="1400" b="1">
                <a:latin typeface="Arial" panose="020B0604020202020204" pitchFamily="34" charset="0"/>
                <a:cs typeface="Times New Roman" panose="02020603050405020304" pitchFamily="18" charset="0"/>
              </a:rPr>
              <a:t>4.		</a:t>
            </a:r>
            <a:r>
              <a:rPr lang="en-US" altLang="tr-TR" sz="1400" b="1">
                <a:latin typeface="Arial" panose="020B0604020202020204" pitchFamily="34" charset="0"/>
              </a:rPr>
              <a:t>Heavily Utilized Hardware	0</a:t>
            </a:r>
          </a:p>
          <a:p>
            <a:pPr lvl="3"/>
            <a:r>
              <a:rPr lang="en-US" altLang="tr-TR" sz="1400" b="1">
                <a:latin typeface="Arial" panose="020B0604020202020204" pitchFamily="34" charset="0"/>
                <a:cs typeface="Times New Roman" panose="02020603050405020304" pitchFamily="18" charset="0"/>
              </a:rPr>
              <a:t>5.		</a:t>
            </a:r>
            <a:r>
              <a:rPr lang="en-US" altLang="tr-TR" sz="1400" b="1">
                <a:latin typeface="Arial" panose="020B0604020202020204" pitchFamily="34" charset="0"/>
              </a:rPr>
              <a:t>High Transaction Rates	3</a:t>
            </a:r>
          </a:p>
          <a:p>
            <a:pPr lvl="3"/>
            <a:r>
              <a:rPr lang="en-US" altLang="tr-TR" sz="1400" b="1">
                <a:latin typeface="Arial" panose="020B0604020202020204" pitchFamily="34" charset="0"/>
                <a:cs typeface="Times New Roman" panose="02020603050405020304" pitchFamily="18" charset="0"/>
              </a:rPr>
              <a:t>6.		</a:t>
            </a:r>
            <a:r>
              <a:rPr lang="en-US" altLang="tr-TR" sz="1400" b="1">
                <a:latin typeface="Arial" panose="020B0604020202020204" pitchFamily="34" charset="0"/>
              </a:rPr>
              <a:t>Online Data Entry		3</a:t>
            </a:r>
          </a:p>
          <a:p>
            <a:pPr lvl="3"/>
            <a:r>
              <a:rPr lang="en-US" altLang="tr-TR" sz="1400" b="1">
                <a:latin typeface="Arial" panose="020B0604020202020204" pitchFamily="34" charset="0"/>
                <a:cs typeface="Times New Roman" panose="02020603050405020304" pitchFamily="18" charset="0"/>
              </a:rPr>
              <a:t>7.		</a:t>
            </a:r>
            <a:r>
              <a:rPr lang="en-US" altLang="tr-TR" sz="1400" b="1">
                <a:latin typeface="Arial" panose="020B0604020202020204" pitchFamily="34" charset="0"/>
              </a:rPr>
              <a:t>Online Updating		3</a:t>
            </a:r>
          </a:p>
          <a:p>
            <a:pPr lvl="3"/>
            <a:r>
              <a:rPr lang="en-US" altLang="tr-TR" sz="1400" b="1">
                <a:latin typeface="Arial" panose="020B0604020202020204" pitchFamily="34" charset="0"/>
                <a:cs typeface="Times New Roman" panose="02020603050405020304" pitchFamily="18" charset="0"/>
              </a:rPr>
              <a:t>8.		</a:t>
            </a:r>
            <a:r>
              <a:rPr lang="en-US" altLang="tr-TR" sz="1400" b="1">
                <a:latin typeface="Arial" panose="020B0604020202020204" pitchFamily="34" charset="0"/>
              </a:rPr>
              <a:t>End-user Efficiency		3</a:t>
            </a:r>
          </a:p>
          <a:p>
            <a:pPr lvl="3"/>
            <a:r>
              <a:rPr lang="en-US" altLang="tr-TR" sz="1400" b="1">
                <a:latin typeface="Arial" panose="020B0604020202020204" pitchFamily="34" charset="0"/>
                <a:cs typeface="Times New Roman" panose="02020603050405020304" pitchFamily="18" charset="0"/>
              </a:rPr>
              <a:t>9.		</a:t>
            </a:r>
            <a:r>
              <a:rPr lang="en-US" altLang="tr-TR" sz="1400" b="1">
                <a:latin typeface="Arial" panose="020B0604020202020204" pitchFamily="34" charset="0"/>
              </a:rPr>
              <a:t>Complex Computations	0</a:t>
            </a:r>
          </a:p>
          <a:p>
            <a:pPr lvl="3"/>
            <a:r>
              <a:rPr lang="en-US" altLang="tr-TR" sz="1400" b="1">
                <a:latin typeface="Arial" panose="020B0604020202020204" pitchFamily="34" charset="0"/>
                <a:cs typeface="Times New Roman" panose="02020603050405020304" pitchFamily="18" charset="0"/>
              </a:rPr>
              <a:t>10.	</a:t>
            </a:r>
            <a:r>
              <a:rPr lang="en-US" altLang="tr-TR" sz="1400" b="1">
                <a:latin typeface="Arial" panose="020B0604020202020204" pitchFamily="34" charset="0"/>
              </a:rPr>
              <a:t>Reusability		3</a:t>
            </a:r>
          </a:p>
          <a:p>
            <a:pPr lvl="3"/>
            <a:r>
              <a:rPr lang="en-US" altLang="tr-TR" sz="1400" b="1">
                <a:latin typeface="Arial" panose="020B0604020202020204" pitchFamily="34" charset="0"/>
                <a:cs typeface="Times New Roman" panose="02020603050405020304" pitchFamily="18" charset="0"/>
              </a:rPr>
              <a:t>11.	</a:t>
            </a:r>
            <a:r>
              <a:rPr lang="en-US" altLang="tr-TR" sz="1400" b="1">
                <a:latin typeface="Arial" panose="020B0604020202020204" pitchFamily="34" charset="0"/>
              </a:rPr>
              <a:t>Ease of Installation		3</a:t>
            </a:r>
          </a:p>
          <a:p>
            <a:pPr lvl="3"/>
            <a:r>
              <a:rPr lang="en-US" altLang="tr-TR" sz="1400" b="1">
                <a:latin typeface="Arial" panose="020B0604020202020204" pitchFamily="34" charset="0"/>
                <a:cs typeface="Times New Roman" panose="02020603050405020304" pitchFamily="18" charset="0"/>
              </a:rPr>
              <a:t>12.	</a:t>
            </a:r>
            <a:r>
              <a:rPr lang="en-US" altLang="tr-TR" sz="1400" b="1">
                <a:latin typeface="Arial" panose="020B0604020202020204" pitchFamily="34" charset="0"/>
              </a:rPr>
              <a:t>Ease of Operation		5</a:t>
            </a:r>
          </a:p>
          <a:p>
            <a:pPr lvl="3"/>
            <a:r>
              <a:rPr lang="en-US" altLang="tr-TR" sz="1400" b="1">
                <a:latin typeface="Arial" panose="020B0604020202020204" pitchFamily="34" charset="0"/>
                <a:cs typeface="Times New Roman" panose="02020603050405020304" pitchFamily="18" charset="0"/>
              </a:rPr>
              <a:t>13.	</a:t>
            </a:r>
            <a:r>
              <a:rPr lang="en-US" altLang="tr-TR" sz="1400" b="1">
                <a:latin typeface="Arial" panose="020B0604020202020204" pitchFamily="34" charset="0"/>
              </a:rPr>
              <a:t>Portability			3</a:t>
            </a:r>
          </a:p>
          <a:p>
            <a:pPr lvl="3"/>
            <a:r>
              <a:rPr lang="en-US" altLang="tr-TR" sz="1400" b="1">
                <a:latin typeface="Arial" panose="020B0604020202020204" pitchFamily="34" charset="0"/>
                <a:cs typeface="Times New Roman" panose="02020603050405020304" pitchFamily="18" charset="0"/>
              </a:rPr>
              <a:t>14.	</a:t>
            </a:r>
            <a:r>
              <a:rPr lang="en-US" altLang="tr-TR" sz="1400" b="1">
                <a:latin typeface="Arial" panose="020B0604020202020204" pitchFamily="34" charset="0"/>
              </a:rPr>
              <a:t>Maintainability		3</a:t>
            </a:r>
          </a:p>
          <a:p>
            <a:pPr lvl="4"/>
            <a:r>
              <a:rPr lang="en-US" altLang="tr-TR" sz="1800" b="1"/>
              <a:t>DI =30	(Degree of Influence)</a:t>
            </a:r>
            <a:endParaRPr lang="en-US" altLang="tr-TR" sz="180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Date Placeholder 3">
            <a:extLst>
              <a:ext uri="{FF2B5EF4-FFF2-40B4-BE49-F238E27FC236}">
                <a16:creationId xmlns:a16="http://schemas.microsoft.com/office/drawing/2014/main" id="{5AB52BDB-6B6E-3E03-F996-C5C142827399}"/>
              </a:ext>
            </a:extLst>
          </p:cNvPr>
          <p:cNvSpPr>
            <a:spLocks noGrp="1"/>
          </p:cNvSpPr>
          <p:nvPr>
            <p:ph type="dt" sz="quarter" idx="10"/>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tr-TR" sz="1400"/>
              <a:t>26/12/2016</a:t>
            </a:r>
          </a:p>
        </p:txBody>
      </p:sp>
      <p:sp>
        <p:nvSpPr>
          <p:cNvPr id="66563" name="Footer Placeholder 4">
            <a:extLst>
              <a:ext uri="{FF2B5EF4-FFF2-40B4-BE49-F238E27FC236}">
                <a16:creationId xmlns:a16="http://schemas.microsoft.com/office/drawing/2014/main" id="{1AEA3599-2857-58A6-C302-11A440402EB7}"/>
              </a:ext>
            </a:extLst>
          </p:cNvPr>
          <p:cNvSpPr>
            <a:spLocks noGrp="1"/>
          </p:cNvSpPr>
          <p:nvPr>
            <p:ph type="ftr" sz="quarter" idx="11"/>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tr-TR" sz="1400"/>
          </a:p>
        </p:txBody>
      </p:sp>
      <p:sp>
        <p:nvSpPr>
          <p:cNvPr id="66564" name="Slide Number Placeholder 5">
            <a:extLst>
              <a:ext uri="{FF2B5EF4-FFF2-40B4-BE49-F238E27FC236}">
                <a16:creationId xmlns:a16="http://schemas.microsoft.com/office/drawing/2014/main" id="{0AE9BF52-D868-CBFA-4489-3782488D3E77}"/>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691A4EEC-E961-934E-A6CE-60F888235125}" type="slidenum">
              <a:rPr lang="en-US" altLang="tr-TR" sz="1400"/>
              <a:pPr>
                <a:spcBef>
                  <a:spcPct val="0"/>
                </a:spcBef>
                <a:buFontTx/>
                <a:buNone/>
              </a:pPr>
              <a:t>51</a:t>
            </a:fld>
            <a:endParaRPr lang="en-US" altLang="tr-TR" sz="1400"/>
          </a:p>
        </p:txBody>
      </p:sp>
      <p:sp>
        <p:nvSpPr>
          <p:cNvPr id="2" name="Rectangle 2">
            <a:extLst>
              <a:ext uri="{FF2B5EF4-FFF2-40B4-BE49-F238E27FC236}">
                <a16:creationId xmlns:a16="http://schemas.microsoft.com/office/drawing/2014/main" id="{4906DE49-B597-BD6D-0975-C326E4E5958D}"/>
              </a:ext>
            </a:extLst>
          </p:cNvPr>
          <p:cNvSpPr>
            <a:spLocks noGrp="1" noChangeArrowheads="1"/>
          </p:cNvSpPr>
          <p:nvPr>
            <p:ph type="title"/>
          </p:nvPr>
        </p:nvSpPr>
        <p:spPr/>
        <p:txBody>
          <a:bodyPr/>
          <a:lstStyle/>
          <a:p>
            <a:pPr>
              <a:defRPr/>
            </a:pPr>
            <a:r>
              <a:rPr lang="tr-TR" altLang="tr-TR" dirty="0"/>
              <a:t>Solution</a:t>
            </a:r>
            <a:endParaRPr lang="en-US" altLang="tr-TR" dirty="0"/>
          </a:p>
        </p:txBody>
      </p:sp>
      <p:sp>
        <p:nvSpPr>
          <p:cNvPr id="66566" name="Rectangle 3">
            <a:extLst>
              <a:ext uri="{FF2B5EF4-FFF2-40B4-BE49-F238E27FC236}">
                <a16:creationId xmlns:a16="http://schemas.microsoft.com/office/drawing/2014/main" id="{5126731C-4382-A476-E013-8333B6D3AD50}"/>
              </a:ext>
            </a:extLst>
          </p:cNvPr>
          <p:cNvSpPr>
            <a:spLocks noGrp="1" noChangeArrowheads="1"/>
          </p:cNvSpPr>
          <p:nvPr>
            <p:ph type="body" idx="1"/>
          </p:nvPr>
        </p:nvSpPr>
        <p:spPr/>
        <p:txBody>
          <a:bodyPr/>
          <a:lstStyle/>
          <a:p>
            <a:r>
              <a:rPr lang="en-US" altLang="tr-TR"/>
              <a:t>Function Points</a:t>
            </a:r>
          </a:p>
          <a:p>
            <a:pPr lvl="1"/>
            <a:r>
              <a:rPr lang="en-US" altLang="tr-TR"/>
              <a:t>FP=UFP*(0.65+0.01*DI)= 55*(0.65+0.01*30)=52.25</a:t>
            </a:r>
          </a:p>
          <a:p>
            <a:pPr lvl="1"/>
            <a:endParaRPr lang="en-US" altLang="tr-TR"/>
          </a:p>
          <a:p>
            <a:pPr lvl="1"/>
            <a:r>
              <a:rPr lang="en-US" altLang="tr-TR"/>
              <a:t>That means  </a:t>
            </a:r>
            <a:r>
              <a:rPr lang="en-US" altLang="tr-TR" b="1"/>
              <a:t>FP=52.25</a:t>
            </a:r>
            <a:endParaRPr lang="en-US" altLang="tr-T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Date Placeholder 3">
            <a:extLst>
              <a:ext uri="{FF2B5EF4-FFF2-40B4-BE49-F238E27FC236}">
                <a16:creationId xmlns:a16="http://schemas.microsoft.com/office/drawing/2014/main" id="{C5E672B0-2235-1FE2-0120-0E50EA44A8BC}"/>
              </a:ext>
            </a:extLst>
          </p:cNvPr>
          <p:cNvSpPr>
            <a:spLocks noGrp="1"/>
          </p:cNvSpPr>
          <p:nvPr>
            <p:ph type="dt" sz="quarter" idx="10"/>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tr-TR" sz="1400"/>
              <a:t>26/12/2016</a:t>
            </a:r>
          </a:p>
        </p:txBody>
      </p:sp>
      <p:sp>
        <p:nvSpPr>
          <p:cNvPr id="67587" name="Footer Placeholder 4">
            <a:extLst>
              <a:ext uri="{FF2B5EF4-FFF2-40B4-BE49-F238E27FC236}">
                <a16:creationId xmlns:a16="http://schemas.microsoft.com/office/drawing/2014/main" id="{DDCBE90B-67FD-9D8A-FDA2-6C3C4AD5A83F}"/>
              </a:ext>
            </a:extLst>
          </p:cNvPr>
          <p:cNvSpPr>
            <a:spLocks noGrp="1"/>
          </p:cNvSpPr>
          <p:nvPr>
            <p:ph type="ftr" sz="quarter" idx="11"/>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tr-TR" sz="1400"/>
          </a:p>
        </p:txBody>
      </p:sp>
      <p:sp>
        <p:nvSpPr>
          <p:cNvPr id="67588" name="Slide Number Placeholder 5">
            <a:extLst>
              <a:ext uri="{FF2B5EF4-FFF2-40B4-BE49-F238E27FC236}">
                <a16:creationId xmlns:a16="http://schemas.microsoft.com/office/drawing/2014/main" id="{C92A17FD-5D05-55FF-2100-698A48882457}"/>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2655DE9-580B-F448-B8FD-3E2D79E16F1A}" type="slidenum">
              <a:rPr lang="en-US" altLang="tr-TR" sz="1400"/>
              <a:pPr>
                <a:spcBef>
                  <a:spcPct val="0"/>
                </a:spcBef>
                <a:buFontTx/>
                <a:buNone/>
              </a:pPr>
              <a:t>52</a:t>
            </a:fld>
            <a:endParaRPr lang="en-US" altLang="tr-TR" sz="1400"/>
          </a:p>
        </p:txBody>
      </p:sp>
      <p:sp>
        <p:nvSpPr>
          <p:cNvPr id="35842" name="Rectangle 2">
            <a:extLst>
              <a:ext uri="{FF2B5EF4-FFF2-40B4-BE49-F238E27FC236}">
                <a16:creationId xmlns:a16="http://schemas.microsoft.com/office/drawing/2014/main" id="{E122C2A1-154E-6708-31D0-A96C8BC7DD03}"/>
              </a:ext>
            </a:extLst>
          </p:cNvPr>
          <p:cNvSpPr>
            <a:spLocks noGrp="1" noChangeArrowheads="1"/>
          </p:cNvSpPr>
          <p:nvPr>
            <p:ph type="title"/>
          </p:nvPr>
        </p:nvSpPr>
        <p:spPr/>
        <p:txBody>
          <a:bodyPr/>
          <a:lstStyle/>
          <a:p>
            <a:pPr>
              <a:defRPr/>
            </a:pPr>
            <a:r>
              <a:rPr lang="en-US" altLang="tr-TR"/>
              <a:t>Relation between LOC and FP</a:t>
            </a:r>
          </a:p>
        </p:txBody>
      </p:sp>
      <p:sp>
        <p:nvSpPr>
          <p:cNvPr id="67590" name="Rectangle 3">
            <a:extLst>
              <a:ext uri="{FF2B5EF4-FFF2-40B4-BE49-F238E27FC236}">
                <a16:creationId xmlns:a16="http://schemas.microsoft.com/office/drawing/2014/main" id="{54FF232A-E68E-9859-6B8F-798B4DE0456A}"/>
              </a:ext>
            </a:extLst>
          </p:cNvPr>
          <p:cNvSpPr>
            <a:spLocks noGrp="1" noChangeArrowheads="1"/>
          </p:cNvSpPr>
          <p:nvPr>
            <p:ph type="body" idx="1"/>
          </p:nvPr>
        </p:nvSpPr>
        <p:spPr>
          <a:xfrm>
            <a:off x="0" y="1905000"/>
            <a:ext cx="5257800" cy="4114800"/>
          </a:xfrm>
        </p:spPr>
        <p:txBody>
          <a:bodyPr/>
          <a:lstStyle/>
          <a:p>
            <a:r>
              <a:rPr lang="en-US" altLang="tr-TR"/>
              <a:t>Relationship:</a:t>
            </a:r>
          </a:p>
          <a:p>
            <a:pPr>
              <a:buFontTx/>
              <a:buNone/>
            </a:pPr>
            <a:endParaRPr lang="en-US" altLang="tr-TR"/>
          </a:p>
          <a:p>
            <a:pPr lvl="1"/>
            <a:r>
              <a:rPr lang="en-CA" altLang="tr-TR" b="1" i="1">
                <a:solidFill>
                  <a:srgbClr val="000000"/>
                </a:solidFill>
                <a:latin typeface="Helvetica" pitchFamily="2" charset="0"/>
                <a:cs typeface="Times New Roman" panose="02020603050405020304" pitchFamily="18" charset="0"/>
              </a:rPr>
              <a:t>LOC = Language Factor * FP </a:t>
            </a:r>
          </a:p>
          <a:p>
            <a:pPr lvl="1"/>
            <a:endParaRPr lang="en-CA" altLang="tr-TR">
              <a:solidFill>
                <a:srgbClr val="000000"/>
              </a:solidFill>
              <a:latin typeface="Helvetica" pitchFamily="2" charset="0"/>
              <a:cs typeface="Times New Roman" panose="02020603050405020304" pitchFamily="18" charset="0"/>
            </a:endParaRPr>
          </a:p>
          <a:p>
            <a:pPr lvl="1"/>
            <a:r>
              <a:rPr lang="en-CA" altLang="tr-TR">
                <a:solidFill>
                  <a:srgbClr val="000000"/>
                </a:solidFill>
                <a:latin typeface="Helvetica" pitchFamily="2" charset="0"/>
                <a:cs typeface="Times New Roman" panose="02020603050405020304" pitchFamily="18" charset="0"/>
              </a:rPr>
              <a:t>where</a:t>
            </a:r>
            <a:endParaRPr lang="en-US" altLang="tr-TR"/>
          </a:p>
          <a:p>
            <a:pPr lvl="2"/>
            <a:r>
              <a:rPr lang="en-US" altLang="tr-TR" b="1"/>
              <a:t>LOC</a:t>
            </a:r>
            <a:r>
              <a:rPr lang="en-US" altLang="tr-TR"/>
              <a:t> (Lines of Code)</a:t>
            </a:r>
          </a:p>
          <a:p>
            <a:pPr lvl="2"/>
            <a:r>
              <a:rPr lang="en-US" altLang="tr-TR" b="1"/>
              <a:t>FP</a:t>
            </a:r>
            <a:r>
              <a:rPr lang="en-US" altLang="tr-TR"/>
              <a:t> (Function Points)</a:t>
            </a:r>
          </a:p>
        </p:txBody>
      </p:sp>
      <p:graphicFrame>
        <p:nvGraphicFramePr>
          <p:cNvPr id="67591" name="Object 4">
            <a:extLst>
              <a:ext uri="{FF2B5EF4-FFF2-40B4-BE49-F238E27FC236}">
                <a16:creationId xmlns:a16="http://schemas.microsoft.com/office/drawing/2014/main" id="{1C394ACB-5E6B-F2E1-5ED9-5F94E9F0CAEA}"/>
              </a:ext>
            </a:extLst>
          </p:cNvPr>
          <p:cNvGraphicFramePr>
            <a:graphicFrameLocks noChangeAspect="1"/>
          </p:cNvGraphicFramePr>
          <p:nvPr/>
        </p:nvGraphicFramePr>
        <p:xfrm>
          <a:off x="4738688" y="1981200"/>
          <a:ext cx="4405312" cy="3494088"/>
        </p:xfrm>
        <a:graphic>
          <a:graphicData uri="http://schemas.openxmlformats.org/presentationml/2006/ole">
            <mc:AlternateContent xmlns:mc="http://schemas.openxmlformats.org/markup-compatibility/2006">
              <mc:Choice xmlns:v="urn:schemas-microsoft-com:vml" Requires="v">
                <p:oleObj name="Bitmap Image" r:id="rId2" imgW="3435350" imgH="2724150" progId="Paint.Picture">
                  <p:embed/>
                </p:oleObj>
              </mc:Choice>
              <mc:Fallback>
                <p:oleObj name="Bitmap Image" r:id="rId2" imgW="3435350" imgH="2724150" progId="Paint.Picture">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8688" y="1981200"/>
                        <a:ext cx="4405312" cy="3494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Date Placeholder 3">
            <a:extLst>
              <a:ext uri="{FF2B5EF4-FFF2-40B4-BE49-F238E27FC236}">
                <a16:creationId xmlns:a16="http://schemas.microsoft.com/office/drawing/2014/main" id="{A31165FB-8744-003F-BF14-60BE9D9F27F1}"/>
              </a:ext>
            </a:extLst>
          </p:cNvPr>
          <p:cNvSpPr>
            <a:spLocks noGrp="1"/>
          </p:cNvSpPr>
          <p:nvPr>
            <p:ph type="dt" sz="quarter" idx="10"/>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tr-TR" sz="1400"/>
              <a:t>26/12/2016</a:t>
            </a:r>
          </a:p>
        </p:txBody>
      </p:sp>
      <p:sp>
        <p:nvSpPr>
          <p:cNvPr id="68611" name="Footer Placeholder 4">
            <a:extLst>
              <a:ext uri="{FF2B5EF4-FFF2-40B4-BE49-F238E27FC236}">
                <a16:creationId xmlns:a16="http://schemas.microsoft.com/office/drawing/2014/main" id="{47BBD069-E36C-9D54-129E-26F936CE7E8A}"/>
              </a:ext>
            </a:extLst>
          </p:cNvPr>
          <p:cNvSpPr>
            <a:spLocks noGrp="1"/>
          </p:cNvSpPr>
          <p:nvPr>
            <p:ph type="ftr" sz="quarter" idx="11"/>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tr-TR" sz="1400"/>
          </a:p>
        </p:txBody>
      </p:sp>
      <p:sp>
        <p:nvSpPr>
          <p:cNvPr id="68612" name="Slide Number Placeholder 5">
            <a:extLst>
              <a:ext uri="{FF2B5EF4-FFF2-40B4-BE49-F238E27FC236}">
                <a16:creationId xmlns:a16="http://schemas.microsoft.com/office/drawing/2014/main" id="{19A9D771-4C45-ECEE-F355-097D18FEADC9}"/>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F85876C-650A-FB42-BB7F-19C112FFF82D}" type="slidenum">
              <a:rPr lang="en-US" altLang="tr-TR" sz="1400"/>
              <a:pPr>
                <a:spcBef>
                  <a:spcPct val="0"/>
                </a:spcBef>
                <a:buFontTx/>
                <a:buNone/>
              </a:pPr>
              <a:t>53</a:t>
            </a:fld>
            <a:endParaRPr lang="en-US" altLang="tr-TR" sz="1400"/>
          </a:p>
        </p:txBody>
      </p:sp>
      <p:sp>
        <p:nvSpPr>
          <p:cNvPr id="36866" name="Rectangle 2">
            <a:extLst>
              <a:ext uri="{FF2B5EF4-FFF2-40B4-BE49-F238E27FC236}">
                <a16:creationId xmlns:a16="http://schemas.microsoft.com/office/drawing/2014/main" id="{AE47BBB4-52D0-D69F-8514-32C03D55749A}"/>
              </a:ext>
            </a:extLst>
          </p:cNvPr>
          <p:cNvSpPr>
            <a:spLocks noGrp="1" noChangeArrowheads="1"/>
          </p:cNvSpPr>
          <p:nvPr>
            <p:ph type="title"/>
          </p:nvPr>
        </p:nvSpPr>
        <p:spPr/>
        <p:txBody>
          <a:bodyPr/>
          <a:lstStyle/>
          <a:p>
            <a:pPr>
              <a:defRPr/>
            </a:pPr>
            <a:r>
              <a:rPr lang="en-US" altLang="tr-TR"/>
              <a:t>Relation between LOC and FP(.)</a:t>
            </a:r>
          </a:p>
        </p:txBody>
      </p:sp>
      <p:sp>
        <p:nvSpPr>
          <p:cNvPr id="68614" name="Rectangle 3">
            <a:extLst>
              <a:ext uri="{FF2B5EF4-FFF2-40B4-BE49-F238E27FC236}">
                <a16:creationId xmlns:a16="http://schemas.microsoft.com/office/drawing/2014/main" id="{6329EDEB-AC27-01C0-B946-1FB155011579}"/>
              </a:ext>
            </a:extLst>
          </p:cNvPr>
          <p:cNvSpPr>
            <a:spLocks noGrp="1" noChangeArrowheads="1"/>
          </p:cNvSpPr>
          <p:nvPr>
            <p:ph type="body" idx="1"/>
          </p:nvPr>
        </p:nvSpPr>
        <p:spPr>
          <a:xfrm>
            <a:off x="533400" y="1905000"/>
            <a:ext cx="7620000" cy="4114800"/>
          </a:xfrm>
        </p:spPr>
        <p:txBody>
          <a:bodyPr/>
          <a:lstStyle/>
          <a:p>
            <a:pPr marL="533400" indent="-533400">
              <a:buFontTx/>
              <a:buNone/>
            </a:pPr>
            <a:r>
              <a:rPr lang="en-US" altLang="tr-TR" sz="2400">
                <a:cs typeface="Arial" panose="020B0604020202020204" pitchFamily="34" charset="0"/>
              </a:rPr>
              <a:t>Assuming LOC’s per FP for: </a:t>
            </a:r>
          </a:p>
          <a:p>
            <a:pPr marL="533400" indent="-533400">
              <a:buFontTx/>
              <a:buNone/>
            </a:pPr>
            <a:r>
              <a:rPr lang="en-US" altLang="tr-TR" sz="2400" b="1" i="1">
                <a:latin typeface="Arial" panose="020B0604020202020204" pitchFamily="34" charset="0"/>
                <a:cs typeface="Arial" panose="020B0604020202020204" pitchFamily="34" charset="0"/>
              </a:rPr>
              <a:t>	Java = 53</a:t>
            </a:r>
            <a:r>
              <a:rPr lang="en-US" altLang="tr-TR" sz="2400" i="1">
                <a:latin typeface="Arial" panose="020B0604020202020204" pitchFamily="34" charset="0"/>
                <a:cs typeface="Arial" panose="020B0604020202020204" pitchFamily="34" charset="0"/>
              </a:rPr>
              <a:t>, </a:t>
            </a:r>
          </a:p>
          <a:p>
            <a:pPr marL="533400" indent="-533400">
              <a:buFontTx/>
              <a:buNone/>
            </a:pPr>
            <a:r>
              <a:rPr lang="en-US" altLang="tr-TR" sz="2400" b="1" i="1">
                <a:latin typeface="Arial" panose="020B0604020202020204" pitchFamily="34" charset="0"/>
                <a:cs typeface="Arial" panose="020B0604020202020204" pitchFamily="34" charset="0"/>
              </a:rPr>
              <a:t>	C++ = 64</a:t>
            </a:r>
            <a:endParaRPr lang="en-US" altLang="tr-TR" sz="2400"/>
          </a:p>
          <a:p>
            <a:pPr marL="533400" indent="-533400">
              <a:buFontTx/>
              <a:buNone/>
            </a:pPr>
            <a:r>
              <a:rPr lang="en-CA" altLang="tr-TR" sz="2400" b="1">
                <a:latin typeface="Arial" panose="020B0604020202020204" pitchFamily="34" charset="0"/>
                <a:cs typeface="Arial" panose="020B0604020202020204" pitchFamily="34" charset="0"/>
              </a:rPr>
              <a:t> </a:t>
            </a:r>
            <a:endParaRPr lang="en-CA" altLang="tr-TR" sz="2400">
              <a:latin typeface="Arial Unicode MS" panose="020B0604020202020204" pitchFamily="34" charset="-128"/>
              <a:cs typeface="Times New Roman" panose="02020603050405020304" pitchFamily="18" charset="0"/>
            </a:endParaRPr>
          </a:p>
          <a:p>
            <a:pPr marL="533400" indent="-533400">
              <a:buFontTx/>
              <a:buNone/>
            </a:pPr>
            <a:r>
              <a:rPr lang="en-CA" altLang="tr-TR" sz="2400" b="1" i="1">
                <a:latin typeface="Arial" panose="020B0604020202020204" pitchFamily="34" charset="0"/>
                <a:cs typeface="Arial" panose="020B0604020202020204" pitchFamily="34" charset="0"/>
              </a:rPr>
              <a:t>	KLOC = FP * LOC_per_FP  / 1000</a:t>
            </a:r>
          </a:p>
          <a:p>
            <a:pPr marL="533400" indent="-533400">
              <a:buFontTx/>
              <a:buNone/>
            </a:pPr>
            <a:endParaRPr lang="en-CA" altLang="tr-TR" sz="2400" b="1" i="1">
              <a:latin typeface="Arial" panose="020B0604020202020204" pitchFamily="34" charset="0"/>
              <a:cs typeface="Arial" panose="020B0604020202020204" pitchFamily="34" charset="0"/>
            </a:endParaRPr>
          </a:p>
          <a:p>
            <a:pPr marL="533400" indent="-533400">
              <a:buFontTx/>
              <a:buNone/>
            </a:pPr>
            <a:r>
              <a:rPr lang="en-CA" altLang="tr-TR" sz="2400">
                <a:cs typeface="Arial" panose="020B0604020202020204" pitchFamily="34" charset="0"/>
              </a:rPr>
              <a:t>It means for the SpellChekcer Example: (Java)</a:t>
            </a:r>
          </a:p>
          <a:p>
            <a:pPr marL="533400" indent="-533400">
              <a:buFontTx/>
              <a:buNone/>
            </a:pPr>
            <a:endParaRPr lang="en-CA" altLang="tr-TR" sz="2400">
              <a:cs typeface="Arial" panose="020B0604020202020204" pitchFamily="34" charset="0"/>
            </a:endParaRPr>
          </a:p>
          <a:p>
            <a:pPr marL="533400" indent="-533400">
              <a:buFontTx/>
              <a:buNone/>
            </a:pPr>
            <a:r>
              <a:rPr lang="en-CA" altLang="tr-TR" sz="2400" b="1">
                <a:latin typeface="Arial" panose="020B0604020202020204" pitchFamily="34" charset="0"/>
                <a:cs typeface="Arial" panose="020B0604020202020204" pitchFamily="34" charset="0"/>
              </a:rPr>
              <a:t>	LOC=52.25*53=2769.25 LOC  or 2.76 KLOC</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1" name="Rectangle 2">
            <a:extLst>
              <a:ext uri="{FF2B5EF4-FFF2-40B4-BE49-F238E27FC236}">
                <a16:creationId xmlns:a16="http://schemas.microsoft.com/office/drawing/2014/main" id="{0970914C-14EA-6124-0D8C-AFDE1B3DC4B8}"/>
              </a:ext>
            </a:extLst>
          </p:cNvPr>
          <p:cNvSpPr>
            <a:spLocks noGrp="1" noChangeArrowheads="1"/>
          </p:cNvSpPr>
          <p:nvPr>
            <p:ph type="title"/>
          </p:nvPr>
        </p:nvSpPr>
        <p:spPr>
          <a:xfrm>
            <a:off x="304800" y="228600"/>
            <a:ext cx="8077200" cy="762000"/>
          </a:xfrm>
        </p:spPr>
        <p:txBody>
          <a:bodyPr>
            <a:normAutofit/>
          </a:bodyPr>
          <a:lstStyle/>
          <a:p>
            <a:pPr eaLnBrk="1" hangingPunct="1">
              <a:defRPr/>
            </a:pPr>
            <a:r>
              <a:rPr lang="en-US" sz="3600" dirty="0"/>
              <a:t>Simple Object-Oriented Estimation</a:t>
            </a:r>
          </a:p>
        </p:txBody>
      </p:sp>
      <p:sp>
        <p:nvSpPr>
          <p:cNvPr id="69635" name="Rectangle 3">
            <a:extLst>
              <a:ext uri="{FF2B5EF4-FFF2-40B4-BE49-F238E27FC236}">
                <a16:creationId xmlns:a16="http://schemas.microsoft.com/office/drawing/2014/main" id="{E5C54464-B877-2607-CB5C-1B072177E4A4}"/>
              </a:ext>
            </a:extLst>
          </p:cNvPr>
          <p:cNvSpPr>
            <a:spLocks noGrp="1" noChangeArrowheads="1"/>
          </p:cNvSpPr>
          <p:nvPr>
            <p:ph idx="1"/>
          </p:nvPr>
        </p:nvSpPr>
        <p:spPr/>
        <p:txBody>
          <a:bodyPr/>
          <a:lstStyle/>
          <a:p>
            <a:pPr eaLnBrk="1" hangingPunct="1"/>
            <a:r>
              <a:rPr lang="en-US" altLang="en-US" sz="3200"/>
              <a:t>Simple </a:t>
            </a:r>
            <a:r>
              <a:rPr lang="tr-TR" altLang="en-US" sz="3200"/>
              <a:t>4</a:t>
            </a:r>
            <a:r>
              <a:rPr lang="en-US" altLang="en-US" sz="3200"/>
              <a:t> step model developed by Lorenz and Kidd</a:t>
            </a:r>
          </a:p>
          <a:p>
            <a:pPr eaLnBrk="1" hangingPunct="1"/>
            <a:r>
              <a:rPr lang="en-US" altLang="en-US" sz="3200"/>
              <a:t>The number of estimated classes served as the size parameter</a:t>
            </a:r>
          </a:p>
        </p:txBody>
      </p:sp>
      <p:sp>
        <p:nvSpPr>
          <p:cNvPr id="69636" name="Date Placeholder 3">
            <a:extLst>
              <a:ext uri="{FF2B5EF4-FFF2-40B4-BE49-F238E27FC236}">
                <a16:creationId xmlns:a16="http://schemas.microsoft.com/office/drawing/2014/main" id="{23120C6A-B1BA-6E8C-A4ED-DE9DC6BD9E9B}"/>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a:latin typeface="Arial" panose="020B0604020202020204" pitchFamily="34" charset="0"/>
              </a:rPr>
              <a:t> </a:t>
            </a:r>
          </a:p>
        </p:txBody>
      </p:sp>
      <p:sp>
        <p:nvSpPr>
          <p:cNvPr id="69637" name="Slide Number Placeholder 1">
            <a:extLst>
              <a:ext uri="{FF2B5EF4-FFF2-40B4-BE49-F238E27FC236}">
                <a16:creationId xmlns:a16="http://schemas.microsoft.com/office/drawing/2014/main" id="{804E0C00-02D8-EA70-2548-D84B2B8651CD}"/>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16876994-4AFA-E84E-A50C-F31336FE01D1}" type="slidenum">
              <a:rPr lang="en-US" altLang="en-US" sz="1400"/>
              <a:pPr>
                <a:spcBef>
                  <a:spcPct val="0"/>
                </a:spcBef>
                <a:buFontTx/>
                <a:buNone/>
              </a:pPr>
              <a:t>54</a:t>
            </a:fld>
            <a:endParaRPr lang="en-US" altLang="en-US" sz="14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5" name="Rectangle 2">
            <a:extLst>
              <a:ext uri="{FF2B5EF4-FFF2-40B4-BE49-F238E27FC236}">
                <a16:creationId xmlns:a16="http://schemas.microsoft.com/office/drawing/2014/main" id="{A7C8942A-87E5-EB54-DC5A-9A2620DBB10B}"/>
              </a:ext>
            </a:extLst>
          </p:cNvPr>
          <p:cNvSpPr>
            <a:spLocks noGrp="1" noChangeArrowheads="1"/>
          </p:cNvSpPr>
          <p:nvPr>
            <p:ph type="title"/>
          </p:nvPr>
        </p:nvSpPr>
        <p:spPr/>
        <p:txBody>
          <a:bodyPr/>
          <a:lstStyle/>
          <a:p>
            <a:pPr eaLnBrk="1" hangingPunct="1">
              <a:defRPr/>
            </a:pPr>
            <a:r>
              <a:rPr lang="en-US" b="1" dirty="0"/>
              <a:t>The Four Steps</a:t>
            </a:r>
          </a:p>
        </p:txBody>
      </p:sp>
      <p:sp>
        <p:nvSpPr>
          <p:cNvPr id="70659" name="Rectangle 3">
            <a:extLst>
              <a:ext uri="{FF2B5EF4-FFF2-40B4-BE49-F238E27FC236}">
                <a16:creationId xmlns:a16="http://schemas.microsoft.com/office/drawing/2014/main" id="{56C5B44B-3885-9B03-60A6-456D9CD9C39D}"/>
              </a:ext>
            </a:extLst>
          </p:cNvPr>
          <p:cNvSpPr>
            <a:spLocks noGrp="1" noChangeArrowheads="1"/>
          </p:cNvSpPr>
          <p:nvPr>
            <p:ph idx="1"/>
          </p:nvPr>
        </p:nvSpPr>
        <p:spPr>
          <a:xfrm>
            <a:off x="685800" y="1676400"/>
            <a:ext cx="8153400" cy="4495800"/>
          </a:xfrm>
        </p:spPr>
        <p:txBody>
          <a:bodyPr/>
          <a:lstStyle/>
          <a:p>
            <a:pPr marL="609600" indent="-609600" eaLnBrk="1" hangingPunct="1">
              <a:lnSpc>
                <a:spcPct val="90000"/>
              </a:lnSpc>
              <a:buFontTx/>
              <a:buAutoNum type="arabicPeriod"/>
            </a:pPr>
            <a:r>
              <a:rPr lang="en-US" altLang="en-US"/>
              <a:t>Determine the number of problem </a:t>
            </a:r>
            <a:r>
              <a:rPr lang="en-US" altLang="en-US" i="1"/>
              <a:t>domain classes </a:t>
            </a:r>
            <a:r>
              <a:rPr lang="en-US" altLang="en-US"/>
              <a:t>in the application</a:t>
            </a:r>
          </a:p>
          <a:p>
            <a:pPr marL="609600" indent="-609600" eaLnBrk="1" hangingPunct="1">
              <a:lnSpc>
                <a:spcPct val="90000"/>
              </a:lnSpc>
              <a:buFontTx/>
              <a:buAutoNum type="arabicPeriod"/>
            </a:pPr>
            <a:r>
              <a:rPr lang="en-US" altLang="en-US"/>
              <a:t>Determine the </a:t>
            </a:r>
            <a:r>
              <a:rPr lang="en-US" altLang="en-US" i="1"/>
              <a:t>interface and the associated weight</a:t>
            </a:r>
          </a:p>
          <a:p>
            <a:pPr marL="609600" indent="-609600" eaLnBrk="1" hangingPunct="1">
              <a:lnSpc>
                <a:spcPct val="90000"/>
              </a:lnSpc>
              <a:buFontTx/>
              <a:buAutoNum type="arabicPeriod"/>
            </a:pPr>
            <a:r>
              <a:rPr lang="en-US" altLang="en-US"/>
              <a:t>Calculate the number of total classes by multiplying the number of problem domain classes by the interface weight and add it to the number of problem domain classes</a:t>
            </a:r>
          </a:p>
          <a:p>
            <a:pPr marL="609600" indent="-609600" eaLnBrk="1" hangingPunct="1">
              <a:lnSpc>
                <a:spcPct val="90000"/>
              </a:lnSpc>
              <a:buFontTx/>
              <a:buAutoNum type="arabicPeriod"/>
            </a:pPr>
            <a:r>
              <a:rPr lang="en-US" altLang="en-US"/>
              <a:t>Calculate the number of man-days by multiplying the total number of classes by a productivity constant in the range of 15 - 20</a:t>
            </a:r>
          </a:p>
        </p:txBody>
      </p:sp>
      <p:sp>
        <p:nvSpPr>
          <p:cNvPr id="70660" name="Date Placeholder 3">
            <a:extLst>
              <a:ext uri="{FF2B5EF4-FFF2-40B4-BE49-F238E27FC236}">
                <a16:creationId xmlns:a16="http://schemas.microsoft.com/office/drawing/2014/main" id="{746DEB65-9479-CD7A-FFD2-4B191F37BFCA}"/>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a:latin typeface="Arial" panose="020B0604020202020204" pitchFamily="34" charset="0"/>
              </a:rPr>
              <a:t> </a:t>
            </a:r>
          </a:p>
        </p:txBody>
      </p:sp>
      <p:sp>
        <p:nvSpPr>
          <p:cNvPr id="70661" name="Slide Number Placeholder 1">
            <a:extLst>
              <a:ext uri="{FF2B5EF4-FFF2-40B4-BE49-F238E27FC236}">
                <a16:creationId xmlns:a16="http://schemas.microsoft.com/office/drawing/2014/main" id="{D0BCDAD4-CF18-6F60-8A57-C0E720DA32FE}"/>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1DF3084-4ADC-A54B-B1F8-BCC045E35DFC}" type="slidenum">
              <a:rPr lang="en-US" altLang="en-US" sz="1400"/>
              <a:pPr>
                <a:spcBef>
                  <a:spcPct val="0"/>
                </a:spcBef>
                <a:buFontTx/>
                <a:buNone/>
              </a:pPr>
              <a:t>55</a:t>
            </a:fld>
            <a:endParaRPr lang="en-US" altLang="en-US" sz="140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9" name="Rectangle 2">
            <a:extLst>
              <a:ext uri="{FF2B5EF4-FFF2-40B4-BE49-F238E27FC236}">
                <a16:creationId xmlns:a16="http://schemas.microsoft.com/office/drawing/2014/main" id="{FC2096EC-F96B-EE3C-A32D-CEB5487A6B0D}"/>
              </a:ext>
            </a:extLst>
          </p:cNvPr>
          <p:cNvSpPr>
            <a:spLocks noGrp="1" noChangeArrowheads="1"/>
          </p:cNvSpPr>
          <p:nvPr>
            <p:ph type="title"/>
          </p:nvPr>
        </p:nvSpPr>
        <p:spPr/>
        <p:txBody>
          <a:bodyPr/>
          <a:lstStyle/>
          <a:p>
            <a:pPr eaLnBrk="1" hangingPunct="1">
              <a:defRPr/>
            </a:pPr>
            <a:r>
              <a:rPr lang="en-US" dirty="0"/>
              <a:t>Interface Weights</a:t>
            </a:r>
          </a:p>
        </p:txBody>
      </p:sp>
      <p:graphicFrame>
        <p:nvGraphicFramePr>
          <p:cNvPr id="158757" name="Group 37">
            <a:extLst>
              <a:ext uri="{FF2B5EF4-FFF2-40B4-BE49-F238E27FC236}">
                <a16:creationId xmlns:a16="http://schemas.microsoft.com/office/drawing/2014/main" id="{363CC9F8-754F-A2B8-8B05-B037798DEBC5}"/>
              </a:ext>
            </a:extLst>
          </p:cNvPr>
          <p:cNvGraphicFramePr>
            <a:graphicFrameLocks noGrp="1"/>
          </p:cNvGraphicFramePr>
          <p:nvPr>
            <p:ph type="tbl" idx="1"/>
          </p:nvPr>
        </p:nvGraphicFramePr>
        <p:xfrm>
          <a:off x="990600" y="2286000"/>
          <a:ext cx="7086600" cy="3429000"/>
        </p:xfrm>
        <a:graphic>
          <a:graphicData uri="http://schemas.openxmlformats.org/drawingml/2006/table">
            <a:tbl>
              <a:tblPr/>
              <a:tblGrid>
                <a:gridCol w="5257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tblGrid>
              <a:tr h="685800">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tabLst/>
                      </a:pPr>
                      <a:r>
                        <a:rPr kumimoji="0" lang="en-US" sz="3200" b="0" i="0" u="none" strike="noStrike" cap="none" normalizeH="0" baseline="0" dirty="0">
                          <a:ln>
                            <a:noFill/>
                          </a:ln>
                          <a:solidFill>
                            <a:schemeClr val="tx2"/>
                          </a:solidFill>
                          <a:effectLst/>
                          <a:latin typeface="Times New Roman" pitchFamily="18" charset="0"/>
                        </a:rPr>
                        <a:t>Interface Type</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tabLst/>
                      </a:pPr>
                      <a:r>
                        <a:rPr kumimoji="0" lang="en-US" sz="3200" b="0" i="0" u="none" strike="noStrike" cap="none" normalizeH="0" baseline="0">
                          <a:ln>
                            <a:noFill/>
                          </a:ln>
                          <a:solidFill>
                            <a:schemeClr val="tx2"/>
                          </a:solidFill>
                          <a:effectLst/>
                          <a:latin typeface="Times New Roman" pitchFamily="18" charset="0"/>
                        </a:rPr>
                        <a:t>Weight</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685800">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tabLst/>
                      </a:pPr>
                      <a:r>
                        <a:rPr kumimoji="0" lang="en-US" sz="2800" b="0" i="0" u="none" strike="noStrike" cap="none" normalizeH="0" baseline="0" dirty="0">
                          <a:ln>
                            <a:noFill/>
                          </a:ln>
                          <a:solidFill>
                            <a:schemeClr val="tx1"/>
                          </a:solidFill>
                          <a:effectLst/>
                          <a:latin typeface="Times New Roman" pitchFamily="18" charset="0"/>
                        </a:rPr>
                        <a:t>No user interface</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tabLst/>
                      </a:pPr>
                      <a:r>
                        <a:rPr kumimoji="0" lang="en-US" sz="2800" b="0" i="0" u="none" strike="noStrike" cap="none" normalizeH="0" baseline="0" dirty="0">
                          <a:ln>
                            <a:noFill/>
                          </a:ln>
                          <a:solidFill>
                            <a:schemeClr val="tx1"/>
                          </a:solidFill>
                          <a:effectLst/>
                          <a:latin typeface="Times New Roman" pitchFamily="18" charset="0"/>
                        </a:rPr>
                        <a:t>2.0</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685800">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tabLst/>
                      </a:pPr>
                      <a:r>
                        <a:rPr kumimoji="0" lang="en-US" sz="2800" b="0" i="0" u="none" strike="noStrike" cap="none" normalizeH="0" baseline="0" dirty="0">
                          <a:ln>
                            <a:noFill/>
                          </a:ln>
                          <a:solidFill>
                            <a:schemeClr val="tx1"/>
                          </a:solidFill>
                          <a:effectLst/>
                          <a:latin typeface="Times New Roman" pitchFamily="18" charset="0"/>
                        </a:rPr>
                        <a:t>Simple text-based interface</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tabLst/>
                      </a:pPr>
                      <a:r>
                        <a:rPr kumimoji="0" lang="en-US" sz="2800" b="0" i="0" u="none" strike="noStrike" cap="none" normalizeH="0" baseline="0">
                          <a:ln>
                            <a:noFill/>
                          </a:ln>
                          <a:solidFill>
                            <a:schemeClr val="tx1"/>
                          </a:solidFill>
                          <a:effectLst/>
                          <a:latin typeface="Times New Roman" pitchFamily="18" charset="0"/>
                        </a:rPr>
                        <a:t>2.25</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685800">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tabLst/>
                      </a:pPr>
                      <a:r>
                        <a:rPr kumimoji="0" lang="en-US" sz="2800" b="0" i="0" u="none" strike="noStrike" cap="none" normalizeH="0" baseline="0" dirty="0">
                          <a:ln>
                            <a:noFill/>
                          </a:ln>
                          <a:solidFill>
                            <a:schemeClr val="tx1"/>
                          </a:solidFill>
                          <a:effectLst/>
                          <a:latin typeface="Times New Roman" pitchFamily="18" charset="0"/>
                        </a:rPr>
                        <a:t>Graphical user interface</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tabLst/>
                      </a:pPr>
                      <a:r>
                        <a:rPr kumimoji="0" lang="en-US" sz="2800" b="0" i="0" u="none" strike="noStrike" cap="none" normalizeH="0" baseline="0" dirty="0">
                          <a:ln>
                            <a:noFill/>
                          </a:ln>
                          <a:solidFill>
                            <a:schemeClr val="tx1"/>
                          </a:solidFill>
                          <a:effectLst/>
                          <a:latin typeface="Times New Roman" pitchFamily="18" charset="0"/>
                        </a:rPr>
                        <a:t>2.5</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685800">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tabLst/>
                      </a:pPr>
                      <a:r>
                        <a:rPr kumimoji="0" lang="en-US" sz="2800" b="0" i="0" u="none" strike="noStrike" cap="none" normalizeH="0" baseline="0" dirty="0">
                          <a:ln>
                            <a:noFill/>
                          </a:ln>
                          <a:solidFill>
                            <a:schemeClr val="tx1"/>
                          </a:solidFill>
                          <a:effectLst/>
                          <a:latin typeface="Times New Roman" pitchFamily="18" charset="0"/>
                        </a:rPr>
                        <a:t>Complex graphical user interface</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Tx/>
                        <a:buNone/>
                        <a:tabLst/>
                      </a:pPr>
                      <a:r>
                        <a:rPr kumimoji="0" lang="en-US" sz="2800" b="0" i="0" u="none" strike="noStrike" cap="none" normalizeH="0" baseline="0">
                          <a:ln>
                            <a:noFill/>
                          </a:ln>
                          <a:solidFill>
                            <a:schemeClr val="tx1"/>
                          </a:solidFill>
                          <a:effectLst/>
                          <a:latin typeface="Times New Roman" pitchFamily="18" charset="0"/>
                        </a:rPr>
                        <a:t>3.0</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bl>
          </a:graphicData>
        </a:graphic>
      </p:graphicFrame>
      <p:sp>
        <p:nvSpPr>
          <p:cNvPr id="71703" name="Date Placeholder 3">
            <a:extLst>
              <a:ext uri="{FF2B5EF4-FFF2-40B4-BE49-F238E27FC236}">
                <a16:creationId xmlns:a16="http://schemas.microsoft.com/office/drawing/2014/main" id="{CD74F122-7B76-57FD-213F-B51E9EFBA411}"/>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a:latin typeface="Arial" panose="020B0604020202020204" pitchFamily="34" charset="0"/>
              </a:rPr>
              <a:t> </a:t>
            </a:r>
          </a:p>
        </p:txBody>
      </p:sp>
      <p:sp>
        <p:nvSpPr>
          <p:cNvPr id="71704" name="Slide Number Placeholder 1">
            <a:extLst>
              <a:ext uri="{FF2B5EF4-FFF2-40B4-BE49-F238E27FC236}">
                <a16:creationId xmlns:a16="http://schemas.microsoft.com/office/drawing/2014/main" id="{2A7F9D1E-8C08-ED3D-DA89-2B422A621B7C}"/>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0FDB789B-D637-6141-8DD4-328BEA97C50F}" type="slidenum">
              <a:rPr lang="en-US" altLang="en-US" sz="1400"/>
              <a:pPr>
                <a:spcBef>
                  <a:spcPct val="0"/>
                </a:spcBef>
                <a:buFontTx/>
                <a:buNone/>
              </a:pPr>
              <a:t>56</a:t>
            </a:fld>
            <a:endParaRPr lang="en-US" altLang="en-US" sz="14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3" name="Rectangle 2">
            <a:extLst>
              <a:ext uri="{FF2B5EF4-FFF2-40B4-BE49-F238E27FC236}">
                <a16:creationId xmlns:a16="http://schemas.microsoft.com/office/drawing/2014/main" id="{12E7F1BD-3177-7A52-DEFA-B51D3D932966}"/>
              </a:ext>
            </a:extLst>
          </p:cNvPr>
          <p:cNvSpPr>
            <a:spLocks noGrp="1" noChangeArrowheads="1"/>
          </p:cNvSpPr>
          <p:nvPr>
            <p:ph type="title"/>
          </p:nvPr>
        </p:nvSpPr>
        <p:spPr/>
        <p:txBody>
          <a:bodyPr/>
          <a:lstStyle/>
          <a:p>
            <a:pPr eaLnBrk="1" hangingPunct="1">
              <a:defRPr/>
            </a:pPr>
            <a:r>
              <a:rPr lang="en-US"/>
              <a:t>Class Exercise</a:t>
            </a:r>
          </a:p>
        </p:txBody>
      </p:sp>
      <p:sp>
        <p:nvSpPr>
          <p:cNvPr id="72707" name="Rectangle 3">
            <a:extLst>
              <a:ext uri="{FF2B5EF4-FFF2-40B4-BE49-F238E27FC236}">
                <a16:creationId xmlns:a16="http://schemas.microsoft.com/office/drawing/2014/main" id="{F56262D4-CE58-A0E3-A902-37FE1BCDA7EB}"/>
              </a:ext>
            </a:extLst>
          </p:cNvPr>
          <p:cNvSpPr>
            <a:spLocks noGrp="1" noChangeArrowheads="1"/>
          </p:cNvSpPr>
          <p:nvPr>
            <p:ph idx="1"/>
          </p:nvPr>
        </p:nvSpPr>
        <p:spPr/>
        <p:txBody>
          <a:bodyPr/>
          <a:lstStyle/>
          <a:p>
            <a:pPr eaLnBrk="1" hangingPunct="1"/>
            <a:r>
              <a:rPr lang="en-US" altLang="en-US"/>
              <a:t>An object-oriented application has  an estimated 50 problem domain cases and a graphical user interface.  Assuming a productivity constant of 18, calculate the number of man-days that will needed to develop the application.</a:t>
            </a:r>
          </a:p>
          <a:p>
            <a:pPr eaLnBrk="1" hangingPunct="1">
              <a:buFontTx/>
              <a:buNone/>
            </a:pPr>
            <a:endParaRPr lang="en-US" altLang="en-US"/>
          </a:p>
        </p:txBody>
      </p:sp>
      <p:sp>
        <p:nvSpPr>
          <p:cNvPr id="72708" name="Date Placeholder 3">
            <a:extLst>
              <a:ext uri="{FF2B5EF4-FFF2-40B4-BE49-F238E27FC236}">
                <a16:creationId xmlns:a16="http://schemas.microsoft.com/office/drawing/2014/main" id="{C91DCAA7-B7A1-D116-8F15-62E7316413FF}"/>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a:latin typeface="Arial" panose="020B0604020202020204" pitchFamily="34" charset="0"/>
              </a:rPr>
              <a:t> </a:t>
            </a:r>
          </a:p>
        </p:txBody>
      </p:sp>
      <p:sp>
        <p:nvSpPr>
          <p:cNvPr id="72709" name="Slide Number Placeholder 1">
            <a:extLst>
              <a:ext uri="{FF2B5EF4-FFF2-40B4-BE49-F238E27FC236}">
                <a16:creationId xmlns:a16="http://schemas.microsoft.com/office/drawing/2014/main" id="{FE9E4E58-EBC4-6435-C1DC-45F79C5D3525}"/>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E0C500A-AB41-DA45-BF29-6952D4B31CA7}" type="slidenum">
              <a:rPr lang="en-US" altLang="en-US" sz="1400"/>
              <a:pPr>
                <a:spcBef>
                  <a:spcPct val="0"/>
                </a:spcBef>
                <a:buFontTx/>
                <a:buNone/>
              </a:pPr>
              <a:t>57</a:t>
            </a:fld>
            <a:endParaRPr lang="en-US" altLang="en-US" sz="140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7" name="Rectangle 2">
            <a:extLst>
              <a:ext uri="{FF2B5EF4-FFF2-40B4-BE49-F238E27FC236}">
                <a16:creationId xmlns:a16="http://schemas.microsoft.com/office/drawing/2014/main" id="{A5179290-9B47-35A5-103F-0C6B20C3E4A9}"/>
              </a:ext>
            </a:extLst>
          </p:cNvPr>
          <p:cNvSpPr>
            <a:spLocks noGrp="1" noChangeArrowheads="1"/>
          </p:cNvSpPr>
          <p:nvPr>
            <p:ph type="title"/>
          </p:nvPr>
        </p:nvSpPr>
        <p:spPr/>
        <p:txBody>
          <a:bodyPr/>
          <a:lstStyle/>
          <a:p>
            <a:pPr eaLnBrk="1" hangingPunct="1">
              <a:defRPr/>
            </a:pPr>
            <a:r>
              <a:rPr lang="en-US"/>
              <a:t>COCOMO</a:t>
            </a:r>
          </a:p>
        </p:txBody>
      </p:sp>
      <p:sp>
        <p:nvSpPr>
          <p:cNvPr id="74755" name="Rectangle 3">
            <a:extLst>
              <a:ext uri="{FF2B5EF4-FFF2-40B4-BE49-F238E27FC236}">
                <a16:creationId xmlns:a16="http://schemas.microsoft.com/office/drawing/2014/main" id="{BCFA44EB-1AFE-24B8-699A-F77A2A0B5712}"/>
              </a:ext>
            </a:extLst>
          </p:cNvPr>
          <p:cNvSpPr>
            <a:spLocks noGrp="1" noChangeArrowheads="1"/>
          </p:cNvSpPr>
          <p:nvPr>
            <p:ph idx="1"/>
          </p:nvPr>
        </p:nvSpPr>
        <p:spPr/>
        <p:txBody>
          <a:bodyPr/>
          <a:lstStyle/>
          <a:p>
            <a:pPr eaLnBrk="1" hangingPunct="1">
              <a:lnSpc>
                <a:spcPct val="90000"/>
              </a:lnSpc>
            </a:pPr>
            <a:r>
              <a:rPr lang="en-US" altLang="en-US"/>
              <a:t>COCOMO is a static single variable model</a:t>
            </a:r>
          </a:p>
          <a:p>
            <a:pPr eaLnBrk="1" hangingPunct="1">
              <a:lnSpc>
                <a:spcPct val="90000"/>
              </a:lnSpc>
            </a:pPr>
            <a:r>
              <a:rPr lang="en-US" altLang="en-US"/>
              <a:t>COCOMO is an acronym for </a:t>
            </a:r>
            <a:r>
              <a:rPr lang="en-US" altLang="en-US" b="1">
                <a:solidFill>
                  <a:srgbClr val="FFC000"/>
                </a:solidFill>
              </a:rPr>
              <a:t>Co</a:t>
            </a:r>
            <a:r>
              <a:rPr lang="en-US" altLang="en-US"/>
              <a:t>nstructive </a:t>
            </a:r>
            <a:r>
              <a:rPr lang="en-US" altLang="en-US" b="1">
                <a:solidFill>
                  <a:srgbClr val="FFC000"/>
                </a:solidFill>
              </a:rPr>
              <a:t>Co</a:t>
            </a:r>
            <a:r>
              <a:rPr lang="en-US" altLang="en-US"/>
              <a:t>st </a:t>
            </a:r>
            <a:r>
              <a:rPr lang="en-US" altLang="en-US" b="1">
                <a:solidFill>
                  <a:srgbClr val="FFC000"/>
                </a:solidFill>
              </a:rPr>
              <a:t>Mo</a:t>
            </a:r>
            <a:r>
              <a:rPr lang="en-US" altLang="en-US"/>
              <a:t>del that was developed by Barry Boehm</a:t>
            </a:r>
          </a:p>
          <a:p>
            <a:pPr eaLnBrk="1" hangingPunct="1">
              <a:lnSpc>
                <a:spcPct val="90000"/>
              </a:lnSpc>
            </a:pPr>
            <a:r>
              <a:rPr lang="en-US" altLang="en-US"/>
              <a:t>The COCOMO models are defined for three classes of software projects. </a:t>
            </a:r>
          </a:p>
          <a:p>
            <a:pPr marL="857250" lvl="2" indent="0" eaLnBrk="1" hangingPunct="1">
              <a:lnSpc>
                <a:spcPct val="90000"/>
              </a:lnSpc>
              <a:buFontTx/>
              <a:buNone/>
            </a:pPr>
            <a:r>
              <a:rPr lang="en-US" altLang="en-US" sz="2800"/>
              <a:t>(1) </a:t>
            </a:r>
            <a:r>
              <a:rPr lang="en-US" altLang="en-US" sz="2800" i="1"/>
              <a:t>organic mode</a:t>
            </a:r>
            <a:endParaRPr lang="en-US" altLang="en-US" sz="2800"/>
          </a:p>
          <a:p>
            <a:pPr marL="857250" lvl="2" indent="0" eaLnBrk="1" hangingPunct="1">
              <a:lnSpc>
                <a:spcPct val="90000"/>
              </a:lnSpc>
              <a:buFontTx/>
              <a:buNone/>
            </a:pPr>
            <a:r>
              <a:rPr lang="en-US" altLang="en-US" sz="2800"/>
              <a:t>(2) </a:t>
            </a:r>
            <a:r>
              <a:rPr lang="en-US" altLang="en-US" sz="2800" i="1"/>
              <a:t>semi-detached mode</a:t>
            </a:r>
            <a:endParaRPr lang="en-US" altLang="en-US" sz="2800"/>
          </a:p>
          <a:p>
            <a:pPr marL="857250" lvl="2" indent="0" eaLnBrk="1" hangingPunct="1">
              <a:lnSpc>
                <a:spcPct val="90000"/>
              </a:lnSpc>
              <a:buFontTx/>
              <a:buNone/>
            </a:pPr>
            <a:r>
              <a:rPr lang="en-US" altLang="en-US" sz="2800"/>
              <a:t>(3) </a:t>
            </a:r>
            <a:r>
              <a:rPr lang="en-US" altLang="en-US" sz="2800" i="1"/>
              <a:t>embedded mode</a:t>
            </a:r>
            <a:r>
              <a:rPr lang="en-US" altLang="en-US" sz="2800"/>
              <a:t> </a:t>
            </a:r>
          </a:p>
        </p:txBody>
      </p:sp>
      <p:sp>
        <p:nvSpPr>
          <p:cNvPr id="74756" name="Date Placeholder 3">
            <a:extLst>
              <a:ext uri="{FF2B5EF4-FFF2-40B4-BE49-F238E27FC236}">
                <a16:creationId xmlns:a16="http://schemas.microsoft.com/office/drawing/2014/main" id="{74EF5BF7-82B4-923F-C359-43C41FBA829C}"/>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a:latin typeface="Arial" panose="020B0604020202020204" pitchFamily="34" charset="0"/>
              </a:rPr>
              <a:t> </a:t>
            </a:r>
          </a:p>
        </p:txBody>
      </p:sp>
      <p:sp>
        <p:nvSpPr>
          <p:cNvPr id="74757" name="Slide Number Placeholder 1">
            <a:extLst>
              <a:ext uri="{FF2B5EF4-FFF2-40B4-BE49-F238E27FC236}">
                <a16:creationId xmlns:a16="http://schemas.microsoft.com/office/drawing/2014/main" id="{E720E46B-13EE-7AAC-59E3-2A4F1DCCD92D}"/>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1B1447DB-E547-2441-AEC2-E19F6CE68445}" type="slidenum">
              <a:rPr lang="en-US" altLang="en-US" sz="1400"/>
              <a:pPr>
                <a:spcBef>
                  <a:spcPct val="0"/>
                </a:spcBef>
                <a:buFontTx/>
                <a:buNone/>
              </a:pPr>
              <a:t>58</a:t>
            </a:fld>
            <a:endParaRPr lang="en-US" altLang="en-US" sz="140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Date Placeholder 3">
            <a:extLst>
              <a:ext uri="{FF2B5EF4-FFF2-40B4-BE49-F238E27FC236}">
                <a16:creationId xmlns:a16="http://schemas.microsoft.com/office/drawing/2014/main" id="{F8CBBE24-DA4B-8F04-BF50-5B0567FF21D2}"/>
              </a:ext>
            </a:extLst>
          </p:cNvPr>
          <p:cNvSpPr>
            <a:spLocks noGrp="1"/>
          </p:cNvSpPr>
          <p:nvPr>
            <p:ph type="dt" sz="quarter" idx="10"/>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tr-TR" sz="1400"/>
              <a:t>26/12/2016</a:t>
            </a:r>
          </a:p>
        </p:txBody>
      </p:sp>
      <p:sp>
        <p:nvSpPr>
          <p:cNvPr id="75779" name="Footer Placeholder 4">
            <a:extLst>
              <a:ext uri="{FF2B5EF4-FFF2-40B4-BE49-F238E27FC236}">
                <a16:creationId xmlns:a16="http://schemas.microsoft.com/office/drawing/2014/main" id="{C5283ED2-F4F9-1E2F-67B9-DBF65EF61B15}"/>
              </a:ext>
            </a:extLst>
          </p:cNvPr>
          <p:cNvSpPr>
            <a:spLocks noGrp="1"/>
          </p:cNvSpPr>
          <p:nvPr>
            <p:ph type="ftr" sz="quarter" idx="11"/>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tr-TR" sz="1400"/>
          </a:p>
        </p:txBody>
      </p:sp>
      <p:sp>
        <p:nvSpPr>
          <p:cNvPr id="75780" name="Slide Number Placeholder 5">
            <a:extLst>
              <a:ext uri="{FF2B5EF4-FFF2-40B4-BE49-F238E27FC236}">
                <a16:creationId xmlns:a16="http://schemas.microsoft.com/office/drawing/2014/main" id="{63756BBB-9E8C-248C-F5D2-AF231A446B75}"/>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1F3AEA4-9930-244A-9EA0-3B12F2646FD2}" type="slidenum">
              <a:rPr lang="en-US" altLang="tr-TR" sz="1400"/>
              <a:pPr>
                <a:spcBef>
                  <a:spcPct val="0"/>
                </a:spcBef>
                <a:buFontTx/>
                <a:buNone/>
              </a:pPr>
              <a:t>59</a:t>
            </a:fld>
            <a:endParaRPr lang="en-US" altLang="tr-TR" sz="1400"/>
          </a:p>
        </p:txBody>
      </p:sp>
      <p:sp>
        <p:nvSpPr>
          <p:cNvPr id="7170" name="Rectangle 2">
            <a:extLst>
              <a:ext uri="{FF2B5EF4-FFF2-40B4-BE49-F238E27FC236}">
                <a16:creationId xmlns:a16="http://schemas.microsoft.com/office/drawing/2014/main" id="{A6D841E6-9F5B-498B-9ED2-91E4AA413676}"/>
              </a:ext>
            </a:extLst>
          </p:cNvPr>
          <p:cNvSpPr>
            <a:spLocks noGrp="1" noChangeArrowheads="1"/>
          </p:cNvSpPr>
          <p:nvPr>
            <p:ph type="title"/>
          </p:nvPr>
        </p:nvSpPr>
        <p:spPr/>
        <p:txBody>
          <a:bodyPr/>
          <a:lstStyle/>
          <a:p>
            <a:pPr>
              <a:defRPr/>
            </a:pPr>
            <a:r>
              <a:rPr lang="en-US" altLang="tr-TR"/>
              <a:t>Introduction to COCOMO models</a:t>
            </a:r>
          </a:p>
        </p:txBody>
      </p:sp>
      <p:sp>
        <p:nvSpPr>
          <p:cNvPr id="75782" name="Rectangle 3">
            <a:extLst>
              <a:ext uri="{FF2B5EF4-FFF2-40B4-BE49-F238E27FC236}">
                <a16:creationId xmlns:a16="http://schemas.microsoft.com/office/drawing/2014/main" id="{1E2F2878-D4B8-56A7-EA1D-4E769BBBEAB5}"/>
              </a:ext>
            </a:extLst>
          </p:cNvPr>
          <p:cNvSpPr>
            <a:spLocks noGrp="1" noChangeArrowheads="1"/>
          </p:cNvSpPr>
          <p:nvPr>
            <p:ph type="body" idx="1"/>
          </p:nvPr>
        </p:nvSpPr>
        <p:spPr/>
        <p:txBody>
          <a:bodyPr/>
          <a:lstStyle/>
          <a:p>
            <a:pPr>
              <a:spcBef>
                <a:spcPts val="500"/>
              </a:spcBef>
              <a:spcAft>
                <a:spcPts val="500"/>
              </a:spcAft>
            </a:pPr>
            <a:r>
              <a:rPr lang="en-US" altLang="tr-TR"/>
              <a:t>The </a:t>
            </a:r>
            <a:r>
              <a:rPr lang="en-US" altLang="tr-TR" b="1">
                <a:solidFill>
                  <a:srgbClr val="FF0000"/>
                </a:solidFill>
              </a:rPr>
              <a:t>COstructive COst Model</a:t>
            </a:r>
            <a:r>
              <a:rPr lang="en-US" altLang="tr-TR"/>
              <a:t> (COCOMO) is the most widely used software estimation model</a:t>
            </a:r>
            <a:r>
              <a:rPr lang="tr-TR" altLang="tr-TR"/>
              <a:t>. </a:t>
            </a:r>
            <a:endParaRPr lang="en-US" altLang="tr-TR"/>
          </a:p>
          <a:p>
            <a:pPr>
              <a:spcBef>
                <a:spcPts val="500"/>
              </a:spcBef>
              <a:spcAft>
                <a:spcPts val="500"/>
              </a:spcAft>
            </a:pPr>
            <a:r>
              <a:rPr lang="en-US" altLang="tr-TR"/>
              <a:t>The COCOMO model predicts the</a:t>
            </a:r>
            <a:r>
              <a:rPr lang="en-US" altLang="tr-TR" b="1"/>
              <a:t> </a:t>
            </a:r>
            <a:r>
              <a:rPr lang="en-US" altLang="tr-TR" b="1">
                <a:solidFill>
                  <a:srgbClr val="FF0000"/>
                </a:solidFill>
              </a:rPr>
              <a:t>effort</a:t>
            </a:r>
            <a:r>
              <a:rPr lang="en-US" altLang="tr-TR">
                <a:solidFill>
                  <a:srgbClr val="FF0000"/>
                </a:solidFill>
              </a:rPr>
              <a:t> </a:t>
            </a:r>
            <a:r>
              <a:rPr lang="en-US" altLang="tr-TR"/>
              <a:t>and </a:t>
            </a:r>
            <a:r>
              <a:rPr lang="en-US" altLang="tr-TR" b="1">
                <a:solidFill>
                  <a:srgbClr val="FF0000"/>
                </a:solidFill>
              </a:rPr>
              <a:t>duration</a:t>
            </a:r>
            <a:r>
              <a:rPr lang="en-US" altLang="tr-TR"/>
              <a:t> of a project based on inputs relating to the size of the resulting systems and a number of "</a:t>
            </a:r>
            <a:r>
              <a:rPr lang="en-US" altLang="tr-TR" b="1"/>
              <a:t>cost drives</a:t>
            </a:r>
            <a:r>
              <a:rPr lang="en-US" altLang="tr-TR"/>
              <a:t>" that affect productivity. </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7" name="Rectangle 2">
            <a:extLst>
              <a:ext uri="{FF2B5EF4-FFF2-40B4-BE49-F238E27FC236}">
                <a16:creationId xmlns:a16="http://schemas.microsoft.com/office/drawing/2014/main" id="{BBDCD2D3-3174-5646-CF7A-F93BCCA44D36}"/>
              </a:ext>
            </a:extLst>
          </p:cNvPr>
          <p:cNvSpPr>
            <a:spLocks noGrp="1" noChangeArrowheads="1"/>
          </p:cNvSpPr>
          <p:nvPr>
            <p:ph type="title"/>
          </p:nvPr>
        </p:nvSpPr>
        <p:spPr>
          <a:xfrm>
            <a:off x="228600" y="76200"/>
            <a:ext cx="7772400" cy="1143000"/>
          </a:xfrm>
        </p:spPr>
        <p:txBody>
          <a:bodyPr>
            <a:normAutofit/>
          </a:bodyPr>
          <a:lstStyle/>
          <a:p>
            <a:pPr eaLnBrk="1" hangingPunct="1">
              <a:defRPr/>
            </a:pPr>
            <a:r>
              <a:rPr lang="en-US" dirty="0"/>
              <a:t>COCOMO</a:t>
            </a:r>
          </a:p>
        </p:txBody>
      </p:sp>
      <p:sp>
        <p:nvSpPr>
          <p:cNvPr id="77827" name="Rectangle 3">
            <a:extLst>
              <a:ext uri="{FF2B5EF4-FFF2-40B4-BE49-F238E27FC236}">
                <a16:creationId xmlns:a16="http://schemas.microsoft.com/office/drawing/2014/main" id="{3573BA5E-961A-37F6-AED8-0D2B43796827}"/>
              </a:ext>
            </a:extLst>
          </p:cNvPr>
          <p:cNvSpPr>
            <a:spLocks noGrp="1" noChangeArrowheads="1"/>
          </p:cNvSpPr>
          <p:nvPr>
            <p:ph idx="1"/>
          </p:nvPr>
        </p:nvSpPr>
        <p:spPr>
          <a:xfrm>
            <a:off x="228600" y="1066800"/>
            <a:ext cx="8229600" cy="5029200"/>
          </a:xfrm>
        </p:spPr>
        <p:txBody>
          <a:bodyPr/>
          <a:lstStyle/>
          <a:p>
            <a:pPr eaLnBrk="1" hangingPunct="1">
              <a:lnSpc>
                <a:spcPct val="90000"/>
              </a:lnSpc>
            </a:pPr>
            <a:r>
              <a:rPr lang="en-US" altLang="en-US"/>
              <a:t>COCOMO is actually a hierarchy of models of the following form</a:t>
            </a:r>
          </a:p>
          <a:p>
            <a:pPr lvl="1" eaLnBrk="1" hangingPunct="1">
              <a:lnSpc>
                <a:spcPct val="90000"/>
              </a:lnSpc>
            </a:pPr>
            <a:r>
              <a:rPr lang="en-US" altLang="en-US">
                <a:solidFill>
                  <a:srgbClr val="FF0000"/>
                </a:solidFill>
              </a:rPr>
              <a:t>Basic COCOMO </a:t>
            </a:r>
            <a:r>
              <a:rPr lang="en-US" altLang="en-US"/>
              <a:t>– estimates software development effort and cost as a function of program size in lines of code</a:t>
            </a:r>
          </a:p>
          <a:p>
            <a:pPr lvl="1" eaLnBrk="1" hangingPunct="1">
              <a:lnSpc>
                <a:spcPct val="90000"/>
              </a:lnSpc>
            </a:pPr>
            <a:r>
              <a:rPr lang="en-US" altLang="en-US">
                <a:solidFill>
                  <a:srgbClr val="FF0000"/>
                </a:solidFill>
              </a:rPr>
              <a:t>Intermediate COCOMO </a:t>
            </a:r>
            <a:r>
              <a:rPr lang="en-US" altLang="en-US"/>
              <a:t>- estimates software development and cost as a function of program size in lines of code and a set of “cost drivers”</a:t>
            </a:r>
          </a:p>
          <a:p>
            <a:pPr lvl="1" eaLnBrk="1" hangingPunct="1">
              <a:lnSpc>
                <a:spcPct val="90000"/>
              </a:lnSpc>
            </a:pPr>
            <a:r>
              <a:rPr lang="en-US" altLang="en-US">
                <a:solidFill>
                  <a:srgbClr val="FF0000"/>
                </a:solidFill>
              </a:rPr>
              <a:t>Advanced COCOMO </a:t>
            </a:r>
            <a:r>
              <a:rPr lang="en-US" altLang="en-US"/>
              <a:t>– incorporates the characteristics of intermediate COCOMO with an assessment of the cost driver impact on each phase of the software development cycle</a:t>
            </a:r>
            <a:endParaRPr lang="tr-TR" altLang="en-US"/>
          </a:p>
          <a:p>
            <a:pPr eaLnBrk="1" hangingPunct="1">
              <a:lnSpc>
                <a:spcPct val="90000"/>
              </a:lnSpc>
            </a:pPr>
            <a:r>
              <a:rPr lang="en-US" altLang="tr-TR" sz="2400" i="1"/>
              <a:t>The more complex models account for more factors that influence software projects, and make more accurate estimates.</a:t>
            </a:r>
            <a:endParaRPr lang="tr-TR" altLang="tr-TR" sz="2400" i="1"/>
          </a:p>
          <a:p>
            <a:pPr eaLnBrk="1" hangingPunct="1">
              <a:lnSpc>
                <a:spcPct val="90000"/>
              </a:lnSpc>
            </a:pPr>
            <a:r>
              <a:rPr lang="tr-TR" altLang="tr-TR" sz="2400" i="1"/>
              <a:t>T</a:t>
            </a:r>
            <a:r>
              <a:rPr lang="en-US" altLang="tr-TR" sz="2400" i="1"/>
              <a:t>he most important factors contributing to a project's duration and cost is the Development Mode</a:t>
            </a:r>
          </a:p>
          <a:p>
            <a:pPr eaLnBrk="1" hangingPunct="1">
              <a:lnSpc>
                <a:spcPct val="90000"/>
              </a:lnSpc>
            </a:pPr>
            <a:endParaRPr lang="en-US" altLang="en-US"/>
          </a:p>
          <a:p>
            <a:pPr lvl="1" eaLnBrk="1" hangingPunct="1">
              <a:lnSpc>
                <a:spcPct val="90000"/>
              </a:lnSpc>
            </a:pPr>
            <a:endParaRPr lang="en-US" altLang="en-US"/>
          </a:p>
        </p:txBody>
      </p:sp>
      <p:sp>
        <p:nvSpPr>
          <p:cNvPr id="77828" name="Date Placeholder 3">
            <a:extLst>
              <a:ext uri="{FF2B5EF4-FFF2-40B4-BE49-F238E27FC236}">
                <a16:creationId xmlns:a16="http://schemas.microsoft.com/office/drawing/2014/main" id="{D5E00E28-81AB-68A4-C943-3AD361EA6FEA}"/>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a:latin typeface="Arial" panose="020B0604020202020204" pitchFamily="34" charset="0"/>
              </a:rPr>
              <a:t> </a:t>
            </a:r>
          </a:p>
        </p:txBody>
      </p:sp>
      <p:sp>
        <p:nvSpPr>
          <p:cNvPr id="77829" name="Slide Number Placeholder 1">
            <a:extLst>
              <a:ext uri="{FF2B5EF4-FFF2-40B4-BE49-F238E27FC236}">
                <a16:creationId xmlns:a16="http://schemas.microsoft.com/office/drawing/2014/main" id="{17506CB5-D0DC-FA55-FE04-4CAD3E345429}"/>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419C2AA-C03C-9C43-BDFC-9108EDBB4BF3}" type="slidenum">
              <a:rPr lang="en-US" altLang="en-US" sz="1400"/>
              <a:pPr>
                <a:spcBef>
                  <a:spcPct val="0"/>
                </a:spcBef>
                <a:buFontTx/>
                <a:buNone/>
              </a:pPr>
              <a:t>60</a:t>
            </a:fld>
            <a:endParaRPr lang="en-US" altLang="en-US" sz="140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9" name="Rectangle 2">
            <a:extLst>
              <a:ext uri="{FF2B5EF4-FFF2-40B4-BE49-F238E27FC236}">
                <a16:creationId xmlns:a16="http://schemas.microsoft.com/office/drawing/2014/main" id="{36F0E1BB-CB60-D28E-9CE2-CDE34316BDD0}"/>
              </a:ext>
            </a:extLst>
          </p:cNvPr>
          <p:cNvSpPr>
            <a:spLocks noGrp="1" noChangeArrowheads="1"/>
          </p:cNvSpPr>
          <p:nvPr>
            <p:ph type="title"/>
          </p:nvPr>
        </p:nvSpPr>
        <p:spPr>
          <a:xfrm>
            <a:off x="304800" y="76200"/>
            <a:ext cx="8534400" cy="762000"/>
          </a:xfrm>
        </p:spPr>
        <p:txBody>
          <a:bodyPr>
            <a:normAutofit fontScale="90000"/>
          </a:bodyPr>
          <a:lstStyle/>
          <a:p>
            <a:pPr eaLnBrk="1" hangingPunct="1">
              <a:defRPr/>
            </a:pPr>
            <a:r>
              <a:rPr lang="en-US" dirty="0"/>
              <a:t>Project Types/Levels of COCOMO</a:t>
            </a:r>
          </a:p>
        </p:txBody>
      </p:sp>
      <p:sp>
        <p:nvSpPr>
          <p:cNvPr id="41990" name="Rectangle 3">
            <a:extLst>
              <a:ext uri="{FF2B5EF4-FFF2-40B4-BE49-F238E27FC236}">
                <a16:creationId xmlns:a16="http://schemas.microsoft.com/office/drawing/2014/main" id="{114E93C0-6CBD-42D9-4DC2-705E055E6F23}"/>
              </a:ext>
            </a:extLst>
          </p:cNvPr>
          <p:cNvSpPr>
            <a:spLocks noGrp="1" noChangeArrowheads="1"/>
          </p:cNvSpPr>
          <p:nvPr>
            <p:ph idx="1"/>
          </p:nvPr>
        </p:nvSpPr>
        <p:spPr>
          <a:xfrm>
            <a:off x="0" y="762000"/>
            <a:ext cx="8991600" cy="5715000"/>
          </a:xfrm>
        </p:spPr>
        <p:txBody>
          <a:bodyPr>
            <a:normAutofit fontScale="92500" lnSpcReduction="20000"/>
          </a:bodyPr>
          <a:lstStyle/>
          <a:p>
            <a:pPr marL="0" indent="0" eaLnBrk="1" hangingPunct="1">
              <a:buFontTx/>
              <a:buNone/>
              <a:defRPr/>
            </a:pPr>
            <a:r>
              <a:rPr lang="en-US" dirty="0"/>
              <a:t>The level of difficulty was broken into three modes</a:t>
            </a:r>
          </a:p>
          <a:p>
            <a:pPr eaLnBrk="1" hangingPunct="1">
              <a:defRPr/>
            </a:pPr>
            <a:r>
              <a:rPr lang="en-US" dirty="0"/>
              <a:t>Organic Mode</a:t>
            </a:r>
          </a:p>
          <a:p>
            <a:pPr lvl="1" eaLnBrk="1" hangingPunct="1">
              <a:defRPr/>
            </a:pPr>
            <a:r>
              <a:rPr lang="en-US" sz="2000" dirty="0"/>
              <a:t>Constraints on development are mild</a:t>
            </a:r>
          </a:p>
          <a:p>
            <a:pPr lvl="1" eaLnBrk="1" hangingPunct="1">
              <a:defRPr/>
            </a:pPr>
            <a:r>
              <a:rPr lang="en-US" sz="2000" dirty="0"/>
              <a:t>Many similar projects previously developed by the organization</a:t>
            </a:r>
          </a:p>
          <a:p>
            <a:pPr lvl="1" eaLnBrk="1" hangingPunct="1">
              <a:defRPr/>
            </a:pPr>
            <a:r>
              <a:rPr lang="en-US" sz="2000" i="1" dirty="0"/>
              <a:t>Relatively small, simple software projects in which small teams with good application experience work to a set of less than rigid requirements (e.g., a thermal analysis program developed for a heat transfer group)</a:t>
            </a:r>
          </a:p>
          <a:p>
            <a:pPr eaLnBrk="1" hangingPunct="1">
              <a:defRPr/>
            </a:pPr>
            <a:r>
              <a:rPr lang="en-US" dirty="0"/>
              <a:t>Semi-detached Mode</a:t>
            </a:r>
          </a:p>
          <a:p>
            <a:pPr lvl="1" eaLnBrk="1" hangingPunct="1">
              <a:defRPr/>
            </a:pPr>
            <a:r>
              <a:rPr lang="en-US" sz="2000" dirty="0"/>
              <a:t>More constraints on development, but some flexibility remains</a:t>
            </a:r>
          </a:p>
          <a:p>
            <a:pPr lvl="1" eaLnBrk="1" hangingPunct="1">
              <a:defRPr/>
            </a:pPr>
            <a:r>
              <a:rPr lang="en-US" sz="2000" dirty="0"/>
              <a:t>Few similar projects previously developed by the organization</a:t>
            </a:r>
          </a:p>
          <a:p>
            <a:pPr lvl="1" eaLnBrk="1" hangingPunct="1">
              <a:defRPr/>
            </a:pPr>
            <a:r>
              <a:rPr lang="en-US" sz="2000" i="1" dirty="0"/>
              <a:t>An intermediate (in size and complexity) software project in which teams with mixed experience levels must meet a mix of rigid and less than rigid requirements (e.g., a transaction processing system with fixed requirements for terminal hardware and data base software)</a:t>
            </a:r>
          </a:p>
          <a:p>
            <a:pPr eaLnBrk="1" hangingPunct="1">
              <a:defRPr/>
            </a:pPr>
            <a:r>
              <a:rPr lang="en-US" dirty="0"/>
              <a:t>Embedded Mode</a:t>
            </a:r>
          </a:p>
          <a:p>
            <a:pPr lvl="1" eaLnBrk="1" hangingPunct="1">
              <a:defRPr/>
            </a:pPr>
            <a:r>
              <a:rPr lang="en-US" sz="2000" dirty="0"/>
              <a:t>Very tight constraints</a:t>
            </a:r>
          </a:p>
          <a:p>
            <a:pPr lvl="1" eaLnBrk="1" hangingPunct="1">
              <a:defRPr/>
            </a:pPr>
            <a:r>
              <a:rPr lang="en-US" sz="2000" dirty="0"/>
              <a:t>No similar projects previously developed</a:t>
            </a:r>
          </a:p>
          <a:p>
            <a:pPr lvl="1" eaLnBrk="1" hangingPunct="1">
              <a:defRPr/>
            </a:pPr>
            <a:r>
              <a:rPr lang="en-US" sz="2000" i="1" dirty="0"/>
              <a:t>A software project that must be developed within a set of tight hardware, software and operational constraints (e.g., flight control software for aircraft).</a:t>
            </a:r>
          </a:p>
          <a:p>
            <a:pPr lvl="2" eaLnBrk="1" hangingPunct="1">
              <a:defRPr/>
            </a:pPr>
            <a:endParaRPr lang="en-US" sz="2000" dirty="0"/>
          </a:p>
        </p:txBody>
      </p:sp>
      <p:sp>
        <p:nvSpPr>
          <p:cNvPr id="78852" name="Date Placeholder 3">
            <a:extLst>
              <a:ext uri="{FF2B5EF4-FFF2-40B4-BE49-F238E27FC236}">
                <a16:creationId xmlns:a16="http://schemas.microsoft.com/office/drawing/2014/main" id="{24795297-DB7E-9EC1-7010-A2327E21C83E}"/>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a:latin typeface="Arial" panose="020B0604020202020204" pitchFamily="34" charset="0"/>
              </a:rPr>
              <a:t> </a:t>
            </a:r>
          </a:p>
        </p:txBody>
      </p:sp>
      <p:sp>
        <p:nvSpPr>
          <p:cNvPr id="78853" name="Slide Number Placeholder 1">
            <a:extLst>
              <a:ext uri="{FF2B5EF4-FFF2-40B4-BE49-F238E27FC236}">
                <a16:creationId xmlns:a16="http://schemas.microsoft.com/office/drawing/2014/main" id="{448096F6-5824-D969-989A-802D48218503}"/>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B91F6A5F-D1BB-5D44-A449-FB116454336D}" type="slidenum">
              <a:rPr lang="en-US" altLang="en-US" sz="1400"/>
              <a:pPr>
                <a:spcBef>
                  <a:spcPct val="0"/>
                </a:spcBef>
                <a:buFontTx/>
                <a:buNone/>
              </a:pPr>
              <a:t>61</a:t>
            </a:fld>
            <a:endParaRPr lang="en-US" altLang="en-US" sz="140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Date Placeholder 3">
            <a:extLst>
              <a:ext uri="{FF2B5EF4-FFF2-40B4-BE49-F238E27FC236}">
                <a16:creationId xmlns:a16="http://schemas.microsoft.com/office/drawing/2014/main" id="{D4A6A424-E4B9-1F8F-DBB7-299501EC342B}"/>
              </a:ext>
            </a:extLst>
          </p:cNvPr>
          <p:cNvSpPr>
            <a:spLocks noGrp="1"/>
          </p:cNvSpPr>
          <p:nvPr>
            <p:ph type="dt" sz="quarter" idx="10"/>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tr-TR" sz="1400"/>
              <a:t>26/12/2016</a:t>
            </a:r>
          </a:p>
        </p:txBody>
      </p:sp>
      <p:sp>
        <p:nvSpPr>
          <p:cNvPr id="80899" name="Footer Placeholder 4">
            <a:extLst>
              <a:ext uri="{FF2B5EF4-FFF2-40B4-BE49-F238E27FC236}">
                <a16:creationId xmlns:a16="http://schemas.microsoft.com/office/drawing/2014/main" id="{4E9B82F9-E418-0C5E-88A3-DCCAF56867A6}"/>
              </a:ext>
            </a:extLst>
          </p:cNvPr>
          <p:cNvSpPr>
            <a:spLocks noGrp="1"/>
          </p:cNvSpPr>
          <p:nvPr>
            <p:ph type="ftr" sz="quarter" idx="11"/>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tr-TR" sz="1400"/>
          </a:p>
        </p:txBody>
      </p:sp>
      <p:sp>
        <p:nvSpPr>
          <p:cNvPr id="80900" name="Slide Number Placeholder 5">
            <a:extLst>
              <a:ext uri="{FF2B5EF4-FFF2-40B4-BE49-F238E27FC236}">
                <a16:creationId xmlns:a16="http://schemas.microsoft.com/office/drawing/2014/main" id="{3A3E84B5-60A1-3E66-35BC-E51BFE004CA4}"/>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C0B5F15-93C2-E741-A3C3-E1919570F391}" type="slidenum">
              <a:rPr lang="en-US" altLang="tr-TR" sz="1400"/>
              <a:pPr>
                <a:spcBef>
                  <a:spcPct val="0"/>
                </a:spcBef>
                <a:buFontTx/>
                <a:buNone/>
              </a:pPr>
              <a:t>62</a:t>
            </a:fld>
            <a:endParaRPr lang="en-US" altLang="tr-TR" sz="1400"/>
          </a:p>
        </p:txBody>
      </p:sp>
      <p:sp>
        <p:nvSpPr>
          <p:cNvPr id="15362" name="Rectangle 2">
            <a:extLst>
              <a:ext uri="{FF2B5EF4-FFF2-40B4-BE49-F238E27FC236}">
                <a16:creationId xmlns:a16="http://schemas.microsoft.com/office/drawing/2014/main" id="{96F4A8A6-6534-B80F-68F7-76DC8430687B}"/>
              </a:ext>
            </a:extLst>
          </p:cNvPr>
          <p:cNvSpPr>
            <a:spLocks noGrp="1" noChangeArrowheads="1"/>
          </p:cNvSpPr>
          <p:nvPr>
            <p:ph type="title"/>
          </p:nvPr>
        </p:nvSpPr>
        <p:spPr/>
        <p:txBody>
          <a:bodyPr/>
          <a:lstStyle/>
          <a:p>
            <a:pPr>
              <a:defRPr/>
            </a:pPr>
            <a:r>
              <a:rPr lang="en-US" altLang="tr-TR"/>
              <a:t>Modes </a:t>
            </a:r>
          </a:p>
        </p:txBody>
      </p:sp>
      <p:graphicFrame>
        <p:nvGraphicFramePr>
          <p:cNvPr id="80902" name="Object 3">
            <a:extLst>
              <a:ext uri="{FF2B5EF4-FFF2-40B4-BE49-F238E27FC236}">
                <a16:creationId xmlns:a16="http://schemas.microsoft.com/office/drawing/2014/main" id="{D6904422-264D-AD67-2888-B90F64543FE4}"/>
              </a:ext>
            </a:extLst>
          </p:cNvPr>
          <p:cNvGraphicFramePr>
            <a:graphicFrameLocks noChangeAspect="1"/>
          </p:cNvGraphicFramePr>
          <p:nvPr>
            <p:ph type="tbl" idx="1"/>
          </p:nvPr>
        </p:nvGraphicFramePr>
        <p:xfrm>
          <a:off x="762000" y="1603375"/>
          <a:ext cx="7486650" cy="6046788"/>
        </p:xfrm>
        <a:graphic>
          <a:graphicData uri="http://schemas.openxmlformats.org/presentationml/2006/ole">
            <mc:AlternateContent xmlns:mc="http://schemas.openxmlformats.org/markup-compatibility/2006">
              <mc:Choice xmlns:v="urn:schemas-microsoft-com:vml" Requires="v">
                <p:oleObj name="Document" r:id="rId2" imgW="27597100" imgH="22288500" progId="Word.Document.8">
                  <p:embed/>
                </p:oleObj>
              </mc:Choice>
              <mc:Fallback>
                <p:oleObj name="Document" r:id="rId2" imgW="27597100" imgH="22288500" progId="Word.Document.8">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603375"/>
                        <a:ext cx="7486650" cy="60467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Date Placeholder 3">
            <a:extLst>
              <a:ext uri="{FF2B5EF4-FFF2-40B4-BE49-F238E27FC236}">
                <a16:creationId xmlns:a16="http://schemas.microsoft.com/office/drawing/2014/main" id="{4CAD5575-61AB-C77B-1888-F73CC8FD6130}"/>
              </a:ext>
            </a:extLst>
          </p:cNvPr>
          <p:cNvSpPr>
            <a:spLocks noGrp="1"/>
          </p:cNvSpPr>
          <p:nvPr>
            <p:ph type="dt" sz="quarter" idx="10"/>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tr-TR" sz="1400"/>
              <a:t>26/12/2016</a:t>
            </a:r>
          </a:p>
        </p:txBody>
      </p:sp>
      <p:sp>
        <p:nvSpPr>
          <p:cNvPr id="81923" name="Footer Placeholder 4">
            <a:extLst>
              <a:ext uri="{FF2B5EF4-FFF2-40B4-BE49-F238E27FC236}">
                <a16:creationId xmlns:a16="http://schemas.microsoft.com/office/drawing/2014/main" id="{2BDDF6C6-4B5A-7762-FEE6-EB8A3C080D66}"/>
              </a:ext>
            </a:extLst>
          </p:cNvPr>
          <p:cNvSpPr>
            <a:spLocks noGrp="1"/>
          </p:cNvSpPr>
          <p:nvPr>
            <p:ph type="ftr" sz="quarter" idx="11"/>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tr-TR" sz="1400"/>
          </a:p>
        </p:txBody>
      </p:sp>
      <p:sp>
        <p:nvSpPr>
          <p:cNvPr id="81924" name="Slide Number Placeholder 5">
            <a:extLst>
              <a:ext uri="{FF2B5EF4-FFF2-40B4-BE49-F238E27FC236}">
                <a16:creationId xmlns:a16="http://schemas.microsoft.com/office/drawing/2014/main" id="{E2905196-AEF9-743E-570F-7EAD999F50C4}"/>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07ECCFCE-202C-6449-9869-181D25C654A5}" type="slidenum">
              <a:rPr lang="en-US" altLang="tr-TR" sz="1400"/>
              <a:pPr>
                <a:spcBef>
                  <a:spcPct val="0"/>
                </a:spcBef>
                <a:buFontTx/>
                <a:buNone/>
              </a:pPr>
              <a:t>63</a:t>
            </a:fld>
            <a:endParaRPr lang="en-US" altLang="tr-TR" sz="1400"/>
          </a:p>
        </p:txBody>
      </p:sp>
      <p:sp>
        <p:nvSpPr>
          <p:cNvPr id="16386" name="Rectangle 2">
            <a:extLst>
              <a:ext uri="{FF2B5EF4-FFF2-40B4-BE49-F238E27FC236}">
                <a16:creationId xmlns:a16="http://schemas.microsoft.com/office/drawing/2014/main" id="{205F9FD6-2865-85B2-4E09-823C769EE86A}"/>
              </a:ext>
            </a:extLst>
          </p:cNvPr>
          <p:cNvSpPr>
            <a:spLocks noGrp="1" noChangeArrowheads="1"/>
          </p:cNvSpPr>
          <p:nvPr>
            <p:ph type="title"/>
          </p:nvPr>
        </p:nvSpPr>
        <p:spPr/>
        <p:txBody>
          <a:bodyPr/>
          <a:lstStyle/>
          <a:p>
            <a:pPr>
              <a:defRPr/>
            </a:pPr>
            <a:r>
              <a:rPr lang="en-US" altLang="tr-TR"/>
              <a:t>Modes (.) </a:t>
            </a:r>
          </a:p>
        </p:txBody>
      </p:sp>
      <p:graphicFrame>
        <p:nvGraphicFramePr>
          <p:cNvPr id="81926" name="Object 3">
            <a:extLst>
              <a:ext uri="{FF2B5EF4-FFF2-40B4-BE49-F238E27FC236}">
                <a16:creationId xmlns:a16="http://schemas.microsoft.com/office/drawing/2014/main" id="{898B8543-65EB-3E94-3415-D128BF4C5B1E}"/>
              </a:ext>
            </a:extLst>
          </p:cNvPr>
          <p:cNvGraphicFramePr>
            <a:graphicFrameLocks noChangeAspect="1"/>
          </p:cNvGraphicFramePr>
          <p:nvPr>
            <p:ph type="tbl" idx="1"/>
          </p:nvPr>
        </p:nvGraphicFramePr>
        <p:xfrm>
          <a:off x="914400" y="1606550"/>
          <a:ext cx="7219950" cy="6043613"/>
        </p:xfrm>
        <a:graphic>
          <a:graphicData uri="http://schemas.openxmlformats.org/presentationml/2006/ole">
            <mc:AlternateContent xmlns:mc="http://schemas.openxmlformats.org/markup-compatibility/2006">
              <mc:Choice xmlns:v="urn:schemas-microsoft-com:vml" Requires="v">
                <p:oleObj name="Document" r:id="rId2" imgW="26060400" imgH="21818600" progId="Word.Document.8">
                  <p:embed/>
                </p:oleObj>
              </mc:Choice>
              <mc:Fallback>
                <p:oleObj name="Document" r:id="rId2" imgW="26060400" imgH="21818600" progId="Word.Document.8">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606550"/>
                        <a:ext cx="7219950" cy="60436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Date Placeholder 3">
            <a:extLst>
              <a:ext uri="{FF2B5EF4-FFF2-40B4-BE49-F238E27FC236}">
                <a16:creationId xmlns:a16="http://schemas.microsoft.com/office/drawing/2014/main" id="{5BCFD02F-DC85-3D35-242A-BC9214BBD4C3}"/>
              </a:ext>
            </a:extLst>
          </p:cNvPr>
          <p:cNvSpPr>
            <a:spLocks noGrp="1"/>
          </p:cNvSpPr>
          <p:nvPr>
            <p:ph type="dt" sz="quarter" idx="10"/>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tr-TR" sz="1400"/>
              <a:t>26/12/2016</a:t>
            </a:r>
          </a:p>
        </p:txBody>
      </p:sp>
      <p:sp>
        <p:nvSpPr>
          <p:cNvPr id="82947" name="Footer Placeholder 4">
            <a:extLst>
              <a:ext uri="{FF2B5EF4-FFF2-40B4-BE49-F238E27FC236}">
                <a16:creationId xmlns:a16="http://schemas.microsoft.com/office/drawing/2014/main" id="{D8853ACB-B1CD-74E7-E643-372AE8C0173C}"/>
              </a:ext>
            </a:extLst>
          </p:cNvPr>
          <p:cNvSpPr>
            <a:spLocks noGrp="1"/>
          </p:cNvSpPr>
          <p:nvPr>
            <p:ph type="ftr" sz="quarter" idx="11"/>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tr-TR" sz="1400"/>
          </a:p>
        </p:txBody>
      </p:sp>
      <p:sp>
        <p:nvSpPr>
          <p:cNvPr id="82948" name="Slide Number Placeholder 5">
            <a:extLst>
              <a:ext uri="{FF2B5EF4-FFF2-40B4-BE49-F238E27FC236}">
                <a16:creationId xmlns:a16="http://schemas.microsoft.com/office/drawing/2014/main" id="{12A05F5F-454D-92AD-D8A4-47723065298E}"/>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0059B1A7-2870-924A-9B7D-9BEA8437ED43}" type="slidenum">
              <a:rPr lang="en-US" altLang="tr-TR" sz="1400"/>
              <a:pPr>
                <a:spcBef>
                  <a:spcPct val="0"/>
                </a:spcBef>
                <a:buFontTx/>
                <a:buNone/>
              </a:pPr>
              <a:t>64</a:t>
            </a:fld>
            <a:endParaRPr lang="en-US" altLang="tr-TR" sz="1400"/>
          </a:p>
        </p:txBody>
      </p:sp>
      <p:sp>
        <p:nvSpPr>
          <p:cNvPr id="2" name="Rectangle 2">
            <a:extLst>
              <a:ext uri="{FF2B5EF4-FFF2-40B4-BE49-F238E27FC236}">
                <a16:creationId xmlns:a16="http://schemas.microsoft.com/office/drawing/2014/main" id="{2E8D6AD8-D5A9-BE3D-1D8D-80F876E36040}"/>
              </a:ext>
            </a:extLst>
          </p:cNvPr>
          <p:cNvSpPr>
            <a:spLocks noGrp="1" noChangeArrowheads="1"/>
          </p:cNvSpPr>
          <p:nvPr>
            <p:ph type="title"/>
          </p:nvPr>
        </p:nvSpPr>
        <p:spPr/>
        <p:txBody>
          <a:bodyPr/>
          <a:lstStyle/>
          <a:p>
            <a:pPr>
              <a:defRPr/>
            </a:pPr>
            <a:r>
              <a:rPr lang="en-US" altLang="tr-TR"/>
              <a:t>Effort Computation</a:t>
            </a:r>
          </a:p>
        </p:txBody>
      </p:sp>
      <p:sp>
        <p:nvSpPr>
          <p:cNvPr id="82950" name="Rectangle 3">
            <a:extLst>
              <a:ext uri="{FF2B5EF4-FFF2-40B4-BE49-F238E27FC236}">
                <a16:creationId xmlns:a16="http://schemas.microsoft.com/office/drawing/2014/main" id="{18EB1088-3C90-0327-E8F3-2B2E3815F61F}"/>
              </a:ext>
            </a:extLst>
          </p:cNvPr>
          <p:cNvSpPr>
            <a:spLocks noGrp="1" noChangeArrowheads="1"/>
          </p:cNvSpPr>
          <p:nvPr>
            <p:ph type="body" idx="1"/>
          </p:nvPr>
        </p:nvSpPr>
        <p:spPr/>
        <p:txBody>
          <a:bodyPr/>
          <a:lstStyle/>
          <a:p>
            <a:r>
              <a:rPr lang="en-US" altLang="tr-TR" sz="2400"/>
              <a:t>The </a:t>
            </a:r>
            <a:r>
              <a:rPr lang="en-US" altLang="tr-TR" sz="2400" b="1">
                <a:solidFill>
                  <a:srgbClr val="FF0000"/>
                </a:solidFill>
              </a:rPr>
              <a:t>Basic COCOMO model</a:t>
            </a:r>
            <a:r>
              <a:rPr lang="en-US" altLang="tr-TR" sz="2400"/>
              <a:t> computes effort as a function of program size. The Basic COCOMO equation is:</a:t>
            </a:r>
            <a:endParaRPr lang="en-US" altLang="tr-TR" b="1" i="1"/>
          </a:p>
          <a:p>
            <a:pPr lvl="1"/>
            <a:r>
              <a:rPr lang="en-US" altLang="tr-TR" b="1" i="1"/>
              <a:t>E</a:t>
            </a:r>
            <a:r>
              <a:rPr lang="tr-TR" altLang="tr-TR" b="1" i="1"/>
              <a:t>ffort</a:t>
            </a:r>
            <a:r>
              <a:rPr lang="en-US" altLang="tr-TR" b="1" i="1"/>
              <a:t> = aKLOC^b</a:t>
            </a:r>
          </a:p>
          <a:p>
            <a:r>
              <a:rPr lang="en-US" altLang="tr-TR" sz="2400"/>
              <a:t>Effort for three modes of Basic COCOMO.</a:t>
            </a:r>
            <a:r>
              <a:rPr lang="en-US" altLang="tr-TR" sz="2400" b="1" i="1"/>
              <a:t> </a:t>
            </a:r>
          </a:p>
          <a:p>
            <a:endParaRPr lang="en-US" altLang="tr-TR" sz="2400" b="1"/>
          </a:p>
          <a:p>
            <a:endParaRPr lang="en-US" altLang="tr-TR" b="1"/>
          </a:p>
        </p:txBody>
      </p:sp>
      <p:graphicFrame>
        <p:nvGraphicFramePr>
          <p:cNvPr id="37915" name="Group 27">
            <a:extLst>
              <a:ext uri="{FF2B5EF4-FFF2-40B4-BE49-F238E27FC236}">
                <a16:creationId xmlns:a16="http://schemas.microsoft.com/office/drawing/2014/main" id="{C4DFBF5A-D4FA-9F46-ACA7-A8197423A598}"/>
              </a:ext>
            </a:extLst>
          </p:cNvPr>
          <p:cNvGraphicFramePr>
            <a:graphicFrameLocks noGrp="1"/>
          </p:cNvGraphicFramePr>
          <p:nvPr/>
        </p:nvGraphicFramePr>
        <p:xfrm>
          <a:off x="2057400" y="4114800"/>
          <a:ext cx="4419600" cy="2133600"/>
        </p:xfrm>
        <a:graphic>
          <a:graphicData uri="http://schemas.openxmlformats.org/drawingml/2006/table">
            <a:tbl>
              <a:tblPr/>
              <a:tblGrid>
                <a:gridCol w="1473200">
                  <a:extLst>
                    <a:ext uri="{9D8B030D-6E8A-4147-A177-3AD203B41FA5}">
                      <a16:colId xmlns:a16="http://schemas.microsoft.com/office/drawing/2014/main" val="20000"/>
                    </a:ext>
                  </a:extLst>
                </a:gridCol>
                <a:gridCol w="1473200">
                  <a:extLst>
                    <a:ext uri="{9D8B030D-6E8A-4147-A177-3AD203B41FA5}">
                      <a16:colId xmlns:a16="http://schemas.microsoft.com/office/drawing/2014/main" val="20001"/>
                    </a:ext>
                  </a:extLst>
                </a:gridCol>
                <a:gridCol w="1473200">
                  <a:extLst>
                    <a:ext uri="{9D8B030D-6E8A-4147-A177-3AD203B41FA5}">
                      <a16:colId xmlns:a16="http://schemas.microsoft.com/office/drawing/2014/main" val="20002"/>
                    </a:ext>
                  </a:extLst>
                </a:gridCol>
              </a:tblGrid>
              <a:tr h="69496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tr-TR" sz="1800" b="1" i="0" u="none" strike="noStrike" cap="none" normalizeH="0" baseline="0">
                          <a:ln>
                            <a:noFill/>
                          </a:ln>
                          <a:solidFill>
                            <a:schemeClr val="tx1"/>
                          </a:solidFill>
                          <a:effectLst/>
                          <a:latin typeface="Times New Roman" panose="02020603050405020304" pitchFamily="18" charset="0"/>
                        </a:rPr>
                        <a:t>Mode</a:t>
                      </a: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tr-TR" sz="1800" b="1" i="0" u="none" strike="noStrike" cap="none" normalizeH="0" baseline="0">
                          <a:ln>
                            <a:noFill/>
                          </a:ln>
                          <a:solidFill>
                            <a:schemeClr val="tx1"/>
                          </a:solidFill>
                          <a:effectLst/>
                          <a:latin typeface="Times New Roman" panose="02020603050405020304" pitchFamily="18" charset="0"/>
                        </a:rPr>
                        <a:t> a</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tr-TR" sz="1800" b="1" i="0" u="none" strike="noStrike" cap="none" normalizeH="0" baseline="0">
                          <a:ln>
                            <a:noFill/>
                          </a:ln>
                          <a:solidFill>
                            <a:schemeClr val="tx1"/>
                          </a:solidFill>
                          <a:effectLst/>
                          <a:latin typeface="Times New Roman" panose="02020603050405020304" pitchFamily="18" charset="0"/>
                        </a:rPr>
                        <a:t> b</a:t>
                      </a:r>
                    </a:p>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tr-TR" sz="1800" b="1" i="0" u="none" strike="noStrike" cap="none" normalizeH="0" baseline="0">
                        <a:ln>
                          <a:noFill/>
                        </a:ln>
                        <a:solidFill>
                          <a:schemeClr val="tx1"/>
                        </a:solidFill>
                        <a:effectLst/>
                        <a:latin typeface="Times New Roman" panose="02020603050405020304" pitchFamily="18" charset="0"/>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3237">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tr-TR" sz="1800" b="0" i="1" u="none" strike="noStrike" cap="none" normalizeH="0" baseline="0">
                          <a:ln>
                            <a:noFill/>
                          </a:ln>
                          <a:solidFill>
                            <a:schemeClr val="tx1"/>
                          </a:solidFill>
                          <a:effectLst/>
                          <a:latin typeface="Times New Roman" panose="02020603050405020304" pitchFamily="18" charset="0"/>
                        </a:rPr>
                        <a:t>Organic</a:t>
                      </a: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tr-TR" sz="1800" b="0" i="0" u="none" strike="noStrike" cap="none" normalizeH="0" baseline="0">
                          <a:ln>
                            <a:noFill/>
                          </a:ln>
                          <a:solidFill>
                            <a:schemeClr val="tx1"/>
                          </a:solidFill>
                          <a:effectLst/>
                          <a:latin typeface="Times New Roman" panose="02020603050405020304" pitchFamily="18" charset="0"/>
                        </a:rPr>
                        <a:t>2.4</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tr-TR" sz="1800" b="0" i="0" u="none" strike="noStrike" cap="none" normalizeH="0" baseline="0">
                          <a:ln>
                            <a:noFill/>
                          </a:ln>
                          <a:solidFill>
                            <a:schemeClr val="tx1"/>
                          </a:solidFill>
                          <a:effectLst/>
                          <a:latin typeface="Times New Roman" panose="02020603050405020304" pitchFamily="18" charset="0"/>
                        </a:rPr>
                        <a:t>1.05</a:t>
                      </a: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40099">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tr-TR" sz="1800" b="0" i="1" u="none" strike="noStrike" cap="none" normalizeH="0" baseline="0">
                          <a:ln>
                            <a:noFill/>
                          </a:ln>
                          <a:solidFill>
                            <a:schemeClr val="tx1"/>
                          </a:solidFill>
                          <a:effectLst/>
                          <a:latin typeface="Times New Roman" panose="02020603050405020304" pitchFamily="18" charset="0"/>
                        </a:rPr>
                        <a:t>Semi-detached</a:t>
                      </a: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tr-TR" sz="1800" b="0" i="0" u="none" strike="noStrike" cap="none" normalizeH="0" baseline="0">
                          <a:ln>
                            <a:noFill/>
                          </a:ln>
                          <a:solidFill>
                            <a:schemeClr val="tx1"/>
                          </a:solidFill>
                          <a:effectLst/>
                          <a:latin typeface="Times New Roman" panose="02020603050405020304" pitchFamily="18" charset="0"/>
                        </a:rPr>
                        <a:t>3.0</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tr-TR" sz="1800" b="0" i="0" u="none" strike="noStrike" cap="none" normalizeH="0" baseline="0">
                          <a:ln>
                            <a:noFill/>
                          </a:ln>
                          <a:solidFill>
                            <a:schemeClr val="tx1"/>
                          </a:solidFill>
                          <a:effectLst/>
                          <a:latin typeface="Times New Roman" panose="02020603050405020304" pitchFamily="18" charset="0"/>
                        </a:rPr>
                        <a:t>1.12</a:t>
                      </a: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5300">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tr-TR" sz="1800" b="0" i="1" u="none" strike="noStrike" cap="none" normalizeH="0" baseline="0">
                          <a:ln>
                            <a:noFill/>
                          </a:ln>
                          <a:solidFill>
                            <a:schemeClr val="tx1"/>
                          </a:solidFill>
                          <a:effectLst/>
                          <a:latin typeface="Times New Roman" panose="02020603050405020304" pitchFamily="18" charset="0"/>
                        </a:rPr>
                        <a:t>Embedded</a:t>
                      </a: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tr-TR" sz="1800" b="0" i="0" u="none" strike="noStrike" cap="none" normalizeH="0" baseline="0">
                          <a:ln>
                            <a:noFill/>
                          </a:ln>
                          <a:solidFill>
                            <a:schemeClr val="tx1"/>
                          </a:solidFill>
                          <a:effectLst/>
                          <a:latin typeface="Times New Roman" panose="02020603050405020304" pitchFamily="18" charset="0"/>
                        </a:rPr>
                        <a:t>3.6</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tr-TR" sz="1800" b="0" i="0" u="none" strike="noStrike" cap="none" normalizeH="0" baseline="0">
                          <a:ln>
                            <a:noFill/>
                          </a:ln>
                          <a:solidFill>
                            <a:schemeClr val="tx1"/>
                          </a:solidFill>
                          <a:effectLst/>
                          <a:latin typeface="Times New Roman" panose="02020603050405020304" pitchFamily="18" charset="0"/>
                        </a:rPr>
                        <a:t>1.20</a:t>
                      </a: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Date Placeholder 3">
            <a:extLst>
              <a:ext uri="{FF2B5EF4-FFF2-40B4-BE49-F238E27FC236}">
                <a16:creationId xmlns:a16="http://schemas.microsoft.com/office/drawing/2014/main" id="{9E924DCE-68A1-C006-4F33-ABDDF75ABABC}"/>
              </a:ext>
            </a:extLst>
          </p:cNvPr>
          <p:cNvSpPr>
            <a:spLocks noGrp="1"/>
          </p:cNvSpPr>
          <p:nvPr>
            <p:ph type="dt" sz="quarter" idx="10"/>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tr-TR" sz="1400"/>
              <a:t>26/12/2016</a:t>
            </a:r>
          </a:p>
        </p:txBody>
      </p:sp>
      <p:sp>
        <p:nvSpPr>
          <p:cNvPr id="83971" name="Footer Placeholder 4">
            <a:extLst>
              <a:ext uri="{FF2B5EF4-FFF2-40B4-BE49-F238E27FC236}">
                <a16:creationId xmlns:a16="http://schemas.microsoft.com/office/drawing/2014/main" id="{219B08B4-24AA-0FA6-0FCA-187ACE38AD98}"/>
              </a:ext>
            </a:extLst>
          </p:cNvPr>
          <p:cNvSpPr>
            <a:spLocks noGrp="1"/>
          </p:cNvSpPr>
          <p:nvPr>
            <p:ph type="ftr" sz="quarter" idx="11"/>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tr-TR" sz="1400"/>
          </a:p>
        </p:txBody>
      </p:sp>
      <p:sp>
        <p:nvSpPr>
          <p:cNvPr id="83972" name="Slide Number Placeholder 5">
            <a:extLst>
              <a:ext uri="{FF2B5EF4-FFF2-40B4-BE49-F238E27FC236}">
                <a16:creationId xmlns:a16="http://schemas.microsoft.com/office/drawing/2014/main" id="{26037B22-1157-28CA-FDCA-CCC052B1CE4F}"/>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E824076-B79B-2342-AE80-713B0DE19410}" type="slidenum">
              <a:rPr lang="en-US" altLang="tr-TR" sz="1400"/>
              <a:pPr>
                <a:spcBef>
                  <a:spcPct val="0"/>
                </a:spcBef>
                <a:buFontTx/>
                <a:buNone/>
              </a:pPr>
              <a:t>65</a:t>
            </a:fld>
            <a:endParaRPr lang="en-US" altLang="tr-TR" sz="1400"/>
          </a:p>
        </p:txBody>
      </p:sp>
      <p:sp>
        <p:nvSpPr>
          <p:cNvPr id="45058" name="Rectangle 2">
            <a:extLst>
              <a:ext uri="{FF2B5EF4-FFF2-40B4-BE49-F238E27FC236}">
                <a16:creationId xmlns:a16="http://schemas.microsoft.com/office/drawing/2014/main" id="{90970C9B-5859-B11C-68A8-6671C904A75D}"/>
              </a:ext>
            </a:extLst>
          </p:cNvPr>
          <p:cNvSpPr>
            <a:spLocks noGrp="1" noChangeArrowheads="1"/>
          </p:cNvSpPr>
          <p:nvPr>
            <p:ph type="title"/>
          </p:nvPr>
        </p:nvSpPr>
        <p:spPr/>
        <p:txBody>
          <a:bodyPr/>
          <a:lstStyle/>
          <a:p>
            <a:pPr>
              <a:defRPr/>
            </a:pPr>
            <a:r>
              <a:rPr lang="en-US" altLang="tr-TR"/>
              <a:t>Example</a:t>
            </a:r>
          </a:p>
        </p:txBody>
      </p:sp>
      <p:pic>
        <p:nvPicPr>
          <p:cNvPr id="83974" name="Picture 5" descr="CostEffort10">
            <a:extLst>
              <a:ext uri="{FF2B5EF4-FFF2-40B4-BE49-F238E27FC236}">
                <a16:creationId xmlns:a16="http://schemas.microsoft.com/office/drawing/2014/main" id="{EC3B4DDB-358C-C9DB-9DBA-0AA6081D53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2057400"/>
            <a:ext cx="3810000" cy="137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83975" name="Object 6">
            <a:extLst>
              <a:ext uri="{FF2B5EF4-FFF2-40B4-BE49-F238E27FC236}">
                <a16:creationId xmlns:a16="http://schemas.microsoft.com/office/drawing/2014/main" id="{ACC795C9-C5D6-E050-C278-35E3CE16D149}"/>
              </a:ext>
            </a:extLst>
          </p:cNvPr>
          <p:cNvGraphicFramePr>
            <a:graphicFrameLocks noChangeAspect="1"/>
          </p:cNvGraphicFramePr>
          <p:nvPr/>
        </p:nvGraphicFramePr>
        <p:xfrm>
          <a:off x="1524000" y="3733800"/>
          <a:ext cx="5486400" cy="1917700"/>
        </p:xfrm>
        <a:graphic>
          <a:graphicData uri="http://schemas.openxmlformats.org/presentationml/2006/ole">
            <mc:AlternateContent xmlns:mc="http://schemas.openxmlformats.org/markup-compatibility/2006">
              <mc:Choice xmlns:v="urn:schemas-microsoft-com:vml" Requires="v">
                <p:oleObj name="Bitmap Image" r:id="rId3" imgW="2108200" imgH="736600" progId="Paint.Picture">
                  <p:embed/>
                </p:oleObj>
              </mc:Choice>
              <mc:Fallback>
                <p:oleObj name="Bitmap Image" r:id="rId3" imgW="2108200" imgH="736600" progId="Paint.Picture">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3733800"/>
                        <a:ext cx="5486400"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D48C6313-9E71-F741-19DA-94CBDE219CCA}"/>
              </a:ext>
            </a:extLst>
          </p:cNvPr>
          <p:cNvSpPr>
            <a:spLocks noGrp="1" noChangeArrowheads="1"/>
          </p:cNvSpPr>
          <p:nvPr>
            <p:ph type="title"/>
          </p:nvPr>
        </p:nvSpPr>
        <p:spPr/>
        <p:txBody>
          <a:bodyPr/>
          <a:lstStyle/>
          <a:p>
            <a:pPr>
              <a:defRPr/>
            </a:pPr>
            <a:r>
              <a:rPr lang="en-US" altLang="en-US"/>
              <a:t>Example</a:t>
            </a:r>
          </a:p>
        </p:txBody>
      </p:sp>
      <p:sp>
        <p:nvSpPr>
          <p:cNvPr id="84995" name="Slide Number Placeholder 5">
            <a:extLst>
              <a:ext uri="{FF2B5EF4-FFF2-40B4-BE49-F238E27FC236}">
                <a16:creationId xmlns:a16="http://schemas.microsoft.com/office/drawing/2014/main" id="{F238F3A8-9E61-B883-0526-1FEC7BB7BD48}"/>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2C0CB8B0-FDCB-564D-AEF6-1A8C0AA9B9CE}" type="slidenum">
              <a:rPr lang="en-US" altLang="en-US" sz="1400"/>
              <a:pPr>
                <a:spcBef>
                  <a:spcPct val="0"/>
                </a:spcBef>
                <a:buFontTx/>
                <a:buNone/>
              </a:pPr>
              <a:t>66</a:t>
            </a:fld>
            <a:endParaRPr lang="en-US" altLang="en-US" sz="1400"/>
          </a:p>
        </p:txBody>
      </p:sp>
      <p:pic>
        <p:nvPicPr>
          <p:cNvPr id="84996" name="Picture 5" descr="CostEffort10">
            <a:extLst>
              <a:ext uri="{FF2B5EF4-FFF2-40B4-BE49-F238E27FC236}">
                <a16:creationId xmlns:a16="http://schemas.microsoft.com/office/drawing/2014/main" id="{7BFCA663-F64D-C982-AEAD-06D0AF5746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2057400"/>
            <a:ext cx="3810000" cy="137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84997" name="Object 6">
            <a:extLst>
              <a:ext uri="{FF2B5EF4-FFF2-40B4-BE49-F238E27FC236}">
                <a16:creationId xmlns:a16="http://schemas.microsoft.com/office/drawing/2014/main" id="{1A627011-F6EA-DD15-F887-BDBB8ECCBADF}"/>
              </a:ext>
            </a:extLst>
          </p:cNvPr>
          <p:cNvGraphicFramePr>
            <a:graphicFrameLocks noChangeAspect="1"/>
          </p:cNvGraphicFramePr>
          <p:nvPr/>
        </p:nvGraphicFramePr>
        <p:xfrm>
          <a:off x="1524000" y="3733800"/>
          <a:ext cx="5486400" cy="1917700"/>
        </p:xfrm>
        <a:graphic>
          <a:graphicData uri="http://schemas.openxmlformats.org/presentationml/2006/ole">
            <mc:AlternateContent xmlns:mc="http://schemas.openxmlformats.org/markup-compatibility/2006">
              <mc:Choice xmlns:v="urn:schemas-microsoft-com:vml" Requires="v">
                <p:oleObj name="Bitmap Image" r:id="rId3" imgW="2108200" imgH="736600" progId="Paint.Picture">
                  <p:embed/>
                </p:oleObj>
              </mc:Choice>
              <mc:Fallback>
                <p:oleObj name="Bitmap Image" r:id="rId3" imgW="2108200" imgH="736600" progId="Paint.Picture">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3733800"/>
                        <a:ext cx="5486400"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5" name="Rectangle 2">
            <a:extLst>
              <a:ext uri="{FF2B5EF4-FFF2-40B4-BE49-F238E27FC236}">
                <a16:creationId xmlns:a16="http://schemas.microsoft.com/office/drawing/2014/main" id="{3B0C6144-5602-B022-5078-F9242DFCF643}"/>
              </a:ext>
            </a:extLst>
          </p:cNvPr>
          <p:cNvSpPr>
            <a:spLocks noGrp="1" noChangeArrowheads="1"/>
          </p:cNvSpPr>
          <p:nvPr>
            <p:ph type="title"/>
          </p:nvPr>
        </p:nvSpPr>
        <p:spPr/>
        <p:txBody>
          <a:bodyPr/>
          <a:lstStyle/>
          <a:p>
            <a:pPr eaLnBrk="1" hangingPunct="1">
              <a:defRPr/>
            </a:pPr>
            <a:r>
              <a:rPr lang="en-US"/>
              <a:t>COCOMO (cont)</a:t>
            </a:r>
          </a:p>
        </p:txBody>
      </p:sp>
      <p:sp>
        <p:nvSpPr>
          <p:cNvPr id="86019" name="Rectangle 3">
            <a:extLst>
              <a:ext uri="{FF2B5EF4-FFF2-40B4-BE49-F238E27FC236}">
                <a16:creationId xmlns:a16="http://schemas.microsoft.com/office/drawing/2014/main" id="{2B41D88A-2DFA-DF8E-C7CD-76F05E8A2EE5}"/>
              </a:ext>
            </a:extLst>
          </p:cNvPr>
          <p:cNvSpPr>
            <a:spLocks noGrp="1" noChangeArrowheads="1"/>
          </p:cNvSpPr>
          <p:nvPr>
            <p:ph idx="1"/>
          </p:nvPr>
        </p:nvSpPr>
        <p:spPr/>
        <p:txBody>
          <a:bodyPr/>
          <a:lstStyle/>
          <a:p>
            <a:pPr eaLnBrk="1" hangingPunct="1"/>
            <a:r>
              <a:rPr lang="en-US" altLang="en-US"/>
              <a:t>The intermediate model calibrated on</a:t>
            </a:r>
          </a:p>
          <a:p>
            <a:pPr lvl="1" eaLnBrk="1" hangingPunct="1"/>
            <a:r>
              <a:rPr lang="en-US" altLang="en-US"/>
              <a:t>40 software development projects</a:t>
            </a:r>
          </a:p>
          <a:p>
            <a:pPr eaLnBrk="1" hangingPunct="1"/>
            <a:r>
              <a:rPr lang="en-US" altLang="en-US"/>
              <a:t>Further work revealed certain difficulty factors that dramatically influenced the effort estimates and schedule</a:t>
            </a:r>
          </a:p>
        </p:txBody>
      </p:sp>
      <p:sp>
        <p:nvSpPr>
          <p:cNvPr id="86020" name="Date Placeholder 3">
            <a:extLst>
              <a:ext uri="{FF2B5EF4-FFF2-40B4-BE49-F238E27FC236}">
                <a16:creationId xmlns:a16="http://schemas.microsoft.com/office/drawing/2014/main" id="{7484D48D-C430-63FB-D82E-143C7725A390}"/>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a:latin typeface="Arial" panose="020B0604020202020204" pitchFamily="34" charset="0"/>
              </a:rPr>
              <a:t> </a:t>
            </a:r>
          </a:p>
        </p:txBody>
      </p:sp>
      <p:sp>
        <p:nvSpPr>
          <p:cNvPr id="86021" name="Slide Number Placeholder 1">
            <a:extLst>
              <a:ext uri="{FF2B5EF4-FFF2-40B4-BE49-F238E27FC236}">
                <a16:creationId xmlns:a16="http://schemas.microsoft.com/office/drawing/2014/main" id="{3AE297A1-DB19-E6ED-00D4-31F39610BAC6}"/>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75EB375-A7E4-8445-BC9F-067A793373A0}" type="slidenum">
              <a:rPr lang="en-US" altLang="en-US" sz="1400"/>
              <a:pPr>
                <a:spcBef>
                  <a:spcPct val="0"/>
                </a:spcBef>
                <a:buFontTx/>
                <a:buNone/>
              </a:pPr>
              <a:t>67</a:t>
            </a:fld>
            <a:endParaRPr lang="en-US" altLang="en-US" sz="140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3" name="Rectangle 2">
            <a:extLst>
              <a:ext uri="{FF2B5EF4-FFF2-40B4-BE49-F238E27FC236}">
                <a16:creationId xmlns:a16="http://schemas.microsoft.com/office/drawing/2014/main" id="{3727ACAE-BA5F-9746-EA83-7356C430B8FB}"/>
              </a:ext>
            </a:extLst>
          </p:cNvPr>
          <p:cNvSpPr>
            <a:spLocks noGrp="1" noChangeArrowheads="1"/>
          </p:cNvSpPr>
          <p:nvPr>
            <p:ph type="title"/>
          </p:nvPr>
        </p:nvSpPr>
        <p:spPr>
          <a:xfrm>
            <a:off x="304800" y="228600"/>
            <a:ext cx="8077200" cy="762000"/>
          </a:xfrm>
        </p:spPr>
        <p:txBody>
          <a:bodyPr/>
          <a:lstStyle/>
          <a:p>
            <a:pPr eaLnBrk="1" hangingPunct="1">
              <a:defRPr/>
            </a:pPr>
            <a:r>
              <a:rPr lang="en-US" sz="4000"/>
              <a:t>Intermediate COCOMO Calculations</a:t>
            </a:r>
          </a:p>
        </p:txBody>
      </p:sp>
      <p:sp>
        <p:nvSpPr>
          <p:cNvPr id="87043" name="Rectangle 3">
            <a:extLst>
              <a:ext uri="{FF2B5EF4-FFF2-40B4-BE49-F238E27FC236}">
                <a16:creationId xmlns:a16="http://schemas.microsoft.com/office/drawing/2014/main" id="{AF4EF782-CEDD-90B7-A89E-711061F37648}"/>
              </a:ext>
            </a:extLst>
          </p:cNvPr>
          <p:cNvSpPr>
            <a:spLocks noGrp="1" noChangeArrowheads="1"/>
          </p:cNvSpPr>
          <p:nvPr>
            <p:ph type="body" sz="half" idx="1"/>
          </p:nvPr>
        </p:nvSpPr>
        <p:spPr>
          <a:xfrm>
            <a:off x="685800" y="1676400"/>
            <a:ext cx="8229600" cy="4495800"/>
          </a:xfrm>
        </p:spPr>
        <p:txBody>
          <a:bodyPr/>
          <a:lstStyle/>
          <a:p>
            <a:pPr eaLnBrk="1" hangingPunct="1"/>
            <a:r>
              <a:rPr lang="en-US" altLang="en-US"/>
              <a:t>Intermediate COCOMO calculations proceed by</a:t>
            </a:r>
          </a:p>
          <a:p>
            <a:pPr lvl="1" eaLnBrk="1" hangingPunct="1"/>
            <a:r>
              <a:rPr lang="en-US" altLang="en-US"/>
              <a:t>First, determine the mode (organic, semi-detached, embedded)</a:t>
            </a:r>
          </a:p>
          <a:p>
            <a:pPr lvl="1" eaLnBrk="1" hangingPunct="1"/>
            <a:r>
              <a:rPr lang="en-US" altLang="en-US"/>
              <a:t>This determines the constants A - D</a:t>
            </a:r>
          </a:p>
          <a:p>
            <a:pPr lvl="1" eaLnBrk="1" hangingPunct="1"/>
            <a:endParaRPr lang="en-US" altLang="en-US"/>
          </a:p>
        </p:txBody>
      </p:sp>
      <p:graphicFrame>
        <p:nvGraphicFramePr>
          <p:cNvPr id="87044" name="Object 8">
            <a:extLst>
              <a:ext uri="{FF2B5EF4-FFF2-40B4-BE49-F238E27FC236}">
                <a16:creationId xmlns:a16="http://schemas.microsoft.com/office/drawing/2014/main" id="{D57FB2E7-40BC-A883-009D-76312D854D7F}"/>
              </a:ext>
            </a:extLst>
          </p:cNvPr>
          <p:cNvGraphicFramePr>
            <a:graphicFrameLocks noGrp="1" noChangeAspect="1"/>
          </p:cNvGraphicFramePr>
          <p:nvPr>
            <p:ph sz="half" idx="2"/>
          </p:nvPr>
        </p:nvGraphicFramePr>
        <p:xfrm>
          <a:off x="9144000" y="2833688"/>
          <a:ext cx="6854825" cy="1222375"/>
        </p:xfrm>
        <a:graphic>
          <a:graphicData uri="http://schemas.openxmlformats.org/presentationml/2006/ole">
            <mc:AlternateContent xmlns:mc="http://schemas.openxmlformats.org/markup-compatibility/2006">
              <mc:Choice xmlns:v="urn:schemas-microsoft-com:vml" Requires="v">
                <p:oleObj name="Document" r:id="rId2" imgW="6096000" imgH="1092200" progId="Word.Document.8">
                  <p:embed/>
                </p:oleObj>
              </mc:Choice>
              <mc:Fallback>
                <p:oleObj name="Document" r:id="rId2" imgW="6096000" imgH="1092200" progId="Word.Document.8">
                  <p:embed/>
                  <p:pic>
                    <p:nvPicPr>
                      <p:cNvPr id="0" name="Object 8"/>
                      <p:cNvPicPr>
                        <a:picLocks noGrp="1" noChangeAspect="1" noChangeArrowheads="1"/>
                      </p:cNvPicPr>
                      <p:nvPr/>
                    </p:nvPicPr>
                    <p:blipFill>
                      <a:blip r:embed="rId3">
                        <a:extLst>
                          <a:ext uri="{28A0092B-C50C-407E-A947-70E740481C1C}">
                            <a14:useLocalDpi xmlns:a14="http://schemas.microsoft.com/office/drawing/2010/main" val="0"/>
                          </a:ext>
                        </a:extLst>
                      </a:blip>
                      <a:srcRect l="-2998" r="29985"/>
                      <a:stretch>
                        <a:fillRect/>
                      </a:stretch>
                    </p:blipFill>
                    <p:spPr bwMode="auto">
                      <a:xfrm>
                        <a:off x="9144000" y="2833688"/>
                        <a:ext cx="6854825" cy="1222375"/>
                      </a:xfrm>
                      <a:prstGeom prst="rect">
                        <a:avLst/>
                      </a:prstGeom>
                      <a:solidFill>
                        <a:srgbClr val="FFFFFF"/>
                      </a:solidFill>
                      <a:ln>
                        <a:noFill/>
                      </a:ln>
                      <a:effectLst/>
                      <a:extLs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7045" name="Date Placeholder 4">
            <a:extLst>
              <a:ext uri="{FF2B5EF4-FFF2-40B4-BE49-F238E27FC236}">
                <a16:creationId xmlns:a16="http://schemas.microsoft.com/office/drawing/2014/main" id="{9CE15C51-27FD-1EC0-2DE6-C627F11756EE}"/>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a:latin typeface="Arial" panose="020B0604020202020204" pitchFamily="34" charset="0"/>
              </a:rPr>
              <a:t> </a:t>
            </a:r>
          </a:p>
        </p:txBody>
      </p:sp>
      <p:sp>
        <p:nvSpPr>
          <p:cNvPr id="87046" name="Slide Number Placeholder 1">
            <a:extLst>
              <a:ext uri="{FF2B5EF4-FFF2-40B4-BE49-F238E27FC236}">
                <a16:creationId xmlns:a16="http://schemas.microsoft.com/office/drawing/2014/main" id="{FD354746-019B-E964-66BA-448D1E588074}"/>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B385558C-DA8B-7044-96EE-6BF9152C2CBF}" type="slidenum">
              <a:rPr lang="en-US" altLang="en-US" sz="1400"/>
              <a:pPr>
                <a:spcBef>
                  <a:spcPct val="0"/>
                </a:spcBef>
                <a:buFontTx/>
                <a:buNone/>
              </a:pPr>
              <a:t>68</a:t>
            </a:fld>
            <a:endParaRPr lang="en-US" altLang="en-US" sz="1400"/>
          </a:p>
        </p:txBody>
      </p:sp>
      <p:graphicFrame>
        <p:nvGraphicFramePr>
          <p:cNvPr id="9" name="Group 6">
            <a:extLst>
              <a:ext uri="{FF2B5EF4-FFF2-40B4-BE49-F238E27FC236}">
                <a16:creationId xmlns:a16="http://schemas.microsoft.com/office/drawing/2014/main" id="{690226EE-81CE-BBD8-A034-6CD6402F677B}"/>
              </a:ext>
            </a:extLst>
          </p:cNvPr>
          <p:cNvGraphicFramePr>
            <a:graphicFrameLocks noGrp="1"/>
          </p:cNvGraphicFramePr>
          <p:nvPr/>
        </p:nvGraphicFramePr>
        <p:xfrm>
          <a:off x="1638300" y="3924300"/>
          <a:ext cx="4800600" cy="2203450"/>
        </p:xfrm>
        <a:graphic>
          <a:graphicData uri="http://schemas.openxmlformats.org/drawingml/2006/table">
            <a:tbl>
              <a:tblPr/>
              <a:tblGrid>
                <a:gridCol w="1200150">
                  <a:extLst>
                    <a:ext uri="{9D8B030D-6E8A-4147-A177-3AD203B41FA5}">
                      <a16:colId xmlns:a16="http://schemas.microsoft.com/office/drawing/2014/main" val="20000"/>
                    </a:ext>
                  </a:extLst>
                </a:gridCol>
                <a:gridCol w="1200150">
                  <a:extLst>
                    <a:ext uri="{9D8B030D-6E8A-4147-A177-3AD203B41FA5}">
                      <a16:colId xmlns:a16="http://schemas.microsoft.com/office/drawing/2014/main" val="20001"/>
                    </a:ext>
                  </a:extLst>
                </a:gridCol>
                <a:gridCol w="1200150">
                  <a:extLst>
                    <a:ext uri="{9D8B030D-6E8A-4147-A177-3AD203B41FA5}">
                      <a16:colId xmlns:a16="http://schemas.microsoft.com/office/drawing/2014/main" val="20002"/>
                    </a:ext>
                  </a:extLst>
                </a:gridCol>
                <a:gridCol w="1200150">
                  <a:extLst>
                    <a:ext uri="{9D8B030D-6E8A-4147-A177-3AD203B41FA5}">
                      <a16:colId xmlns:a16="http://schemas.microsoft.com/office/drawing/2014/main" val="20003"/>
                    </a:ext>
                  </a:extLst>
                </a:gridCol>
              </a:tblGrid>
              <a:tr h="609599">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700" b="1" i="0" u="none" strike="noStrike" cap="none" normalizeH="0" baseline="0" dirty="0">
                          <a:ln>
                            <a:noFill/>
                          </a:ln>
                          <a:solidFill>
                            <a:schemeClr val="tx1"/>
                          </a:solidFill>
                          <a:effectLst/>
                          <a:latin typeface="Times New Roman" panose="02020603050405020304" pitchFamily="18" charset="0"/>
                        </a:rPr>
                        <a:t>Parameter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700" b="1" i="0" u="none" strike="noStrike" cap="none" normalizeH="0" baseline="0" dirty="0">
                          <a:ln>
                            <a:noFill/>
                          </a:ln>
                          <a:solidFill>
                            <a:schemeClr val="tx1"/>
                          </a:solidFill>
                          <a:effectLst/>
                          <a:latin typeface="Times New Roman" panose="02020603050405020304" pitchFamily="18" charset="0"/>
                        </a:rPr>
                        <a:t>Organic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700" b="1" i="0" u="none" strike="noStrike" cap="none" normalizeH="0" baseline="0" dirty="0">
                          <a:ln>
                            <a:noFill/>
                          </a:ln>
                          <a:solidFill>
                            <a:schemeClr val="tx1"/>
                          </a:solidFill>
                          <a:effectLst/>
                          <a:latin typeface="Times New Roman" panose="02020603050405020304" pitchFamily="18" charset="0"/>
                        </a:rPr>
                        <a:t>Semi-detached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700" b="1" i="0" u="none" strike="noStrike" cap="none" normalizeH="0" baseline="0">
                          <a:ln>
                            <a:noFill/>
                          </a:ln>
                          <a:solidFill>
                            <a:schemeClr val="tx1"/>
                          </a:solidFill>
                          <a:effectLst/>
                          <a:latin typeface="Times New Roman" panose="02020603050405020304" pitchFamily="18" charset="0"/>
                        </a:rPr>
                        <a:t>Embedded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846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tr-TR" altLang="en-US" sz="1700" b="1" i="1" u="none" strike="noStrike" cap="none" normalizeH="0" baseline="0" dirty="0">
                          <a:ln>
                            <a:noFill/>
                          </a:ln>
                          <a:solidFill>
                            <a:schemeClr val="tx1"/>
                          </a:solidFill>
                          <a:effectLst/>
                          <a:latin typeface="Times New Roman" panose="02020603050405020304" pitchFamily="18" charset="0"/>
                        </a:rPr>
                        <a:t>A</a:t>
                      </a:r>
                      <a:endParaRPr kumimoji="0" lang="en-US" altLang="en-US" sz="1700" b="1" i="1" u="none" strike="noStrike" cap="none" normalizeH="0" baseline="0" dirty="0">
                        <a:ln>
                          <a:noFill/>
                        </a:ln>
                        <a:solidFill>
                          <a:schemeClr val="tx1"/>
                        </a:solidFill>
                        <a:effectLst/>
                        <a:latin typeface="Times New Roman" panose="0202060305040502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tr-TR" altLang="en-US" sz="1700" b="0" i="0" u="none" strike="noStrike" cap="none" normalizeH="0" baseline="0" dirty="0">
                          <a:ln>
                            <a:noFill/>
                          </a:ln>
                          <a:solidFill>
                            <a:schemeClr val="tx1"/>
                          </a:solidFill>
                          <a:effectLst/>
                          <a:latin typeface="Times New Roman" panose="02020603050405020304" pitchFamily="18" charset="0"/>
                        </a:rPr>
                        <a:t>3.2</a:t>
                      </a:r>
                      <a:endParaRPr kumimoji="0" lang="en-US" altLang="en-US" sz="1700" b="0" i="0" u="none" strike="noStrike" cap="none" normalizeH="0" baseline="0" dirty="0">
                        <a:ln>
                          <a:noFill/>
                        </a:ln>
                        <a:solidFill>
                          <a:schemeClr val="tx1"/>
                        </a:solidFill>
                        <a:effectLst/>
                        <a:latin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tr-TR" altLang="en-US" sz="1700" b="0" i="0" u="none" strike="noStrike" cap="none" normalizeH="0" baseline="0" dirty="0">
                          <a:ln>
                            <a:noFill/>
                          </a:ln>
                          <a:solidFill>
                            <a:schemeClr val="tx1"/>
                          </a:solidFill>
                          <a:effectLst/>
                          <a:latin typeface="Times New Roman" panose="02020603050405020304" pitchFamily="18" charset="0"/>
                        </a:rPr>
                        <a:t>3.0</a:t>
                      </a:r>
                      <a:endParaRPr kumimoji="0" lang="en-US" altLang="en-US" sz="1700" b="0" i="0" u="none" strike="noStrike" cap="none" normalizeH="0" baseline="0" dirty="0">
                        <a:ln>
                          <a:noFill/>
                        </a:ln>
                        <a:solidFill>
                          <a:schemeClr val="tx1"/>
                        </a:solidFill>
                        <a:effectLst/>
                        <a:latin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tr-TR" altLang="en-US" sz="1700" b="0" i="0" u="none" strike="noStrike" cap="none" normalizeH="0" baseline="0" dirty="0">
                          <a:ln>
                            <a:noFill/>
                          </a:ln>
                          <a:solidFill>
                            <a:schemeClr val="tx1"/>
                          </a:solidFill>
                          <a:effectLst/>
                          <a:latin typeface="Times New Roman" panose="02020603050405020304" pitchFamily="18" charset="0"/>
                        </a:rPr>
                        <a:t>2.8</a:t>
                      </a:r>
                      <a:endParaRPr kumimoji="0" lang="en-US" altLang="en-US" sz="1700" b="0" i="0" u="none" strike="noStrike" cap="none" normalizeH="0" baseline="0" dirty="0">
                        <a:ln>
                          <a:noFill/>
                        </a:ln>
                        <a:solidFill>
                          <a:schemeClr val="tx1"/>
                        </a:solidFill>
                        <a:effectLst/>
                        <a:latin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8463">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tr-TR" altLang="en-US" sz="1700" b="1" i="1" u="none" strike="noStrike" cap="none" normalizeH="0" baseline="0" dirty="0">
                          <a:ln>
                            <a:noFill/>
                          </a:ln>
                          <a:solidFill>
                            <a:schemeClr val="tx1"/>
                          </a:solidFill>
                          <a:effectLst/>
                          <a:latin typeface="Times New Roman" panose="02020603050405020304" pitchFamily="18" charset="0"/>
                        </a:rPr>
                        <a:t>B</a:t>
                      </a:r>
                      <a:endParaRPr kumimoji="0" lang="en-US" altLang="en-US" sz="1700" b="1" i="1" u="none" strike="noStrike" cap="none" normalizeH="0" baseline="0" dirty="0">
                        <a:ln>
                          <a:noFill/>
                        </a:ln>
                        <a:solidFill>
                          <a:schemeClr val="tx1"/>
                        </a:solidFill>
                        <a:effectLst/>
                        <a:latin typeface="Times New Roman" panose="0202060305040502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tr-TR" altLang="en-US" sz="1700" b="0" i="0" u="none" strike="noStrike" cap="none" normalizeH="0" baseline="0" dirty="0">
                          <a:ln>
                            <a:noFill/>
                          </a:ln>
                          <a:solidFill>
                            <a:schemeClr val="tx1"/>
                          </a:solidFill>
                          <a:effectLst/>
                          <a:latin typeface="Times New Roman" panose="02020603050405020304" pitchFamily="18" charset="0"/>
                        </a:rPr>
                        <a:t>1.05</a:t>
                      </a:r>
                      <a:endParaRPr kumimoji="0" lang="en-US" altLang="en-US" sz="1700" b="0" i="0" u="none" strike="noStrike" cap="none" normalizeH="0" baseline="0" dirty="0">
                        <a:ln>
                          <a:noFill/>
                        </a:ln>
                        <a:solidFill>
                          <a:schemeClr val="tx1"/>
                        </a:solidFill>
                        <a:effectLst/>
                        <a:latin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tr-TR" altLang="en-US" sz="1700" b="0" i="0" u="none" strike="noStrike" cap="none" normalizeH="0" baseline="0" dirty="0">
                          <a:ln>
                            <a:noFill/>
                          </a:ln>
                          <a:solidFill>
                            <a:schemeClr val="tx1"/>
                          </a:solidFill>
                          <a:effectLst/>
                          <a:latin typeface="Times New Roman" panose="02020603050405020304" pitchFamily="18" charset="0"/>
                        </a:rPr>
                        <a:t>1.12</a:t>
                      </a:r>
                      <a:endParaRPr kumimoji="0" lang="en-US" altLang="en-US" sz="1700" b="0" i="0" u="none" strike="noStrike" cap="none" normalizeH="0" baseline="0" dirty="0">
                        <a:ln>
                          <a:noFill/>
                        </a:ln>
                        <a:solidFill>
                          <a:schemeClr val="tx1"/>
                        </a:solidFill>
                        <a:effectLst/>
                        <a:latin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tr-TR" altLang="en-US" sz="1700" b="0" i="0" u="none" strike="noStrike" cap="none" normalizeH="0" baseline="0" dirty="0">
                          <a:ln>
                            <a:noFill/>
                          </a:ln>
                          <a:solidFill>
                            <a:schemeClr val="tx1"/>
                          </a:solidFill>
                          <a:effectLst/>
                          <a:latin typeface="Times New Roman" panose="02020603050405020304" pitchFamily="18" charset="0"/>
                        </a:rPr>
                        <a:t>1.20</a:t>
                      </a:r>
                      <a:endParaRPr kumimoji="0" lang="en-US" altLang="en-US" sz="1700" b="0" i="0" u="none" strike="noStrike" cap="none" normalizeH="0" baseline="0" dirty="0">
                        <a:ln>
                          <a:noFill/>
                        </a:ln>
                        <a:solidFill>
                          <a:schemeClr val="tx1"/>
                        </a:solidFill>
                        <a:effectLst/>
                        <a:latin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8463">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700" b="1" i="1" u="none" strike="noStrike" cap="none" normalizeH="0" baseline="0" dirty="0">
                          <a:ln>
                            <a:noFill/>
                          </a:ln>
                          <a:solidFill>
                            <a:schemeClr val="tx1"/>
                          </a:solidFill>
                          <a:effectLst/>
                          <a:latin typeface="Times New Roman" panose="02020603050405020304" pitchFamily="18" charset="0"/>
                        </a:rPr>
                        <a:t>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700" b="0" i="0" u="none" strike="noStrike" cap="none" normalizeH="0" baseline="0">
                          <a:ln>
                            <a:noFill/>
                          </a:ln>
                          <a:solidFill>
                            <a:schemeClr val="tx1"/>
                          </a:solidFill>
                          <a:effectLst/>
                          <a:latin typeface="Times New Roman" panose="02020603050405020304" pitchFamily="18" charset="0"/>
                        </a:rPr>
                        <a:t>2.5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700" b="0" i="0" u="none" strike="noStrike" cap="none" normalizeH="0" baseline="0" dirty="0">
                          <a:ln>
                            <a:noFill/>
                          </a:ln>
                          <a:solidFill>
                            <a:schemeClr val="tx1"/>
                          </a:solidFill>
                          <a:effectLst/>
                          <a:latin typeface="Times New Roman" panose="02020603050405020304" pitchFamily="18" charset="0"/>
                        </a:rPr>
                        <a:t>2.5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700" b="0" i="0" u="none" strike="noStrike" cap="none" normalizeH="0" baseline="0" dirty="0">
                          <a:ln>
                            <a:noFill/>
                          </a:ln>
                          <a:solidFill>
                            <a:schemeClr val="tx1"/>
                          </a:solidFill>
                          <a:effectLst/>
                          <a:latin typeface="Times New Roman" panose="02020603050405020304" pitchFamily="18" charset="0"/>
                        </a:rPr>
                        <a:t>2.5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8463">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700" b="1" i="1" u="none" strike="noStrike" cap="none" normalizeH="0" baseline="0" dirty="0">
                          <a:ln>
                            <a:noFill/>
                          </a:ln>
                          <a:solidFill>
                            <a:schemeClr val="tx1"/>
                          </a:solidFill>
                          <a:effectLst/>
                          <a:latin typeface="Times New Roman" panose="02020603050405020304" pitchFamily="18" charset="0"/>
                        </a:rPr>
                        <a:t>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700" b="0" i="0" u="none" strike="noStrike" cap="none" normalizeH="0" baseline="0" dirty="0">
                          <a:ln>
                            <a:noFill/>
                          </a:ln>
                          <a:solidFill>
                            <a:schemeClr val="tx1"/>
                          </a:solidFill>
                          <a:effectLst/>
                          <a:latin typeface="Times New Roman" panose="02020603050405020304" pitchFamily="18" charset="0"/>
                        </a:rPr>
                        <a:t>0.38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700" b="0" i="0" u="none" strike="noStrike" cap="none" normalizeH="0" baseline="0" dirty="0">
                          <a:ln>
                            <a:noFill/>
                          </a:ln>
                          <a:solidFill>
                            <a:schemeClr val="tx1"/>
                          </a:solidFill>
                          <a:effectLst/>
                          <a:latin typeface="Times New Roman" panose="02020603050405020304" pitchFamily="18" charset="0"/>
                        </a:rPr>
                        <a:t>0.35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700" b="0" i="0" u="none" strike="noStrike" cap="none" normalizeH="0" baseline="0" dirty="0">
                          <a:ln>
                            <a:noFill/>
                          </a:ln>
                          <a:solidFill>
                            <a:schemeClr val="tx1"/>
                          </a:solidFill>
                          <a:effectLst/>
                          <a:latin typeface="Times New Roman" panose="02020603050405020304" pitchFamily="18" charset="0"/>
                        </a:rPr>
                        <a:t>0.32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7" name="Rectangle 2">
            <a:extLst>
              <a:ext uri="{FF2B5EF4-FFF2-40B4-BE49-F238E27FC236}">
                <a16:creationId xmlns:a16="http://schemas.microsoft.com/office/drawing/2014/main" id="{7AABE73E-3E07-D7BF-924F-84119405551D}"/>
              </a:ext>
            </a:extLst>
          </p:cNvPr>
          <p:cNvSpPr>
            <a:spLocks noGrp="1" noChangeArrowheads="1"/>
          </p:cNvSpPr>
          <p:nvPr>
            <p:ph type="title"/>
          </p:nvPr>
        </p:nvSpPr>
        <p:spPr/>
        <p:txBody>
          <a:bodyPr/>
          <a:lstStyle/>
          <a:p>
            <a:pPr eaLnBrk="1" hangingPunct="1">
              <a:defRPr/>
            </a:pPr>
            <a:r>
              <a:rPr lang="en-US"/>
              <a:t>Intermediate COCOMO (cont)</a:t>
            </a:r>
          </a:p>
        </p:txBody>
      </p:sp>
      <p:sp>
        <p:nvSpPr>
          <p:cNvPr id="88067" name="Rectangle 3">
            <a:extLst>
              <a:ext uri="{FF2B5EF4-FFF2-40B4-BE49-F238E27FC236}">
                <a16:creationId xmlns:a16="http://schemas.microsoft.com/office/drawing/2014/main" id="{C369F831-F5D7-5FA6-E18B-D01CB62BE6B3}"/>
              </a:ext>
            </a:extLst>
          </p:cNvPr>
          <p:cNvSpPr>
            <a:spLocks noGrp="1" noChangeArrowheads="1"/>
          </p:cNvSpPr>
          <p:nvPr>
            <p:ph type="body" sz="half" idx="1"/>
          </p:nvPr>
        </p:nvSpPr>
        <p:spPr>
          <a:xfrm>
            <a:off x="419100" y="990600"/>
            <a:ext cx="8153400" cy="4495800"/>
          </a:xfrm>
        </p:spPr>
        <p:txBody>
          <a:bodyPr/>
          <a:lstStyle/>
          <a:p>
            <a:pPr lvl="1" eaLnBrk="1" hangingPunct="1"/>
            <a:r>
              <a:rPr lang="en-US" altLang="en-US" sz="3200"/>
              <a:t>Second, using the appropriate constants from the previous table, calculate the nominal effort and schedule from </a:t>
            </a:r>
          </a:p>
          <a:p>
            <a:pPr lvl="1" eaLnBrk="1" hangingPunct="1"/>
            <a:endParaRPr lang="en-US" altLang="en-US" sz="3200"/>
          </a:p>
          <a:p>
            <a:pPr lvl="1" eaLnBrk="1" hangingPunct="1">
              <a:lnSpc>
                <a:spcPct val="90000"/>
              </a:lnSpc>
            </a:pPr>
            <a:r>
              <a:rPr lang="en-US" altLang="en-US" sz="2800"/>
              <a:t>Third, calculate a difficulty multiplier that depends upon the cost drivers (include subjective assessments of attributes in the general areas of )</a:t>
            </a:r>
          </a:p>
          <a:p>
            <a:pPr lvl="2" eaLnBrk="1" hangingPunct="1"/>
            <a:r>
              <a:rPr lang="en-US" altLang="en-US"/>
              <a:t>Product</a:t>
            </a:r>
          </a:p>
          <a:p>
            <a:pPr lvl="2" eaLnBrk="1" hangingPunct="1"/>
            <a:r>
              <a:rPr lang="en-US" altLang="en-US"/>
              <a:t>Hardware</a:t>
            </a:r>
          </a:p>
          <a:p>
            <a:pPr lvl="2" eaLnBrk="1" hangingPunct="1"/>
            <a:r>
              <a:rPr lang="en-US" altLang="en-US"/>
              <a:t>Personnel</a:t>
            </a:r>
          </a:p>
          <a:p>
            <a:pPr lvl="2" eaLnBrk="1" hangingPunct="1"/>
            <a:r>
              <a:rPr lang="en-US" altLang="en-US"/>
              <a:t>Project</a:t>
            </a:r>
          </a:p>
          <a:p>
            <a:pPr lvl="2" eaLnBrk="1" hangingPunct="1">
              <a:lnSpc>
                <a:spcPct val="90000"/>
              </a:lnSpc>
            </a:pPr>
            <a:endParaRPr lang="en-US" altLang="en-US" sz="1800"/>
          </a:p>
          <a:p>
            <a:pPr lvl="1" eaLnBrk="1" hangingPunct="1"/>
            <a:endParaRPr lang="en-US" altLang="en-US" sz="3200"/>
          </a:p>
        </p:txBody>
      </p:sp>
      <p:graphicFrame>
        <p:nvGraphicFramePr>
          <p:cNvPr id="88068" name="Object 8">
            <a:extLst>
              <a:ext uri="{FF2B5EF4-FFF2-40B4-BE49-F238E27FC236}">
                <a16:creationId xmlns:a16="http://schemas.microsoft.com/office/drawing/2014/main" id="{B83B80E7-6F9D-2710-9CBF-33B889F936B1}"/>
              </a:ext>
            </a:extLst>
          </p:cNvPr>
          <p:cNvGraphicFramePr>
            <a:graphicFrameLocks noGrp="1" noChangeAspect="1"/>
          </p:cNvGraphicFramePr>
          <p:nvPr>
            <p:ph sz="half" idx="2"/>
          </p:nvPr>
        </p:nvGraphicFramePr>
        <p:xfrm>
          <a:off x="973138" y="2438400"/>
          <a:ext cx="6513512" cy="533400"/>
        </p:xfrm>
        <a:graphic>
          <a:graphicData uri="http://schemas.openxmlformats.org/presentationml/2006/ole">
            <mc:AlternateContent xmlns:mc="http://schemas.openxmlformats.org/markup-compatibility/2006">
              <mc:Choice xmlns:v="urn:schemas-microsoft-com:vml" Requires="v">
                <p:oleObj name="Equation" r:id="rId2" imgW="67881500" imgH="5562600" progId="Equation.3">
                  <p:embed/>
                </p:oleObj>
              </mc:Choice>
              <mc:Fallback>
                <p:oleObj name="Equation" r:id="rId2" imgW="67881500" imgH="5562600" progId="Equation.3">
                  <p:embed/>
                  <p:pic>
                    <p:nvPicPr>
                      <p:cNvPr id="0" name="Object 8"/>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3138" y="2438400"/>
                        <a:ext cx="6513512" cy="533400"/>
                      </a:xfrm>
                      <a:prstGeom prst="rect">
                        <a:avLst/>
                      </a:prstGeom>
                      <a:solidFill>
                        <a:srgbClr val="FFFFFF"/>
                      </a:solidFill>
                      <a:ln>
                        <a:noFill/>
                      </a:ln>
                      <a:effectLst/>
                      <a:extLs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8069" name="Date Placeholder 4">
            <a:extLst>
              <a:ext uri="{FF2B5EF4-FFF2-40B4-BE49-F238E27FC236}">
                <a16:creationId xmlns:a16="http://schemas.microsoft.com/office/drawing/2014/main" id="{3BF4D9F2-9A97-7F36-8B22-F50FB74A6CA9}"/>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a:latin typeface="Arial" panose="020B0604020202020204" pitchFamily="34" charset="0"/>
              </a:rPr>
              <a:t> </a:t>
            </a:r>
          </a:p>
        </p:txBody>
      </p:sp>
      <p:sp>
        <p:nvSpPr>
          <p:cNvPr id="88070" name="Slide Number Placeholder 1">
            <a:extLst>
              <a:ext uri="{FF2B5EF4-FFF2-40B4-BE49-F238E27FC236}">
                <a16:creationId xmlns:a16="http://schemas.microsoft.com/office/drawing/2014/main" id="{5928409E-13C9-7DA6-046E-602822FFC85F}"/>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DDB9CC8-969B-074F-BB85-E774A66D615C}" type="slidenum">
              <a:rPr lang="en-US" altLang="en-US" sz="1400"/>
              <a:pPr>
                <a:spcBef>
                  <a:spcPct val="0"/>
                </a:spcBef>
                <a:buFontTx/>
                <a:buNone/>
              </a:pPr>
              <a:t>69</a:t>
            </a:fld>
            <a:endParaRPr lang="en-US" altLang="en-US" sz="140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1" name="Rectangle 2">
            <a:extLst>
              <a:ext uri="{FF2B5EF4-FFF2-40B4-BE49-F238E27FC236}">
                <a16:creationId xmlns:a16="http://schemas.microsoft.com/office/drawing/2014/main" id="{D8399EFF-5BDF-D3FC-3E26-546FFCE91EF5}"/>
              </a:ext>
            </a:extLst>
          </p:cNvPr>
          <p:cNvSpPr>
            <a:spLocks noGrp="1" noChangeArrowheads="1"/>
          </p:cNvSpPr>
          <p:nvPr>
            <p:ph type="title"/>
          </p:nvPr>
        </p:nvSpPr>
        <p:spPr/>
        <p:txBody>
          <a:bodyPr/>
          <a:lstStyle/>
          <a:p>
            <a:pPr eaLnBrk="1" hangingPunct="1">
              <a:defRPr/>
            </a:pPr>
            <a:r>
              <a:rPr lang="en-US" sz="4000"/>
              <a:t>Intermediate COCOMO (cont)</a:t>
            </a:r>
          </a:p>
        </p:txBody>
      </p:sp>
      <p:sp>
        <p:nvSpPr>
          <p:cNvPr id="89091" name="Rectangle 3">
            <a:extLst>
              <a:ext uri="{FF2B5EF4-FFF2-40B4-BE49-F238E27FC236}">
                <a16:creationId xmlns:a16="http://schemas.microsoft.com/office/drawing/2014/main" id="{D0C1A350-1C91-ED0F-B54B-C60A65691339}"/>
              </a:ext>
            </a:extLst>
          </p:cNvPr>
          <p:cNvSpPr>
            <a:spLocks noGrp="1" noChangeArrowheads="1"/>
          </p:cNvSpPr>
          <p:nvPr>
            <p:ph idx="1"/>
          </p:nvPr>
        </p:nvSpPr>
        <p:spPr>
          <a:xfrm>
            <a:off x="685800" y="1727200"/>
            <a:ext cx="7772400" cy="4114800"/>
          </a:xfrm>
        </p:spPr>
        <p:txBody>
          <a:bodyPr/>
          <a:lstStyle/>
          <a:p>
            <a:pPr lvl="1" eaLnBrk="1" hangingPunct="1">
              <a:lnSpc>
                <a:spcPct val="90000"/>
              </a:lnSpc>
            </a:pPr>
            <a:endParaRPr lang="en-US" altLang="en-US"/>
          </a:p>
          <a:p>
            <a:pPr lvl="1" eaLnBrk="1" hangingPunct="1"/>
            <a:r>
              <a:rPr lang="en-US" altLang="en-US" sz="3200"/>
              <a:t>Fourth, the adjusted effort  E is the nominal effort  </a:t>
            </a:r>
            <a:r>
              <a:rPr lang="en-US" altLang="en-US" sz="3200" i="1"/>
              <a:t>E</a:t>
            </a:r>
            <a:r>
              <a:rPr lang="en-US" altLang="en-US" sz="3200" i="1" baseline="-25000"/>
              <a:t>nominal</a:t>
            </a:r>
            <a:r>
              <a:rPr lang="en-US" altLang="en-US" sz="3200"/>
              <a:t>  multiplied by the difficulty multiplier</a:t>
            </a:r>
          </a:p>
          <a:p>
            <a:pPr lvl="1" eaLnBrk="1" hangingPunct="1"/>
            <a:r>
              <a:rPr lang="en-US" altLang="en-US" sz="3200"/>
              <a:t>Fifth, the project duration is calculated from</a:t>
            </a:r>
          </a:p>
          <a:p>
            <a:pPr eaLnBrk="1" hangingPunct="1"/>
            <a:endParaRPr lang="en-US" altLang="en-US"/>
          </a:p>
          <a:p>
            <a:pPr lvl="2" eaLnBrk="1" hangingPunct="1">
              <a:lnSpc>
                <a:spcPct val="90000"/>
              </a:lnSpc>
            </a:pPr>
            <a:endParaRPr lang="en-US" altLang="en-US"/>
          </a:p>
          <a:p>
            <a:pPr lvl="2" eaLnBrk="1" hangingPunct="1">
              <a:lnSpc>
                <a:spcPct val="90000"/>
              </a:lnSpc>
            </a:pPr>
            <a:endParaRPr lang="en-US" altLang="en-US"/>
          </a:p>
          <a:p>
            <a:pPr lvl="2" eaLnBrk="1" hangingPunct="1">
              <a:lnSpc>
                <a:spcPct val="90000"/>
              </a:lnSpc>
            </a:pPr>
            <a:endParaRPr lang="en-US" altLang="en-US"/>
          </a:p>
          <a:p>
            <a:pPr lvl="2" eaLnBrk="1" hangingPunct="1">
              <a:lnSpc>
                <a:spcPct val="90000"/>
              </a:lnSpc>
            </a:pPr>
            <a:endParaRPr lang="en-US" altLang="en-US"/>
          </a:p>
        </p:txBody>
      </p:sp>
      <p:sp>
        <p:nvSpPr>
          <p:cNvPr id="89092" name="Date Placeholder 3">
            <a:extLst>
              <a:ext uri="{FF2B5EF4-FFF2-40B4-BE49-F238E27FC236}">
                <a16:creationId xmlns:a16="http://schemas.microsoft.com/office/drawing/2014/main" id="{7E0BDEA6-9279-C52E-84C4-DC468370CCCF}"/>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a:latin typeface="Arial" panose="020B0604020202020204" pitchFamily="34" charset="0"/>
              </a:rPr>
              <a:t> </a:t>
            </a:r>
          </a:p>
        </p:txBody>
      </p:sp>
      <p:sp>
        <p:nvSpPr>
          <p:cNvPr id="89093" name="Slide Number Placeholder 1">
            <a:extLst>
              <a:ext uri="{FF2B5EF4-FFF2-40B4-BE49-F238E27FC236}">
                <a16:creationId xmlns:a16="http://schemas.microsoft.com/office/drawing/2014/main" id="{4BA5E645-5DA4-95EA-B0EE-F83939D13782}"/>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1FC2A23-CE04-F340-825D-DD89FCB6CEB5}" type="slidenum">
              <a:rPr lang="en-US" altLang="en-US" sz="1400"/>
              <a:pPr>
                <a:spcBef>
                  <a:spcPct val="0"/>
                </a:spcBef>
                <a:buFontTx/>
                <a:buNone/>
              </a:pPr>
              <a:t>70</a:t>
            </a:fld>
            <a:endParaRPr lang="en-US" altLang="en-US" sz="1400"/>
          </a:p>
        </p:txBody>
      </p:sp>
      <p:graphicFrame>
        <p:nvGraphicFramePr>
          <p:cNvPr id="89094" name="Object 4">
            <a:extLst>
              <a:ext uri="{FF2B5EF4-FFF2-40B4-BE49-F238E27FC236}">
                <a16:creationId xmlns:a16="http://schemas.microsoft.com/office/drawing/2014/main" id="{F8A2DA73-26D3-9498-3733-F06DC91286AA}"/>
              </a:ext>
            </a:extLst>
          </p:cNvPr>
          <p:cNvGraphicFramePr>
            <a:graphicFrameLocks noChangeAspect="1"/>
          </p:cNvGraphicFramePr>
          <p:nvPr/>
        </p:nvGraphicFramePr>
        <p:xfrm>
          <a:off x="1225550" y="4800600"/>
          <a:ext cx="6261100" cy="449263"/>
        </p:xfrm>
        <a:graphic>
          <a:graphicData uri="http://schemas.openxmlformats.org/presentationml/2006/ole">
            <mc:AlternateContent xmlns:mc="http://schemas.openxmlformats.org/markup-compatibility/2006">
              <mc:Choice xmlns:v="urn:schemas-microsoft-com:vml" Requires="v">
                <p:oleObj name="Equation" r:id="rId3" imgW="72847200" imgH="5270500" progId="Equation.3">
                  <p:embed/>
                </p:oleObj>
              </mc:Choice>
              <mc:Fallback>
                <p:oleObj name="Equation" r:id="rId3" imgW="72847200" imgH="52705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5550" y="4800600"/>
                        <a:ext cx="6261100" cy="449263"/>
                      </a:xfrm>
                      <a:prstGeom prst="rect">
                        <a:avLst/>
                      </a:prstGeom>
                      <a:solidFill>
                        <a:srgbClr val="FFFFFF"/>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0B59A3AC-3FC8-5300-D927-74D9DCF90CE8}"/>
              </a:ext>
            </a:extLst>
          </p:cNvPr>
          <p:cNvSpPr>
            <a:spLocks noGrp="1" noChangeArrowheads="1"/>
          </p:cNvSpPr>
          <p:nvPr>
            <p:ph type="title"/>
          </p:nvPr>
        </p:nvSpPr>
        <p:spPr/>
        <p:txBody>
          <a:bodyPr/>
          <a:lstStyle/>
          <a:p>
            <a:pPr>
              <a:defRPr/>
            </a:pPr>
            <a:r>
              <a:rPr lang="en-US" altLang="en-US" dirty="0"/>
              <a:t>Effort Computation</a:t>
            </a:r>
          </a:p>
        </p:txBody>
      </p:sp>
      <p:sp>
        <p:nvSpPr>
          <p:cNvPr id="91139" name="Rectangle 3">
            <a:extLst>
              <a:ext uri="{FF2B5EF4-FFF2-40B4-BE49-F238E27FC236}">
                <a16:creationId xmlns:a16="http://schemas.microsoft.com/office/drawing/2014/main" id="{A1EE0F6E-CA06-37C5-D763-C17E4169D77B}"/>
              </a:ext>
            </a:extLst>
          </p:cNvPr>
          <p:cNvSpPr>
            <a:spLocks noGrp="1" noChangeArrowheads="1"/>
          </p:cNvSpPr>
          <p:nvPr>
            <p:ph idx="1"/>
          </p:nvPr>
        </p:nvSpPr>
        <p:spPr/>
        <p:txBody>
          <a:bodyPr/>
          <a:lstStyle/>
          <a:p>
            <a:r>
              <a:rPr lang="en-US" altLang="en-US" sz="2400"/>
              <a:t>The </a:t>
            </a:r>
            <a:r>
              <a:rPr lang="en-US" altLang="en-US" sz="2400" b="1">
                <a:solidFill>
                  <a:srgbClr val="FF0000"/>
                </a:solidFill>
              </a:rPr>
              <a:t>intermediate COCOMO model</a:t>
            </a:r>
            <a:r>
              <a:rPr lang="en-US" altLang="en-US" sz="2400"/>
              <a:t> computes effort as a function of program size and a set of cost drivers. The Intermediate COCOMO equation is:</a:t>
            </a:r>
            <a:endParaRPr lang="en-US" altLang="en-US" b="1" i="1"/>
          </a:p>
          <a:p>
            <a:pPr lvl="1"/>
            <a:r>
              <a:rPr lang="en-US" altLang="en-US" b="1" i="1"/>
              <a:t>E = aKLOC^b*EAF</a:t>
            </a:r>
          </a:p>
          <a:p>
            <a:r>
              <a:rPr lang="en-US" altLang="en-US" sz="2400"/>
              <a:t>Effort for three modes of intermediate COCOMO.</a:t>
            </a:r>
            <a:r>
              <a:rPr lang="en-US" altLang="en-US" sz="2400" b="1" i="1"/>
              <a:t> </a:t>
            </a:r>
          </a:p>
          <a:p>
            <a:endParaRPr lang="en-US" altLang="en-US" sz="2400" b="1"/>
          </a:p>
          <a:p>
            <a:endParaRPr lang="en-US" altLang="en-US" b="1"/>
          </a:p>
        </p:txBody>
      </p:sp>
      <p:sp>
        <p:nvSpPr>
          <p:cNvPr id="91140" name="Slide Number Placeholder 5">
            <a:extLst>
              <a:ext uri="{FF2B5EF4-FFF2-40B4-BE49-F238E27FC236}">
                <a16:creationId xmlns:a16="http://schemas.microsoft.com/office/drawing/2014/main" id="{3C1E4DEE-DE40-C594-1D06-EE279F992909}"/>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E316B20-71ED-FE40-AD86-9AED591709CC}" type="slidenum">
              <a:rPr lang="en-US" altLang="en-US" sz="1400"/>
              <a:pPr>
                <a:spcBef>
                  <a:spcPct val="0"/>
                </a:spcBef>
                <a:buFontTx/>
                <a:buNone/>
              </a:pPr>
              <a:t>71</a:t>
            </a:fld>
            <a:endParaRPr lang="en-US" altLang="en-US" sz="1400"/>
          </a:p>
        </p:txBody>
      </p:sp>
      <p:graphicFrame>
        <p:nvGraphicFramePr>
          <p:cNvPr id="40964" name="Group 4">
            <a:extLst>
              <a:ext uri="{FF2B5EF4-FFF2-40B4-BE49-F238E27FC236}">
                <a16:creationId xmlns:a16="http://schemas.microsoft.com/office/drawing/2014/main" id="{724A7CB4-5E90-74A6-01B9-F3BCA2FB5550}"/>
              </a:ext>
            </a:extLst>
          </p:cNvPr>
          <p:cNvGraphicFramePr>
            <a:graphicFrameLocks noGrp="1"/>
          </p:cNvGraphicFramePr>
          <p:nvPr/>
        </p:nvGraphicFramePr>
        <p:xfrm>
          <a:off x="2819400" y="4191000"/>
          <a:ext cx="4419600" cy="2133600"/>
        </p:xfrm>
        <a:graphic>
          <a:graphicData uri="http://schemas.openxmlformats.org/drawingml/2006/table">
            <a:tbl>
              <a:tblPr/>
              <a:tblGrid>
                <a:gridCol w="1473200">
                  <a:extLst>
                    <a:ext uri="{9D8B030D-6E8A-4147-A177-3AD203B41FA5}">
                      <a16:colId xmlns:a16="http://schemas.microsoft.com/office/drawing/2014/main" val="20000"/>
                    </a:ext>
                  </a:extLst>
                </a:gridCol>
                <a:gridCol w="1473200">
                  <a:extLst>
                    <a:ext uri="{9D8B030D-6E8A-4147-A177-3AD203B41FA5}">
                      <a16:colId xmlns:a16="http://schemas.microsoft.com/office/drawing/2014/main" val="20001"/>
                    </a:ext>
                  </a:extLst>
                </a:gridCol>
                <a:gridCol w="1473200">
                  <a:extLst>
                    <a:ext uri="{9D8B030D-6E8A-4147-A177-3AD203B41FA5}">
                      <a16:colId xmlns:a16="http://schemas.microsoft.com/office/drawing/2014/main" val="20002"/>
                    </a:ext>
                  </a:extLst>
                </a:gridCol>
              </a:tblGrid>
              <a:tr h="69496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rPr>
                        <a:t>Mode</a:t>
                      </a: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800" b="1" i="0" u="none" strike="noStrike" cap="none" normalizeH="0" baseline="0">
                          <a:ln>
                            <a:noFill/>
                          </a:ln>
                          <a:solidFill>
                            <a:schemeClr val="tx1"/>
                          </a:solidFill>
                          <a:effectLst/>
                          <a:latin typeface="Times New Roman" panose="02020603050405020304" pitchFamily="18" charset="0"/>
                        </a:rPr>
                        <a:t> a</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800" b="1" i="0" u="none" strike="noStrike" cap="none" normalizeH="0" baseline="0">
                          <a:ln>
                            <a:noFill/>
                          </a:ln>
                          <a:solidFill>
                            <a:schemeClr val="tx1"/>
                          </a:solidFill>
                          <a:effectLst/>
                          <a:latin typeface="Times New Roman" panose="02020603050405020304" pitchFamily="18" charset="0"/>
                        </a:rPr>
                        <a:t> b</a:t>
                      </a:r>
                    </a:p>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800" b="1" i="0" u="none" strike="noStrike" cap="none" normalizeH="0" baseline="0">
                        <a:ln>
                          <a:noFill/>
                        </a:ln>
                        <a:solidFill>
                          <a:schemeClr val="tx1"/>
                        </a:solidFill>
                        <a:effectLst/>
                        <a:latin typeface="Times New Roman" panose="02020603050405020304" pitchFamily="18" charset="0"/>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3237">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800" b="0" i="1" u="none" strike="noStrike" cap="none" normalizeH="0" baseline="0">
                          <a:ln>
                            <a:noFill/>
                          </a:ln>
                          <a:solidFill>
                            <a:schemeClr val="tx1"/>
                          </a:solidFill>
                          <a:effectLst/>
                          <a:latin typeface="Times New Roman" panose="02020603050405020304" pitchFamily="18" charset="0"/>
                        </a:rPr>
                        <a:t>Organic</a:t>
                      </a: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rPr>
                        <a:t>3.2</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rPr>
                        <a:t>1.05</a:t>
                      </a: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40099">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800" b="0" i="1" u="none" strike="noStrike" cap="none" normalizeH="0" baseline="0">
                          <a:ln>
                            <a:noFill/>
                          </a:ln>
                          <a:solidFill>
                            <a:schemeClr val="tx1"/>
                          </a:solidFill>
                          <a:effectLst/>
                          <a:latin typeface="Times New Roman" panose="02020603050405020304" pitchFamily="18" charset="0"/>
                        </a:rPr>
                        <a:t>Semi-detached</a:t>
                      </a: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rPr>
                        <a:t>3.0</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rPr>
                        <a:t>1.12</a:t>
                      </a: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5300">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800" b="0" i="1" u="none" strike="noStrike" cap="none" normalizeH="0" baseline="0">
                          <a:ln>
                            <a:noFill/>
                          </a:ln>
                          <a:solidFill>
                            <a:schemeClr val="tx1"/>
                          </a:solidFill>
                          <a:effectLst/>
                          <a:latin typeface="Times New Roman" panose="02020603050405020304" pitchFamily="18" charset="0"/>
                        </a:rPr>
                        <a:t>Embedded</a:t>
                      </a: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rPr>
                        <a:t>2.8</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rPr>
                        <a:t>1.20</a:t>
                      </a: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367B3D0F-461C-2B05-AAA1-0838F8026443}"/>
              </a:ext>
            </a:extLst>
          </p:cNvPr>
          <p:cNvSpPr>
            <a:spLocks noGrp="1" noChangeArrowheads="1"/>
          </p:cNvSpPr>
          <p:nvPr>
            <p:ph type="title"/>
          </p:nvPr>
        </p:nvSpPr>
        <p:spPr>
          <a:xfrm>
            <a:off x="609600" y="39688"/>
            <a:ext cx="7772400" cy="762000"/>
          </a:xfrm>
        </p:spPr>
        <p:txBody>
          <a:bodyPr/>
          <a:lstStyle/>
          <a:p>
            <a:pPr>
              <a:defRPr/>
            </a:pPr>
            <a:r>
              <a:rPr lang="en-US" altLang="en-US" dirty="0"/>
              <a:t>Effort computation(.)</a:t>
            </a:r>
          </a:p>
        </p:txBody>
      </p:sp>
      <p:sp>
        <p:nvSpPr>
          <p:cNvPr id="92163" name="Rectangle 3">
            <a:extLst>
              <a:ext uri="{FF2B5EF4-FFF2-40B4-BE49-F238E27FC236}">
                <a16:creationId xmlns:a16="http://schemas.microsoft.com/office/drawing/2014/main" id="{53CD4276-BC52-DC4E-A802-35EB1DFA8CE2}"/>
              </a:ext>
            </a:extLst>
          </p:cNvPr>
          <p:cNvSpPr>
            <a:spLocks noGrp="1" noChangeArrowheads="1"/>
          </p:cNvSpPr>
          <p:nvPr>
            <p:ph idx="1"/>
          </p:nvPr>
        </p:nvSpPr>
        <p:spPr>
          <a:xfrm>
            <a:off x="-280988" y="622300"/>
            <a:ext cx="7772401" cy="457200"/>
          </a:xfrm>
        </p:spPr>
        <p:txBody>
          <a:bodyPr/>
          <a:lstStyle/>
          <a:p>
            <a:r>
              <a:rPr lang="en-US" altLang="en-US" sz="2000" b="1"/>
              <a:t>Effort Adjustment Factor </a:t>
            </a:r>
          </a:p>
        </p:txBody>
      </p:sp>
      <p:sp>
        <p:nvSpPr>
          <p:cNvPr id="92164" name="Slide Number Placeholder 5">
            <a:extLst>
              <a:ext uri="{FF2B5EF4-FFF2-40B4-BE49-F238E27FC236}">
                <a16:creationId xmlns:a16="http://schemas.microsoft.com/office/drawing/2014/main" id="{DDD73EAA-8B2F-40D6-A845-15DC436FCD90}"/>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A3D61E6-A613-8145-A756-62CFA8E456AE}" type="slidenum">
              <a:rPr lang="en-US" altLang="en-US" sz="1400"/>
              <a:pPr>
                <a:spcBef>
                  <a:spcPct val="0"/>
                </a:spcBef>
                <a:buFontTx/>
                <a:buNone/>
              </a:pPr>
              <a:t>72</a:t>
            </a:fld>
            <a:endParaRPr lang="en-US" altLang="en-US" sz="1400"/>
          </a:p>
        </p:txBody>
      </p:sp>
      <p:grpSp>
        <p:nvGrpSpPr>
          <p:cNvPr id="92165" name="Group 342">
            <a:extLst>
              <a:ext uri="{FF2B5EF4-FFF2-40B4-BE49-F238E27FC236}">
                <a16:creationId xmlns:a16="http://schemas.microsoft.com/office/drawing/2014/main" id="{9A0B5E58-385D-384F-A714-5DC053EE596A}"/>
              </a:ext>
            </a:extLst>
          </p:cNvPr>
          <p:cNvGrpSpPr>
            <a:grpSpLocks/>
          </p:cNvGrpSpPr>
          <p:nvPr/>
        </p:nvGrpSpPr>
        <p:grpSpPr bwMode="auto">
          <a:xfrm>
            <a:off x="114300" y="1035050"/>
            <a:ext cx="8763000" cy="4648200"/>
            <a:chOff x="-2" y="-2"/>
            <a:chExt cx="4117" cy="6567"/>
          </a:xfrm>
        </p:grpSpPr>
        <p:grpSp>
          <p:nvGrpSpPr>
            <p:cNvPr id="92167" name="Group 340">
              <a:extLst>
                <a:ext uri="{FF2B5EF4-FFF2-40B4-BE49-F238E27FC236}">
                  <a16:creationId xmlns:a16="http://schemas.microsoft.com/office/drawing/2014/main" id="{C7D8693B-8028-6F4F-F55F-A906CF8A2D67}"/>
                </a:ext>
              </a:extLst>
            </p:cNvPr>
            <p:cNvGrpSpPr>
              <a:grpSpLocks/>
            </p:cNvGrpSpPr>
            <p:nvPr/>
          </p:nvGrpSpPr>
          <p:grpSpPr bwMode="auto">
            <a:xfrm>
              <a:off x="0" y="0"/>
              <a:ext cx="4113" cy="6563"/>
              <a:chOff x="0" y="0"/>
              <a:chExt cx="4113" cy="6563"/>
            </a:xfrm>
          </p:grpSpPr>
          <p:grpSp>
            <p:nvGrpSpPr>
              <p:cNvPr id="92169" name="Group 117">
                <a:extLst>
                  <a:ext uri="{FF2B5EF4-FFF2-40B4-BE49-F238E27FC236}">
                    <a16:creationId xmlns:a16="http://schemas.microsoft.com/office/drawing/2014/main" id="{F55543A7-D3D1-D3AE-BB1B-38A1894B0408}"/>
                  </a:ext>
                </a:extLst>
              </p:cNvPr>
              <p:cNvGrpSpPr>
                <a:grpSpLocks/>
              </p:cNvGrpSpPr>
              <p:nvPr/>
            </p:nvGrpSpPr>
            <p:grpSpPr bwMode="auto">
              <a:xfrm>
                <a:off x="0" y="0"/>
                <a:ext cx="1455" cy="518"/>
                <a:chOff x="0" y="0"/>
                <a:chExt cx="1455" cy="518"/>
              </a:xfrm>
            </p:grpSpPr>
            <p:sp>
              <p:nvSpPr>
                <p:cNvPr id="92503" name="Rectangle 4">
                  <a:extLst>
                    <a:ext uri="{FF2B5EF4-FFF2-40B4-BE49-F238E27FC236}">
                      <a16:creationId xmlns:a16="http://schemas.microsoft.com/office/drawing/2014/main" id="{83A31372-AED3-3128-47F0-832A81613A49}"/>
                    </a:ext>
                  </a:extLst>
                </p:cNvPr>
                <p:cNvSpPr>
                  <a:spLocks noChangeArrowheads="1"/>
                </p:cNvSpPr>
                <p:nvPr/>
              </p:nvSpPr>
              <p:spPr bwMode="auto">
                <a:xfrm>
                  <a:off x="43" y="0"/>
                  <a:ext cx="1369"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200" b="1">
                      <a:latin typeface="Arial" panose="020B0604020202020204" pitchFamily="34" charset="0"/>
                      <a:cs typeface="Arial" panose="020B0604020202020204" pitchFamily="34" charset="0"/>
                    </a:rPr>
                    <a:t>Cost Driver</a:t>
                  </a:r>
                </a:p>
                <a:p>
                  <a:pPr>
                    <a:spcBef>
                      <a:spcPct val="0"/>
                    </a:spcBef>
                    <a:buFontTx/>
                    <a:buNone/>
                  </a:pPr>
                  <a:endParaRPr lang="en-US" altLang="en-US" sz="2400"/>
                </a:p>
              </p:txBody>
            </p:sp>
            <p:sp>
              <p:nvSpPr>
                <p:cNvPr id="92504" name="Rectangle 116">
                  <a:extLst>
                    <a:ext uri="{FF2B5EF4-FFF2-40B4-BE49-F238E27FC236}">
                      <a16:creationId xmlns:a16="http://schemas.microsoft.com/office/drawing/2014/main" id="{7F4B7364-B927-762D-A58D-DE147D0CEDBC}"/>
                    </a:ext>
                  </a:extLst>
                </p:cNvPr>
                <p:cNvSpPr>
                  <a:spLocks noChangeArrowheads="1"/>
                </p:cNvSpPr>
                <p:nvPr/>
              </p:nvSpPr>
              <p:spPr bwMode="auto">
                <a:xfrm>
                  <a:off x="0" y="0"/>
                  <a:ext cx="1455" cy="51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170" name="Group 119">
                <a:extLst>
                  <a:ext uri="{FF2B5EF4-FFF2-40B4-BE49-F238E27FC236}">
                    <a16:creationId xmlns:a16="http://schemas.microsoft.com/office/drawing/2014/main" id="{21BFDE2C-98C9-882D-860A-59707ED41717}"/>
                  </a:ext>
                </a:extLst>
              </p:cNvPr>
              <p:cNvGrpSpPr>
                <a:grpSpLocks/>
              </p:cNvGrpSpPr>
              <p:nvPr/>
            </p:nvGrpSpPr>
            <p:grpSpPr bwMode="auto">
              <a:xfrm>
                <a:off x="1455" y="0"/>
                <a:ext cx="409" cy="518"/>
                <a:chOff x="1455" y="0"/>
                <a:chExt cx="409" cy="518"/>
              </a:xfrm>
            </p:grpSpPr>
            <p:sp>
              <p:nvSpPr>
                <p:cNvPr id="92501" name="Rectangle 5">
                  <a:extLst>
                    <a:ext uri="{FF2B5EF4-FFF2-40B4-BE49-F238E27FC236}">
                      <a16:creationId xmlns:a16="http://schemas.microsoft.com/office/drawing/2014/main" id="{07941E47-FA90-61D5-9C6C-17F773225337}"/>
                    </a:ext>
                  </a:extLst>
                </p:cNvPr>
                <p:cNvSpPr>
                  <a:spLocks noChangeArrowheads="1"/>
                </p:cNvSpPr>
                <p:nvPr/>
              </p:nvSpPr>
              <p:spPr bwMode="auto">
                <a:xfrm>
                  <a:off x="1498" y="0"/>
                  <a:ext cx="323"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b="1">
                      <a:latin typeface="Arial" panose="020B0604020202020204" pitchFamily="34" charset="0"/>
                      <a:cs typeface="Arial" panose="020B0604020202020204" pitchFamily="34" charset="0"/>
                    </a:rPr>
                    <a:t>Very</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r>
                    <a:rPr lang="en-CA" altLang="en-US" sz="1200" b="1">
                      <a:latin typeface="Arial" panose="020B0604020202020204" pitchFamily="34" charset="0"/>
                      <a:cs typeface="Arial" panose="020B0604020202020204" pitchFamily="34" charset="0"/>
                    </a:rPr>
                    <a:t>Low</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502" name="Rectangle 118">
                  <a:extLst>
                    <a:ext uri="{FF2B5EF4-FFF2-40B4-BE49-F238E27FC236}">
                      <a16:creationId xmlns:a16="http://schemas.microsoft.com/office/drawing/2014/main" id="{9B44B2A3-18D5-1390-1042-2DD90D7694E4}"/>
                    </a:ext>
                  </a:extLst>
                </p:cNvPr>
                <p:cNvSpPr>
                  <a:spLocks noChangeArrowheads="1"/>
                </p:cNvSpPr>
                <p:nvPr/>
              </p:nvSpPr>
              <p:spPr bwMode="auto">
                <a:xfrm>
                  <a:off x="1455" y="0"/>
                  <a:ext cx="409" cy="51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171" name="Group 121">
                <a:extLst>
                  <a:ext uri="{FF2B5EF4-FFF2-40B4-BE49-F238E27FC236}">
                    <a16:creationId xmlns:a16="http://schemas.microsoft.com/office/drawing/2014/main" id="{135D7522-BDC2-257D-8C3B-E180540B74BF}"/>
                  </a:ext>
                </a:extLst>
              </p:cNvPr>
              <p:cNvGrpSpPr>
                <a:grpSpLocks/>
              </p:cNvGrpSpPr>
              <p:nvPr/>
            </p:nvGrpSpPr>
            <p:grpSpPr bwMode="auto">
              <a:xfrm>
                <a:off x="1864" y="0"/>
                <a:ext cx="395" cy="518"/>
                <a:chOff x="1864" y="0"/>
                <a:chExt cx="395" cy="518"/>
              </a:xfrm>
            </p:grpSpPr>
            <p:sp>
              <p:nvSpPr>
                <p:cNvPr id="92499" name="Rectangle 6">
                  <a:extLst>
                    <a:ext uri="{FF2B5EF4-FFF2-40B4-BE49-F238E27FC236}">
                      <a16:creationId xmlns:a16="http://schemas.microsoft.com/office/drawing/2014/main" id="{702DDB9D-8BFB-4AF8-4036-2A635618BFD4}"/>
                    </a:ext>
                  </a:extLst>
                </p:cNvPr>
                <p:cNvSpPr>
                  <a:spLocks noChangeArrowheads="1"/>
                </p:cNvSpPr>
                <p:nvPr/>
              </p:nvSpPr>
              <p:spPr bwMode="auto">
                <a:xfrm>
                  <a:off x="1907" y="0"/>
                  <a:ext cx="309"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b="1">
                      <a:latin typeface="Arial" panose="020B0604020202020204" pitchFamily="34" charset="0"/>
                      <a:cs typeface="Arial" panose="020B0604020202020204" pitchFamily="34" charset="0"/>
                    </a:rPr>
                    <a:t>Low</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500" name="Rectangle 120">
                  <a:extLst>
                    <a:ext uri="{FF2B5EF4-FFF2-40B4-BE49-F238E27FC236}">
                      <a16:creationId xmlns:a16="http://schemas.microsoft.com/office/drawing/2014/main" id="{11E67DF2-128B-152E-0A2F-8BA86066C030}"/>
                    </a:ext>
                  </a:extLst>
                </p:cNvPr>
                <p:cNvSpPr>
                  <a:spLocks noChangeArrowheads="1"/>
                </p:cNvSpPr>
                <p:nvPr/>
              </p:nvSpPr>
              <p:spPr bwMode="auto">
                <a:xfrm>
                  <a:off x="1864" y="0"/>
                  <a:ext cx="395" cy="51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172" name="Group 123">
                <a:extLst>
                  <a:ext uri="{FF2B5EF4-FFF2-40B4-BE49-F238E27FC236}">
                    <a16:creationId xmlns:a16="http://schemas.microsoft.com/office/drawing/2014/main" id="{574035EE-065A-C4C1-5C64-F53CDF41A9DE}"/>
                  </a:ext>
                </a:extLst>
              </p:cNvPr>
              <p:cNvGrpSpPr>
                <a:grpSpLocks/>
              </p:cNvGrpSpPr>
              <p:nvPr/>
            </p:nvGrpSpPr>
            <p:grpSpPr bwMode="auto">
              <a:xfrm>
                <a:off x="2259" y="0"/>
                <a:ext cx="581" cy="518"/>
                <a:chOff x="2259" y="0"/>
                <a:chExt cx="581" cy="518"/>
              </a:xfrm>
            </p:grpSpPr>
            <p:sp>
              <p:nvSpPr>
                <p:cNvPr id="92497" name="Rectangle 7">
                  <a:extLst>
                    <a:ext uri="{FF2B5EF4-FFF2-40B4-BE49-F238E27FC236}">
                      <a16:creationId xmlns:a16="http://schemas.microsoft.com/office/drawing/2014/main" id="{F6F3AE55-550D-3685-87B8-C74CBF332906}"/>
                    </a:ext>
                  </a:extLst>
                </p:cNvPr>
                <p:cNvSpPr>
                  <a:spLocks noChangeArrowheads="1"/>
                </p:cNvSpPr>
                <p:nvPr/>
              </p:nvSpPr>
              <p:spPr bwMode="auto">
                <a:xfrm>
                  <a:off x="2302" y="0"/>
                  <a:ext cx="495"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b="1">
                      <a:latin typeface="Arial" panose="020B0604020202020204" pitchFamily="34" charset="0"/>
                      <a:cs typeface="Arial" panose="020B0604020202020204" pitchFamily="34" charset="0"/>
                    </a:rPr>
                    <a:t>Nominal</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498" name="Rectangle 122">
                  <a:extLst>
                    <a:ext uri="{FF2B5EF4-FFF2-40B4-BE49-F238E27FC236}">
                      <a16:creationId xmlns:a16="http://schemas.microsoft.com/office/drawing/2014/main" id="{1C75BA5C-8FE5-505C-90F5-72861F261D58}"/>
                    </a:ext>
                  </a:extLst>
                </p:cNvPr>
                <p:cNvSpPr>
                  <a:spLocks noChangeArrowheads="1"/>
                </p:cNvSpPr>
                <p:nvPr/>
              </p:nvSpPr>
              <p:spPr bwMode="auto">
                <a:xfrm>
                  <a:off x="2259" y="0"/>
                  <a:ext cx="581" cy="51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173" name="Group 125">
                <a:extLst>
                  <a:ext uri="{FF2B5EF4-FFF2-40B4-BE49-F238E27FC236}">
                    <a16:creationId xmlns:a16="http://schemas.microsoft.com/office/drawing/2014/main" id="{A4893EF7-2CF7-96F7-E090-E5CC5BAF749C}"/>
                  </a:ext>
                </a:extLst>
              </p:cNvPr>
              <p:cNvGrpSpPr>
                <a:grpSpLocks/>
              </p:cNvGrpSpPr>
              <p:nvPr/>
            </p:nvGrpSpPr>
            <p:grpSpPr bwMode="auto">
              <a:xfrm>
                <a:off x="2840" y="0"/>
                <a:ext cx="416" cy="518"/>
                <a:chOff x="2840" y="0"/>
                <a:chExt cx="416" cy="518"/>
              </a:xfrm>
            </p:grpSpPr>
            <p:sp>
              <p:nvSpPr>
                <p:cNvPr id="92495" name="Rectangle 8">
                  <a:extLst>
                    <a:ext uri="{FF2B5EF4-FFF2-40B4-BE49-F238E27FC236}">
                      <a16:creationId xmlns:a16="http://schemas.microsoft.com/office/drawing/2014/main" id="{4BBEC920-B3EB-68D5-0608-35757FFE5B86}"/>
                    </a:ext>
                  </a:extLst>
                </p:cNvPr>
                <p:cNvSpPr>
                  <a:spLocks noChangeArrowheads="1"/>
                </p:cNvSpPr>
                <p:nvPr/>
              </p:nvSpPr>
              <p:spPr bwMode="auto">
                <a:xfrm>
                  <a:off x="2883" y="0"/>
                  <a:ext cx="330"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b="1">
                      <a:latin typeface="Arial" panose="020B0604020202020204" pitchFamily="34" charset="0"/>
                      <a:cs typeface="Arial" panose="020B0604020202020204" pitchFamily="34" charset="0"/>
                    </a:rPr>
                    <a:t>High</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496" name="Rectangle 124">
                  <a:extLst>
                    <a:ext uri="{FF2B5EF4-FFF2-40B4-BE49-F238E27FC236}">
                      <a16:creationId xmlns:a16="http://schemas.microsoft.com/office/drawing/2014/main" id="{3AC63F76-B606-1DD7-7EFF-81B241373D78}"/>
                    </a:ext>
                  </a:extLst>
                </p:cNvPr>
                <p:cNvSpPr>
                  <a:spLocks noChangeArrowheads="1"/>
                </p:cNvSpPr>
                <p:nvPr/>
              </p:nvSpPr>
              <p:spPr bwMode="auto">
                <a:xfrm>
                  <a:off x="2840" y="0"/>
                  <a:ext cx="416" cy="51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174" name="Group 127">
                <a:extLst>
                  <a:ext uri="{FF2B5EF4-FFF2-40B4-BE49-F238E27FC236}">
                    <a16:creationId xmlns:a16="http://schemas.microsoft.com/office/drawing/2014/main" id="{A738073F-9630-6C28-F61A-693F65F5CF68}"/>
                  </a:ext>
                </a:extLst>
              </p:cNvPr>
              <p:cNvGrpSpPr>
                <a:grpSpLocks/>
              </p:cNvGrpSpPr>
              <p:nvPr/>
            </p:nvGrpSpPr>
            <p:grpSpPr bwMode="auto">
              <a:xfrm>
                <a:off x="3256" y="0"/>
                <a:ext cx="416" cy="518"/>
                <a:chOff x="3256" y="0"/>
                <a:chExt cx="416" cy="518"/>
              </a:xfrm>
            </p:grpSpPr>
            <p:sp>
              <p:nvSpPr>
                <p:cNvPr id="92493" name="Rectangle 9">
                  <a:extLst>
                    <a:ext uri="{FF2B5EF4-FFF2-40B4-BE49-F238E27FC236}">
                      <a16:creationId xmlns:a16="http://schemas.microsoft.com/office/drawing/2014/main" id="{34BC84CE-8DA9-6B2C-5764-C45B6A67A6A7}"/>
                    </a:ext>
                  </a:extLst>
                </p:cNvPr>
                <p:cNvSpPr>
                  <a:spLocks noChangeArrowheads="1"/>
                </p:cNvSpPr>
                <p:nvPr/>
              </p:nvSpPr>
              <p:spPr bwMode="auto">
                <a:xfrm>
                  <a:off x="3299" y="0"/>
                  <a:ext cx="330"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b="1">
                      <a:latin typeface="Arial" panose="020B0604020202020204" pitchFamily="34" charset="0"/>
                      <a:cs typeface="Arial" panose="020B0604020202020204" pitchFamily="34" charset="0"/>
                    </a:rPr>
                    <a:t>Very</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r>
                    <a:rPr lang="en-CA" altLang="en-US" sz="1200" b="1">
                      <a:latin typeface="Arial" panose="020B0604020202020204" pitchFamily="34" charset="0"/>
                      <a:cs typeface="Arial" panose="020B0604020202020204" pitchFamily="34" charset="0"/>
                    </a:rPr>
                    <a:t>High</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494" name="Rectangle 126">
                  <a:extLst>
                    <a:ext uri="{FF2B5EF4-FFF2-40B4-BE49-F238E27FC236}">
                      <a16:creationId xmlns:a16="http://schemas.microsoft.com/office/drawing/2014/main" id="{8311117E-1E2F-0996-EACE-E4F77E43AF5F}"/>
                    </a:ext>
                  </a:extLst>
                </p:cNvPr>
                <p:cNvSpPr>
                  <a:spLocks noChangeArrowheads="1"/>
                </p:cNvSpPr>
                <p:nvPr/>
              </p:nvSpPr>
              <p:spPr bwMode="auto">
                <a:xfrm>
                  <a:off x="3256" y="0"/>
                  <a:ext cx="416" cy="51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175" name="Group 129">
                <a:extLst>
                  <a:ext uri="{FF2B5EF4-FFF2-40B4-BE49-F238E27FC236}">
                    <a16:creationId xmlns:a16="http://schemas.microsoft.com/office/drawing/2014/main" id="{671B19EF-6180-F1CB-3B8A-E416B2A18D2D}"/>
                  </a:ext>
                </a:extLst>
              </p:cNvPr>
              <p:cNvGrpSpPr>
                <a:grpSpLocks/>
              </p:cNvGrpSpPr>
              <p:nvPr/>
            </p:nvGrpSpPr>
            <p:grpSpPr bwMode="auto">
              <a:xfrm>
                <a:off x="3672" y="0"/>
                <a:ext cx="441" cy="518"/>
                <a:chOff x="3672" y="0"/>
                <a:chExt cx="441" cy="518"/>
              </a:xfrm>
            </p:grpSpPr>
            <p:sp>
              <p:nvSpPr>
                <p:cNvPr id="92491" name="Rectangle 10">
                  <a:extLst>
                    <a:ext uri="{FF2B5EF4-FFF2-40B4-BE49-F238E27FC236}">
                      <a16:creationId xmlns:a16="http://schemas.microsoft.com/office/drawing/2014/main" id="{64A62778-584A-DB40-EFE5-2AF8FB70878A}"/>
                    </a:ext>
                  </a:extLst>
                </p:cNvPr>
                <p:cNvSpPr>
                  <a:spLocks noChangeArrowheads="1"/>
                </p:cNvSpPr>
                <p:nvPr/>
              </p:nvSpPr>
              <p:spPr bwMode="auto">
                <a:xfrm>
                  <a:off x="3715" y="0"/>
                  <a:ext cx="355"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b="1">
                      <a:latin typeface="Arial" panose="020B0604020202020204" pitchFamily="34" charset="0"/>
                      <a:cs typeface="Arial" panose="020B0604020202020204" pitchFamily="34" charset="0"/>
                    </a:rPr>
                    <a:t>Extra</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r>
                    <a:rPr lang="en-CA" altLang="en-US" sz="1200" b="1">
                      <a:latin typeface="Arial" panose="020B0604020202020204" pitchFamily="34" charset="0"/>
                      <a:cs typeface="Arial" panose="020B0604020202020204" pitchFamily="34" charset="0"/>
                    </a:rPr>
                    <a:t>High</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492" name="Rectangle 128">
                  <a:extLst>
                    <a:ext uri="{FF2B5EF4-FFF2-40B4-BE49-F238E27FC236}">
                      <a16:creationId xmlns:a16="http://schemas.microsoft.com/office/drawing/2014/main" id="{8FEFCEB2-2F52-AB73-06FD-D527324AE918}"/>
                    </a:ext>
                  </a:extLst>
                </p:cNvPr>
                <p:cNvSpPr>
                  <a:spLocks noChangeArrowheads="1"/>
                </p:cNvSpPr>
                <p:nvPr/>
              </p:nvSpPr>
              <p:spPr bwMode="auto">
                <a:xfrm>
                  <a:off x="3672" y="0"/>
                  <a:ext cx="441" cy="51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176" name="Group 131">
                <a:extLst>
                  <a:ext uri="{FF2B5EF4-FFF2-40B4-BE49-F238E27FC236}">
                    <a16:creationId xmlns:a16="http://schemas.microsoft.com/office/drawing/2014/main" id="{4419C706-7E37-8102-F927-9BFEF50D3946}"/>
                  </a:ext>
                </a:extLst>
              </p:cNvPr>
              <p:cNvGrpSpPr>
                <a:grpSpLocks/>
              </p:cNvGrpSpPr>
              <p:nvPr/>
            </p:nvGrpSpPr>
            <p:grpSpPr bwMode="auto">
              <a:xfrm>
                <a:off x="0" y="518"/>
                <a:ext cx="1455" cy="403"/>
                <a:chOff x="0" y="518"/>
                <a:chExt cx="1455" cy="403"/>
              </a:xfrm>
            </p:grpSpPr>
            <p:sp>
              <p:nvSpPr>
                <p:cNvPr id="92489" name="Rectangle 11">
                  <a:extLst>
                    <a:ext uri="{FF2B5EF4-FFF2-40B4-BE49-F238E27FC236}">
                      <a16:creationId xmlns:a16="http://schemas.microsoft.com/office/drawing/2014/main" id="{CA8F7E57-60F9-7D19-1E2D-2F6B6680D336}"/>
                    </a:ext>
                  </a:extLst>
                </p:cNvPr>
                <p:cNvSpPr>
                  <a:spLocks noChangeArrowheads="1"/>
                </p:cNvSpPr>
                <p:nvPr/>
              </p:nvSpPr>
              <p:spPr bwMode="auto">
                <a:xfrm>
                  <a:off x="43" y="518"/>
                  <a:ext cx="136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b="1">
                      <a:latin typeface="Arial" panose="020B0604020202020204" pitchFamily="34" charset="0"/>
                      <a:cs typeface="Arial" panose="020B0604020202020204" pitchFamily="34" charset="0"/>
                    </a:rPr>
                    <a:t>Required Reliability</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490" name="Rectangle 130">
                  <a:extLst>
                    <a:ext uri="{FF2B5EF4-FFF2-40B4-BE49-F238E27FC236}">
                      <a16:creationId xmlns:a16="http://schemas.microsoft.com/office/drawing/2014/main" id="{43ACE5E4-5F3C-0650-B433-968CFA04C1DD}"/>
                    </a:ext>
                  </a:extLst>
                </p:cNvPr>
                <p:cNvSpPr>
                  <a:spLocks noChangeArrowheads="1"/>
                </p:cNvSpPr>
                <p:nvPr/>
              </p:nvSpPr>
              <p:spPr bwMode="auto">
                <a:xfrm>
                  <a:off x="0" y="518"/>
                  <a:ext cx="1455"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177" name="Group 133">
                <a:extLst>
                  <a:ext uri="{FF2B5EF4-FFF2-40B4-BE49-F238E27FC236}">
                    <a16:creationId xmlns:a16="http://schemas.microsoft.com/office/drawing/2014/main" id="{54344D44-20F6-8E16-9062-A31F5B26EB52}"/>
                  </a:ext>
                </a:extLst>
              </p:cNvPr>
              <p:cNvGrpSpPr>
                <a:grpSpLocks/>
              </p:cNvGrpSpPr>
              <p:nvPr/>
            </p:nvGrpSpPr>
            <p:grpSpPr bwMode="auto">
              <a:xfrm>
                <a:off x="1455" y="518"/>
                <a:ext cx="409" cy="403"/>
                <a:chOff x="1455" y="518"/>
                <a:chExt cx="409" cy="403"/>
              </a:xfrm>
            </p:grpSpPr>
            <p:sp>
              <p:nvSpPr>
                <p:cNvPr id="92487" name="Rectangle 12">
                  <a:extLst>
                    <a:ext uri="{FF2B5EF4-FFF2-40B4-BE49-F238E27FC236}">
                      <a16:creationId xmlns:a16="http://schemas.microsoft.com/office/drawing/2014/main" id="{ED8361FE-0EFA-50EC-E214-EC5101382CE0}"/>
                    </a:ext>
                  </a:extLst>
                </p:cNvPr>
                <p:cNvSpPr>
                  <a:spLocks noChangeArrowheads="1"/>
                </p:cNvSpPr>
                <p:nvPr/>
              </p:nvSpPr>
              <p:spPr bwMode="auto">
                <a:xfrm>
                  <a:off x="1498" y="518"/>
                  <a:ext cx="323"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.75</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488" name="Rectangle 132">
                  <a:extLst>
                    <a:ext uri="{FF2B5EF4-FFF2-40B4-BE49-F238E27FC236}">
                      <a16:creationId xmlns:a16="http://schemas.microsoft.com/office/drawing/2014/main" id="{960DAA31-D693-1359-42D5-2D0B528E3581}"/>
                    </a:ext>
                  </a:extLst>
                </p:cNvPr>
                <p:cNvSpPr>
                  <a:spLocks noChangeArrowheads="1"/>
                </p:cNvSpPr>
                <p:nvPr/>
              </p:nvSpPr>
              <p:spPr bwMode="auto">
                <a:xfrm>
                  <a:off x="1455" y="518"/>
                  <a:ext cx="409"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178" name="Group 135">
                <a:extLst>
                  <a:ext uri="{FF2B5EF4-FFF2-40B4-BE49-F238E27FC236}">
                    <a16:creationId xmlns:a16="http://schemas.microsoft.com/office/drawing/2014/main" id="{54C817AC-A13F-6B2C-89C6-BCB33674EDCC}"/>
                  </a:ext>
                </a:extLst>
              </p:cNvPr>
              <p:cNvGrpSpPr>
                <a:grpSpLocks/>
              </p:cNvGrpSpPr>
              <p:nvPr/>
            </p:nvGrpSpPr>
            <p:grpSpPr bwMode="auto">
              <a:xfrm>
                <a:off x="1864" y="518"/>
                <a:ext cx="395" cy="403"/>
                <a:chOff x="1864" y="518"/>
                <a:chExt cx="395" cy="403"/>
              </a:xfrm>
            </p:grpSpPr>
            <p:sp>
              <p:nvSpPr>
                <p:cNvPr id="92485" name="Rectangle 13">
                  <a:extLst>
                    <a:ext uri="{FF2B5EF4-FFF2-40B4-BE49-F238E27FC236}">
                      <a16:creationId xmlns:a16="http://schemas.microsoft.com/office/drawing/2014/main" id="{EB2369FC-6761-78CD-2E74-A7A7DA8CF870}"/>
                    </a:ext>
                  </a:extLst>
                </p:cNvPr>
                <p:cNvSpPr>
                  <a:spLocks noChangeArrowheads="1"/>
                </p:cNvSpPr>
                <p:nvPr/>
              </p:nvSpPr>
              <p:spPr bwMode="auto">
                <a:xfrm>
                  <a:off x="1907" y="518"/>
                  <a:ext cx="30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.88</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486" name="Rectangle 134">
                  <a:extLst>
                    <a:ext uri="{FF2B5EF4-FFF2-40B4-BE49-F238E27FC236}">
                      <a16:creationId xmlns:a16="http://schemas.microsoft.com/office/drawing/2014/main" id="{053F6876-A7B5-C8E6-FE4C-547BF5B6482C}"/>
                    </a:ext>
                  </a:extLst>
                </p:cNvPr>
                <p:cNvSpPr>
                  <a:spLocks noChangeArrowheads="1"/>
                </p:cNvSpPr>
                <p:nvPr/>
              </p:nvSpPr>
              <p:spPr bwMode="auto">
                <a:xfrm>
                  <a:off x="1864" y="518"/>
                  <a:ext cx="395"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179" name="Group 137">
                <a:extLst>
                  <a:ext uri="{FF2B5EF4-FFF2-40B4-BE49-F238E27FC236}">
                    <a16:creationId xmlns:a16="http://schemas.microsoft.com/office/drawing/2014/main" id="{834238B3-6981-CFFF-10FD-1405A6669F4F}"/>
                  </a:ext>
                </a:extLst>
              </p:cNvPr>
              <p:cNvGrpSpPr>
                <a:grpSpLocks/>
              </p:cNvGrpSpPr>
              <p:nvPr/>
            </p:nvGrpSpPr>
            <p:grpSpPr bwMode="auto">
              <a:xfrm>
                <a:off x="2259" y="518"/>
                <a:ext cx="581" cy="403"/>
                <a:chOff x="2259" y="518"/>
                <a:chExt cx="581" cy="403"/>
              </a:xfrm>
            </p:grpSpPr>
            <p:sp>
              <p:nvSpPr>
                <p:cNvPr id="92483" name="Rectangle 14">
                  <a:extLst>
                    <a:ext uri="{FF2B5EF4-FFF2-40B4-BE49-F238E27FC236}">
                      <a16:creationId xmlns:a16="http://schemas.microsoft.com/office/drawing/2014/main" id="{24DBBB0A-5C85-EB67-89D4-231D8AC95B44}"/>
                    </a:ext>
                  </a:extLst>
                </p:cNvPr>
                <p:cNvSpPr>
                  <a:spLocks noChangeArrowheads="1"/>
                </p:cNvSpPr>
                <p:nvPr/>
              </p:nvSpPr>
              <p:spPr bwMode="auto">
                <a:xfrm>
                  <a:off x="2302" y="518"/>
                  <a:ext cx="49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1.00</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484" name="Rectangle 136">
                  <a:extLst>
                    <a:ext uri="{FF2B5EF4-FFF2-40B4-BE49-F238E27FC236}">
                      <a16:creationId xmlns:a16="http://schemas.microsoft.com/office/drawing/2014/main" id="{D47885EA-D9AF-4F20-9CB8-1CF2E297E28C}"/>
                    </a:ext>
                  </a:extLst>
                </p:cNvPr>
                <p:cNvSpPr>
                  <a:spLocks noChangeArrowheads="1"/>
                </p:cNvSpPr>
                <p:nvPr/>
              </p:nvSpPr>
              <p:spPr bwMode="auto">
                <a:xfrm>
                  <a:off x="2259" y="518"/>
                  <a:ext cx="58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180" name="Group 139">
                <a:extLst>
                  <a:ext uri="{FF2B5EF4-FFF2-40B4-BE49-F238E27FC236}">
                    <a16:creationId xmlns:a16="http://schemas.microsoft.com/office/drawing/2014/main" id="{4169A2C0-C2C3-58B8-7FB9-35815937AA59}"/>
                  </a:ext>
                </a:extLst>
              </p:cNvPr>
              <p:cNvGrpSpPr>
                <a:grpSpLocks/>
              </p:cNvGrpSpPr>
              <p:nvPr/>
            </p:nvGrpSpPr>
            <p:grpSpPr bwMode="auto">
              <a:xfrm>
                <a:off x="2840" y="518"/>
                <a:ext cx="416" cy="403"/>
                <a:chOff x="2840" y="518"/>
                <a:chExt cx="416" cy="403"/>
              </a:xfrm>
            </p:grpSpPr>
            <p:sp>
              <p:nvSpPr>
                <p:cNvPr id="92481" name="Rectangle 15">
                  <a:extLst>
                    <a:ext uri="{FF2B5EF4-FFF2-40B4-BE49-F238E27FC236}">
                      <a16:creationId xmlns:a16="http://schemas.microsoft.com/office/drawing/2014/main" id="{D4E7BBBB-0C79-45E6-56C0-FB3A80D0839A}"/>
                    </a:ext>
                  </a:extLst>
                </p:cNvPr>
                <p:cNvSpPr>
                  <a:spLocks noChangeArrowheads="1"/>
                </p:cNvSpPr>
                <p:nvPr/>
              </p:nvSpPr>
              <p:spPr bwMode="auto">
                <a:xfrm>
                  <a:off x="2883" y="518"/>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1.15</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482" name="Rectangle 138">
                  <a:extLst>
                    <a:ext uri="{FF2B5EF4-FFF2-40B4-BE49-F238E27FC236}">
                      <a16:creationId xmlns:a16="http://schemas.microsoft.com/office/drawing/2014/main" id="{48A20C52-802B-55F7-0BA9-BB2A1977F6CA}"/>
                    </a:ext>
                  </a:extLst>
                </p:cNvPr>
                <p:cNvSpPr>
                  <a:spLocks noChangeArrowheads="1"/>
                </p:cNvSpPr>
                <p:nvPr/>
              </p:nvSpPr>
              <p:spPr bwMode="auto">
                <a:xfrm>
                  <a:off x="2840" y="518"/>
                  <a:ext cx="41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181" name="Group 141">
                <a:extLst>
                  <a:ext uri="{FF2B5EF4-FFF2-40B4-BE49-F238E27FC236}">
                    <a16:creationId xmlns:a16="http://schemas.microsoft.com/office/drawing/2014/main" id="{3779103F-74F8-27F5-5CF7-2886F459D5F4}"/>
                  </a:ext>
                </a:extLst>
              </p:cNvPr>
              <p:cNvGrpSpPr>
                <a:grpSpLocks/>
              </p:cNvGrpSpPr>
              <p:nvPr/>
            </p:nvGrpSpPr>
            <p:grpSpPr bwMode="auto">
              <a:xfrm>
                <a:off x="3256" y="518"/>
                <a:ext cx="416" cy="403"/>
                <a:chOff x="3256" y="518"/>
                <a:chExt cx="416" cy="403"/>
              </a:xfrm>
            </p:grpSpPr>
            <p:sp>
              <p:nvSpPr>
                <p:cNvPr id="92479" name="Rectangle 16">
                  <a:extLst>
                    <a:ext uri="{FF2B5EF4-FFF2-40B4-BE49-F238E27FC236}">
                      <a16:creationId xmlns:a16="http://schemas.microsoft.com/office/drawing/2014/main" id="{455EF762-C68F-9FBD-9802-54C1CEE7693E}"/>
                    </a:ext>
                  </a:extLst>
                </p:cNvPr>
                <p:cNvSpPr>
                  <a:spLocks noChangeArrowheads="1"/>
                </p:cNvSpPr>
                <p:nvPr/>
              </p:nvSpPr>
              <p:spPr bwMode="auto">
                <a:xfrm>
                  <a:off x="3299" y="518"/>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1.40</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480" name="Rectangle 140">
                  <a:extLst>
                    <a:ext uri="{FF2B5EF4-FFF2-40B4-BE49-F238E27FC236}">
                      <a16:creationId xmlns:a16="http://schemas.microsoft.com/office/drawing/2014/main" id="{4454F81D-A7C0-7AF5-2060-4958E9D9DCFB}"/>
                    </a:ext>
                  </a:extLst>
                </p:cNvPr>
                <p:cNvSpPr>
                  <a:spLocks noChangeArrowheads="1"/>
                </p:cNvSpPr>
                <p:nvPr/>
              </p:nvSpPr>
              <p:spPr bwMode="auto">
                <a:xfrm>
                  <a:off x="3256" y="518"/>
                  <a:ext cx="41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182" name="Group 143">
                <a:extLst>
                  <a:ext uri="{FF2B5EF4-FFF2-40B4-BE49-F238E27FC236}">
                    <a16:creationId xmlns:a16="http://schemas.microsoft.com/office/drawing/2014/main" id="{0A748E16-62B2-04C7-A66D-FE74FC751087}"/>
                  </a:ext>
                </a:extLst>
              </p:cNvPr>
              <p:cNvGrpSpPr>
                <a:grpSpLocks/>
              </p:cNvGrpSpPr>
              <p:nvPr/>
            </p:nvGrpSpPr>
            <p:grpSpPr bwMode="auto">
              <a:xfrm>
                <a:off x="3672" y="518"/>
                <a:ext cx="441" cy="403"/>
                <a:chOff x="3672" y="518"/>
                <a:chExt cx="441" cy="403"/>
              </a:xfrm>
            </p:grpSpPr>
            <p:sp>
              <p:nvSpPr>
                <p:cNvPr id="92477" name="Rectangle 17">
                  <a:extLst>
                    <a:ext uri="{FF2B5EF4-FFF2-40B4-BE49-F238E27FC236}">
                      <a16:creationId xmlns:a16="http://schemas.microsoft.com/office/drawing/2014/main" id="{0AC76316-531D-4580-5A92-4D6CE52A603C}"/>
                    </a:ext>
                  </a:extLst>
                </p:cNvPr>
                <p:cNvSpPr>
                  <a:spLocks noChangeArrowheads="1"/>
                </p:cNvSpPr>
                <p:nvPr/>
              </p:nvSpPr>
              <p:spPr bwMode="auto">
                <a:xfrm>
                  <a:off x="3715" y="518"/>
                  <a:ext cx="35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1.40</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478" name="Rectangle 142">
                  <a:extLst>
                    <a:ext uri="{FF2B5EF4-FFF2-40B4-BE49-F238E27FC236}">
                      <a16:creationId xmlns:a16="http://schemas.microsoft.com/office/drawing/2014/main" id="{655C8718-0D16-E39A-F84B-46BC0539D37E}"/>
                    </a:ext>
                  </a:extLst>
                </p:cNvPr>
                <p:cNvSpPr>
                  <a:spLocks noChangeArrowheads="1"/>
                </p:cNvSpPr>
                <p:nvPr/>
              </p:nvSpPr>
              <p:spPr bwMode="auto">
                <a:xfrm>
                  <a:off x="3672" y="518"/>
                  <a:ext cx="44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183" name="Group 145">
                <a:extLst>
                  <a:ext uri="{FF2B5EF4-FFF2-40B4-BE49-F238E27FC236}">
                    <a16:creationId xmlns:a16="http://schemas.microsoft.com/office/drawing/2014/main" id="{BFA1B092-F1DB-B35D-8316-EC31D80F0362}"/>
                  </a:ext>
                </a:extLst>
              </p:cNvPr>
              <p:cNvGrpSpPr>
                <a:grpSpLocks/>
              </p:cNvGrpSpPr>
              <p:nvPr/>
            </p:nvGrpSpPr>
            <p:grpSpPr bwMode="auto">
              <a:xfrm>
                <a:off x="0" y="921"/>
                <a:ext cx="1455" cy="403"/>
                <a:chOff x="0" y="921"/>
                <a:chExt cx="1455" cy="403"/>
              </a:xfrm>
            </p:grpSpPr>
            <p:sp>
              <p:nvSpPr>
                <p:cNvPr id="92475" name="Rectangle 18">
                  <a:extLst>
                    <a:ext uri="{FF2B5EF4-FFF2-40B4-BE49-F238E27FC236}">
                      <a16:creationId xmlns:a16="http://schemas.microsoft.com/office/drawing/2014/main" id="{6B268030-6979-B991-CEB9-886617A2FE2F}"/>
                    </a:ext>
                  </a:extLst>
                </p:cNvPr>
                <p:cNvSpPr>
                  <a:spLocks noChangeArrowheads="1"/>
                </p:cNvSpPr>
                <p:nvPr/>
              </p:nvSpPr>
              <p:spPr bwMode="auto">
                <a:xfrm>
                  <a:off x="43" y="921"/>
                  <a:ext cx="136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b="1">
                      <a:latin typeface="Arial" panose="020B0604020202020204" pitchFamily="34" charset="0"/>
                      <a:cs typeface="Arial" panose="020B0604020202020204" pitchFamily="34" charset="0"/>
                    </a:rPr>
                    <a:t>Database Size</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476" name="Rectangle 144">
                  <a:extLst>
                    <a:ext uri="{FF2B5EF4-FFF2-40B4-BE49-F238E27FC236}">
                      <a16:creationId xmlns:a16="http://schemas.microsoft.com/office/drawing/2014/main" id="{1F8AD995-08D0-CC69-0366-C43D9E9DC171}"/>
                    </a:ext>
                  </a:extLst>
                </p:cNvPr>
                <p:cNvSpPr>
                  <a:spLocks noChangeArrowheads="1"/>
                </p:cNvSpPr>
                <p:nvPr/>
              </p:nvSpPr>
              <p:spPr bwMode="auto">
                <a:xfrm>
                  <a:off x="0" y="921"/>
                  <a:ext cx="1455"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184" name="Group 147">
                <a:extLst>
                  <a:ext uri="{FF2B5EF4-FFF2-40B4-BE49-F238E27FC236}">
                    <a16:creationId xmlns:a16="http://schemas.microsoft.com/office/drawing/2014/main" id="{221382E6-C401-2E88-3890-47AA21BD22BC}"/>
                  </a:ext>
                </a:extLst>
              </p:cNvPr>
              <p:cNvGrpSpPr>
                <a:grpSpLocks/>
              </p:cNvGrpSpPr>
              <p:nvPr/>
            </p:nvGrpSpPr>
            <p:grpSpPr bwMode="auto">
              <a:xfrm>
                <a:off x="1455" y="921"/>
                <a:ext cx="409" cy="403"/>
                <a:chOff x="1455" y="921"/>
                <a:chExt cx="409" cy="403"/>
              </a:xfrm>
            </p:grpSpPr>
            <p:sp>
              <p:nvSpPr>
                <p:cNvPr id="92473" name="Rectangle 19">
                  <a:extLst>
                    <a:ext uri="{FF2B5EF4-FFF2-40B4-BE49-F238E27FC236}">
                      <a16:creationId xmlns:a16="http://schemas.microsoft.com/office/drawing/2014/main" id="{8F5163D6-1B02-F7CC-CC2C-89C661953A27}"/>
                    </a:ext>
                  </a:extLst>
                </p:cNvPr>
                <p:cNvSpPr>
                  <a:spLocks noChangeArrowheads="1"/>
                </p:cNvSpPr>
                <p:nvPr/>
              </p:nvSpPr>
              <p:spPr bwMode="auto">
                <a:xfrm>
                  <a:off x="1498" y="921"/>
                  <a:ext cx="323"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.94</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474" name="Rectangle 146">
                  <a:extLst>
                    <a:ext uri="{FF2B5EF4-FFF2-40B4-BE49-F238E27FC236}">
                      <a16:creationId xmlns:a16="http://schemas.microsoft.com/office/drawing/2014/main" id="{B2A8B928-3A8E-E72B-2C0D-78085AB63D43}"/>
                    </a:ext>
                  </a:extLst>
                </p:cNvPr>
                <p:cNvSpPr>
                  <a:spLocks noChangeArrowheads="1"/>
                </p:cNvSpPr>
                <p:nvPr/>
              </p:nvSpPr>
              <p:spPr bwMode="auto">
                <a:xfrm>
                  <a:off x="1455" y="921"/>
                  <a:ext cx="409"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185" name="Group 149">
                <a:extLst>
                  <a:ext uri="{FF2B5EF4-FFF2-40B4-BE49-F238E27FC236}">
                    <a16:creationId xmlns:a16="http://schemas.microsoft.com/office/drawing/2014/main" id="{5A12AA32-BAAE-7F0C-4398-726D2D6F3C02}"/>
                  </a:ext>
                </a:extLst>
              </p:cNvPr>
              <p:cNvGrpSpPr>
                <a:grpSpLocks/>
              </p:cNvGrpSpPr>
              <p:nvPr/>
            </p:nvGrpSpPr>
            <p:grpSpPr bwMode="auto">
              <a:xfrm>
                <a:off x="1864" y="921"/>
                <a:ext cx="395" cy="403"/>
                <a:chOff x="1864" y="921"/>
                <a:chExt cx="395" cy="403"/>
              </a:xfrm>
            </p:grpSpPr>
            <p:sp>
              <p:nvSpPr>
                <p:cNvPr id="92471" name="Rectangle 20">
                  <a:extLst>
                    <a:ext uri="{FF2B5EF4-FFF2-40B4-BE49-F238E27FC236}">
                      <a16:creationId xmlns:a16="http://schemas.microsoft.com/office/drawing/2014/main" id="{7334EA85-87DC-A88F-FC42-F651378EAFC1}"/>
                    </a:ext>
                  </a:extLst>
                </p:cNvPr>
                <p:cNvSpPr>
                  <a:spLocks noChangeArrowheads="1"/>
                </p:cNvSpPr>
                <p:nvPr/>
              </p:nvSpPr>
              <p:spPr bwMode="auto">
                <a:xfrm>
                  <a:off x="1907" y="921"/>
                  <a:ext cx="30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.94</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472" name="Rectangle 148">
                  <a:extLst>
                    <a:ext uri="{FF2B5EF4-FFF2-40B4-BE49-F238E27FC236}">
                      <a16:creationId xmlns:a16="http://schemas.microsoft.com/office/drawing/2014/main" id="{347DFEFF-A82F-AFE0-BF8B-77816ED9D213}"/>
                    </a:ext>
                  </a:extLst>
                </p:cNvPr>
                <p:cNvSpPr>
                  <a:spLocks noChangeArrowheads="1"/>
                </p:cNvSpPr>
                <p:nvPr/>
              </p:nvSpPr>
              <p:spPr bwMode="auto">
                <a:xfrm>
                  <a:off x="1864" y="921"/>
                  <a:ext cx="395"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186" name="Group 151">
                <a:extLst>
                  <a:ext uri="{FF2B5EF4-FFF2-40B4-BE49-F238E27FC236}">
                    <a16:creationId xmlns:a16="http://schemas.microsoft.com/office/drawing/2014/main" id="{5465453E-AE36-D90B-D812-73C709F72B51}"/>
                  </a:ext>
                </a:extLst>
              </p:cNvPr>
              <p:cNvGrpSpPr>
                <a:grpSpLocks/>
              </p:cNvGrpSpPr>
              <p:nvPr/>
            </p:nvGrpSpPr>
            <p:grpSpPr bwMode="auto">
              <a:xfrm>
                <a:off x="2259" y="921"/>
                <a:ext cx="581" cy="403"/>
                <a:chOff x="2259" y="921"/>
                <a:chExt cx="581" cy="403"/>
              </a:xfrm>
            </p:grpSpPr>
            <p:sp>
              <p:nvSpPr>
                <p:cNvPr id="92469" name="Rectangle 21">
                  <a:extLst>
                    <a:ext uri="{FF2B5EF4-FFF2-40B4-BE49-F238E27FC236}">
                      <a16:creationId xmlns:a16="http://schemas.microsoft.com/office/drawing/2014/main" id="{5D3216B0-1E45-928B-C65F-7D76A01B2709}"/>
                    </a:ext>
                  </a:extLst>
                </p:cNvPr>
                <p:cNvSpPr>
                  <a:spLocks noChangeArrowheads="1"/>
                </p:cNvSpPr>
                <p:nvPr/>
              </p:nvSpPr>
              <p:spPr bwMode="auto">
                <a:xfrm>
                  <a:off x="2302" y="921"/>
                  <a:ext cx="49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1.00</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470" name="Rectangle 150">
                  <a:extLst>
                    <a:ext uri="{FF2B5EF4-FFF2-40B4-BE49-F238E27FC236}">
                      <a16:creationId xmlns:a16="http://schemas.microsoft.com/office/drawing/2014/main" id="{96C80C04-2980-8DE1-2079-FC8505E3058F}"/>
                    </a:ext>
                  </a:extLst>
                </p:cNvPr>
                <p:cNvSpPr>
                  <a:spLocks noChangeArrowheads="1"/>
                </p:cNvSpPr>
                <p:nvPr/>
              </p:nvSpPr>
              <p:spPr bwMode="auto">
                <a:xfrm>
                  <a:off x="2259" y="921"/>
                  <a:ext cx="58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187" name="Group 153">
                <a:extLst>
                  <a:ext uri="{FF2B5EF4-FFF2-40B4-BE49-F238E27FC236}">
                    <a16:creationId xmlns:a16="http://schemas.microsoft.com/office/drawing/2014/main" id="{79636B58-B9BA-C9B7-16DA-CBD791C7339B}"/>
                  </a:ext>
                </a:extLst>
              </p:cNvPr>
              <p:cNvGrpSpPr>
                <a:grpSpLocks/>
              </p:cNvGrpSpPr>
              <p:nvPr/>
            </p:nvGrpSpPr>
            <p:grpSpPr bwMode="auto">
              <a:xfrm>
                <a:off x="2840" y="921"/>
                <a:ext cx="416" cy="403"/>
                <a:chOff x="2840" y="921"/>
                <a:chExt cx="416" cy="403"/>
              </a:xfrm>
            </p:grpSpPr>
            <p:sp>
              <p:nvSpPr>
                <p:cNvPr id="92467" name="Rectangle 22">
                  <a:extLst>
                    <a:ext uri="{FF2B5EF4-FFF2-40B4-BE49-F238E27FC236}">
                      <a16:creationId xmlns:a16="http://schemas.microsoft.com/office/drawing/2014/main" id="{F8CC6F2B-20A5-2ECB-4C5F-07F2EBC0252C}"/>
                    </a:ext>
                  </a:extLst>
                </p:cNvPr>
                <p:cNvSpPr>
                  <a:spLocks noChangeArrowheads="1"/>
                </p:cNvSpPr>
                <p:nvPr/>
              </p:nvSpPr>
              <p:spPr bwMode="auto">
                <a:xfrm>
                  <a:off x="2883" y="921"/>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1.08</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468" name="Rectangle 152">
                  <a:extLst>
                    <a:ext uri="{FF2B5EF4-FFF2-40B4-BE49-F238E27FC236}">
                      <a16:creationId xmlns:a16="http://schemas.microsoft.com/office/drawing/2014/main" id="{C0E19C85-2901-8CA3-14A1-3D93E5858436}"/>
                    </a:ext>
                  </a:extLst>
                </p:cNvPr>
                <p:cNvSpPr>
                  <a:spLocks noChangeArrowheads="1"/>
                </p:cNvSpPr>
                <p:nvPr/>
              </p:nvSpPr>
              <p:spPr bwMode="auto">
                <a:xfrm>
                  <a:off x="2840" y="921"/>
                  <a:ext cx="41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188" name="Group 155">
                <a:extLst>
                  <a:ext uri="{FF2B5EF4-FFF2-40B4-BE49-F238E27FC236}">
                    <a16:creationId xmlns:a16="http://schemas.microsoft.com/office/drawing/2014/main" id="{21692543-BE73-3758-A361-BF93C03983D7}"/>
                  </a:ext>
                </a:extLst>
              </p:cNvPr>
              <p:cNvGrpSpPr>
                <a:grpSpLocks/>
              </p:cNvGrpSpPr>
              <p:nvPr/>
            </p:nvGrpSpPr>
            <p:grpSpPr bwMode="auto">
              <a:xfrm>
                <a:off x="3256" y="921"/>
                <a:ext cx="416" cy="403"/>
                <a:chOff x="3256" y="921"/>
                <a:chExt cx="416" cy="403"/>
              </a:xfrm>
            </p:grpSpPr>
            <p:sp>
              <p:nvSpPr>
                <p:cNvPr id="92465" name="Rectangle 23">
                  <a:extLst>
                    <a:ext uri="{FF2B5EF4-FFF2-40B4-BE49-F238E27FC236}">
                      <a16:creationId xmlns:a16="http://schemas.microsoft.com/office/drawing/2014/main" id="{3E0F553F-10F9-28A2-DF73-8E548A163722}"/>
                    </a:ext>
                  </a:extLst>
                </p:cNvPr>
                <p:cNvSpPr>
                  <a:spLocks noChangeArrowheads="1"/>
                </p:cNvSpPr>
                <p:nvPr/>
              </p:nvSpPr>
              <p:spPr bwMode="auto">
                <a:xfrm>
                  <a:off x="3299" y="921"/>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1.16</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466" name="Rectangle 154">
                  <a:extLst>
                    <a:ext uri="{FF2B5EF4-FFF2-40B4-BE49-F238E27FC236}">
                      <a16:creationId xmlns:a16="http://schemas.microsoft.com/office/drawing/2014/main" id="{BADA30DB-F700-A041-8D83-AA1786F397D3}"/>
                    </a:ext>
                  </a:extLst>
                </p:cNvPr>
                <p:cNvSpPr>
                  <a:spLocks noChangeArrowheads="1"/>
                </p:cNvSpPr>
                <p:nvPr/>
              </p:nvSpPr>
              <p:spPr bwMode="auto">
                <a:xfrm>
                  <a:off x="3256" y="921"/>
                  <a:ext cx="41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189" name="Group 157">
                <a:extLst>
                  <a:ext uri="{FF2B5EF4-FFF2-40B4-BE49-F238E27FC236}">
                    <a16:creationId xmlns:a16="http://schemas.microsoft.com/office/drawing/2014/main" id="{A47A7F35-0CE4-12A9-77E0-72C7C3399077}"/>
                  </a:ext>
                </a:extLst>
              </p:cNvPr>
              <p:cNvGrpSpPr>
                <a:grpSpLocks/>
              </p:cNvGrpSpPr>
              <p:nvPr/>
            </p:nvGrpSpPr>
            <p:grpSpPr bwMode="auto">
              <a:xfrm>
                <a:off x="3672" y="921"/>
                <a:ext cx="441" cy="403"/>
                <a:chOff x="3672" y="921"/>
                <a:chExt cx="441" cy="403"/>
              </a:xfrm>
            </p:grpSpPr>
            <p:sp>
              <p:nvSpPr>
                <p:cNvPr id="92463" name="Rectangle 24">
                  <a:extLst>
                    <a:ext uri="{FF2B5EF4-FFF2-40B4-BE49-F238E27FC236}">
                      <a16:creationId xmlns:a16="http://schemas.microsoft.com/office/drawing/2014/main" id="{7D1DA9AE-83B7-2C73-A660-9A5C7046FAEC}"/>
                    </a:ext>
                  </a:extLst>
                </p:cNvPr>
                <p:cNvSpPr>
                  <a:spLocks noChangeArrowheads="1"/>
                </p:cNvSpPr>
                <p:nvPr/>
              </p:nvSpPr>
              <p:spPr bwMode="auto">
                <a:xfrm>
                  <a:off x="3715" y="921"/>
                  <a:ext cx="35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1.16</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464" name="Rectangle 156">
                  <a:extLst>
                    <a:ext uri="{FF2B5EF4-FFF2-40B4-BE49-F238E27FC236}">
                      <a16:creationId xmlns:a16="http://schemas.microsoft.com/office/drawing/2014/main" id="{E87B2710-1B3E-376C-9DC6-1907B6196DF0}"/>
                    </a:ext>
                  </a:extLst>
                </p:cNvPr>
                <p:cNvSpPr>
                  <a:spLocks noChangeArrowheads="1"/>
                </p:cNvSpPr>
                <p:nvPr/>
              </p:nvSpPr>
              <p:spPr bwMode="auto">
                <a:xfrm>
                  <a:off x="3672" y="921"/>
                  <a:ext cx="44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190" name="Group 159">
                <a:extLst>
                  <a:ext uri="{FF2B5EF4-FFF2-40B4-BE49-F238E27FC236}">
                    <a16:creationId xmlns:a16="http://schemas.microsoft.com/office/drawing/2014/main" id="{60D37CC8-357F-A4DB-D663-24FAC292637B}"/>
                  </a:ext>
                </a:extLst>
              </p:cNvPr>
              <p:cNvGrpSpPr>
                <a:grpSpLocks/>
              </p:cNvGrpSpPr>
              <p:nvPr/>
            </p:nvGrpSpPr>
            <p:grpSpPr bwMode="auto">
              <a:xfrm>
                <a:off x="0" y="1324"/>
                <a:ext cx="1455" cy="403"/>
                <a:chOff x="0" y="1324"/>
                <a:chExt cx="1455" cy="403"/>
              </a:xfrm>
            </p:grpSpPr>
            <p:sp>
              <p:nvSpPr>
                <p:cNvPr id="92461" name="Rectangle 25">
                  <a:extLst>
                    <a:ext uri="{FF2B5EF4-FFF2-40B4-BE49-F238E27FC236}">
                      <a16:creationId xmlns:a16="http://schemas.microsoft.com/office/drawing/2014/main" id="{2FEA3586-6D83-1DE8-142D-6EF0A81C8C51}"/>
                    </a:ext>
                  </a:extLst>
                </p:cNvPr>
                <p:cNvSpPr>
                  <a:spLocks noChangeArrowheads="1"/>
                </p:cNvSpPr>
                <p:nvPr/>
              </p:nvSpPr>
              <p:spPr bwMode="auto">
                <a:xfrm>
                  <a:off x="43" y="1324"/>
                  <a:ext cx="136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b="1">
                      <a:latin typeface="Arial" panose="020B0604020202020204" pitchFamily="34" charset="0"/>
                      <a:cs typeface="Arial" panose="020B0604020202020204" pitchFamily="34" charset="0"/>
                    </a:rPr>
                    <a:t>Product Complexity</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462" name="Rectangle 158">
                  <a:extLst>
                    <a:ext uri="{FF2B5EF4-FFF2-40B4-BE49-F238E27FC236}">
                      <a16:creationId xmlns:a16="http://schemas.microsoft.com/office/drawing/2014/main" id="{DEACF9D6-F9D0-87D3-9ADF-CB4F118F71CA}"/>
                    </a:ext>
                  </a:extLst>
                </p:cNvPr>
                <p:cNvSpPr>
                  <a:spLocks noChangeArrowheads="1"/>
                </p:cNvSpPr>
                <p:nvPr/>
              </p:nvSpPr>
              <p:spPr bwMode="auto">
                <a:xfrm>
                  <a:off x="0" y="1324"/>
                  <a:ext cx="1455"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191" name="Group 161">
                <a:extLst>
                  <a:ext uri="{FF2B5EF4-FFF2-40B4-BE49-F238E27FC236}">
                    <a16:creationId xmlns:a16="http://schemas.microsoft.com/office/drawing/2014/main" id="{9388A7E6-BD4F-F1F9-3C75-EF6F7BAABD42}"/>
                  </a:ext>
                </a:extLst>
              </p:cNvPr>
              <p:cNvGrpSpPr>
                <a:grpSpLocks/>
              </p:cNvGrpSpPr>
              <p:nvPr/>
            </p:nvGrpSpPr>
            <p:grpSpPr bwMode="auto">
              <a:xfrm>
                <a:off x="1455" y="1324"/>
                <a:ext cx="409" cy="403"/>
                <a:chOff x="1455" y="1324"/>
                <a:chExt cx="409" cy="403"/>
              </a:xfrm>
            </p:grpSpPr>
            <p:sp>
              <p:nvSpPr>
                <p:cNvPr id="92459" name="Rectangle 26">
                  <a:extLst>
                    <a:ext uri="{FF2B5EF4-FFF2-40B4-BE49-F238E27FC236}">
                      <a16:creationId xmlns:a16="http://schemas.microsoft.com/office/drawing/2014/main" id="{B29B88A3-D7F3-1B07-A530-FFEB3FD73C23}"/>
                    </a:ext>
                  </a:extLst>
                </p:cNvPr>
                <p:cNvSpPr>
                  <a:spLocks noChangeArrowheads="1"/>
                </p:cNvSpPr>
                <p:nvPr/>
              </p:nvSpPr>
              <p:spPr bwMode="auto">
                <a:xfrm>
                  <a:off x="1498" y="1324"/>
                  <a:ext cx="323"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.70</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460" name="Rectangle 160">
                  <a:extLst>
                    <a:ext uri="{FF2B5EF4-FFF2-40B4-BE49-F238E27FC236}">
                      <a16:creationId xmlns:a16="http://schemas.microsoft.com/office/drawing/2014/main" id="{06D2617A-199A-A40A-1B30-517F068CCDED}"/>
                    </a:ext>
                  </a:extLst>
                </p:cNvPr>
                <p:cNvSpPr>
                  <a:spLocks noChangeArrowheads="1"/>
                </p:cNvSpPr>
                <p:nvPr/>
              </p:nvSpPr>
              <p:spPr bwMode="auto">
                <a:xfrm>
                  <a:off x="1455" y="1324"/>
                  <a:ext cx="409"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192" name="Group 163">
                <a:extLst>
                  <a:ext uri="{FF2B5EF4-FFF2-40B4-BE49-F238E27FC236}">
                    <a16:creationId xmlns:a16="http://schemas.microsoft.com/office/drawing/2014/main" id="{91D81A0D-699E-EFEB-1EF9-6D944103EF5B}"/>
                  </a:ext>
                </a:extLst>
              </p:cNvPr>
              <p:cNvGrpSpPr>
                <a:grpSpLocks/>
              </p:cNvGrpSpPr>
              <p:nvPr/>
            </p:nvGrpSpPr>
            <p:grpSpPr bwMode="auto">
              <a:xfrm>
                <a:off x="1864" y="1324"/>
                <a:ext cx="395" cy="403"/>
                <a:chOff x="1864" y="1324"/>
                <a:chExt cx="395" cy="403"/>
              </a:xfrm>
            </p:grpSpPr>
            <p:sp>
              <p:nvSpPr>
                <p:cNvPr id="92457" name="Rectangle 27">
                  <a:extLst>
                    <a:ext uri="{FF2B5EF4-FFF2-40B4-BE49-F238E27FC236}">
                      <a16:creationId xmlns:a16="http://schemas.microsoft.com/office/drawing/2014/main" id="{A8A68289-9B71-139B-7AB8-7BFCFC5649FE}"/>
                    </a:ext>
                  </a:extLst>
                </p:cNvPr>
                <p:cNvSpPr>
                  <a:spLocks noChangeArrowheads="1"/>
                </p:cNvSpPr>
                <p:nvPr/>
              </p:nvSpPr>
              <p:spPr bwMode="auto">
                <a:xfrm>
                  <a:off x="1907" y="1324"/>
                  <a:ext cx="30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.85</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458" name="Rectangle 162">
                  <a:extLst>
                    <a:ext uri="{FF2B5EF4-FFF2-40B4-BE49-F238E27FC236}">
                      <a16:creationId xmlns:a16="http://schemas.microsoft.com/office/drawing/2014/main" id="{6C86B59E-130D-FD31-172C-AE5261B6B24B}"/>
                    </a:ext>
                  </a:extLst>
                </p:cNvPr>
                <p:cNvSpPr>
                  <a:spLocks noChangeArrowheads="1"/>
                </p:cNvSpPr>
                <p:nvPr/>
              </p:nvSpPr>
              <p:spPr bwMode="auto">
                <a:xfrm>
                  <a:off x="1864" y="1324"/>
                  <a:ext cx="395"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193" name="Group 165">
                <a:extLst>
                  <a:ext uri="{FF2B5EF4-FFF2-40B4-BE49-F238E27FC236}">
                    <a16:creationId xmlns:a16="http://schemas.microsoft.com/office/drawing/2014/main" id="{87665F95-80BA-FA0F-C36B-94E6A827679B}"/>
                  </a:ext>
                </a:extLst>
              </p:cNvPr>
              <p:cNvGrpSpPr>
                <a:grpSpLocks/>
              </p:cNvGrpSpPr>
              <p:nvPr/>
            </p:nvGrpSpPr>
            <p:grpSpPr bwMode="auto">
              <a:xfrm>
                <a:off x="2259" y="1324"/>
                <a:ext cx="581" cy="403"/>
                <a:chOff x="2259" y="1324"/>
                <a:chExt cx="581" cy="403"/>
              </a:xfrm>
            </p:grpSpPr>
            <p:sp>
              <p:nvSpPr>
                <p:cNvPr id="92455" name="Rectangle 28">
                  <a:extLst>
                    <a:ext uri="{FF2B5EF4-FFF2-40B4-BE49-F238E27FC236}">
                      <a16:creationId xmlns:a16="http://schemas.microsoft.com/office/drawing/2014/main" id="{78056C6A-0599-CDC7-C35E-FD6B42E640D1}"/>
                    </a:ext>
                  </a:extLst>
                </p:cNvPr>
                <p:cNvSpPr>
                  <a:spLocks noChangeArrowheads="1"/>
                </p:cNvSpPr>
                <p:nvPr/>
              </p:nvSpPr>
              <p:spPr bwMode="auto">
                <a:xfrm>
                  <a:off x="2302" y="1324"/>
                  <a:ext cx="49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1.00</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456" name="Rectangle 164">
                  <a:extLst>
                    <a:ext uri="{FF2B5EF4-FFF2-40B4-BE49-F238E27FC236}">
                      <a16:creationId xmlns:a16="http://schemas.microsoft.com/office/drawing/2014/main" id="{D881342D-FDDF-5EA9-B023-10FFCE179C2D}"/>
                    </a:ext>
                  </a:extLst>
                </p:cNvPr>
                <p:cNvSpPr>
                  <a:spLocks noChangeArrowheads="1"/>
                </p:cNvSpPr>
                <p:nvPr/>
              </p:nvSpPr>
              <p:spPr bwMode="auto">
                <a:xfrm>
                  <a:off x="2259" y="1324"/>
                  <a:ext cx="58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194" name="Group 167">
                <a:extLst>
                  <a:ext uri="{FF2B5EF4-FFF2-40B4-BE49-F238E27FC236}">
                    <a16:creationId xmlns:a16="http://schemas.microsoft.com/office/drawing/2014/main" id="{1D3F456F-96F1-F180-EE35-AB1E6BFDABC3}"/>
                  </a:ext>
                </a:extLst>
              </p:cNvPr>
              <p:cNvGrpSpPr>
                <a:grpSpLocks/>
              </p:cNvGrpSpPr>
              <p:nvPr/>
            </p:nvGrpSpPr>
            <p:grpSpPr bwMode="auto">
              <a:xfrm>
                <a:off x="2840" y="1324"/>
                <a:ext cx="416" cy="403"/>
                <a:chOff x="2840" y="1324"/>
                <a:chExt cx="416" cy="403"/>
              </a:xfrm>
            </p:grpSpPr>
            <p:sp>
              <p:nvSpPr>
                <p:cNvPr id="92453" name="Rectangle 29">
                  <a:extLst>
                    <a:ext uri="{FF2B5EF4-FFF2-40B4-BE49-F238E27FC236}">
                      <a16:creationId xmlns:a16="http://schemas.microsoft.com/office/drawing/2014/main" id="{5606BEFB-F07A-8EFF-A03C-B0484F383BE4}"/>
                    </a:ext>
                  </a:extLst>
                </p:cNvPr>
                <p:cNvSpPr>
                  <a:spLocks noChangeArrowheads="1"/>
                </p:cNvSpPr>
                <p:nvPr/>
              </p:nvSpPr>
              <p:spPr bwMode="auto">
                <a:xfrm>
                  <a:off x="2883" y="1324"/>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1.15</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454" name="Rectangle 166">
                  <a:extLst>
                    <a:ext uri="{FF2B5EF4-FFF2-40B4-BE49-F238E27FC236}">
                      <a16:creationId xmlns:a16="http://schemas.microsoft.com/office/drawing/2014/main" id="{EFBDD87B-7EED-D2CD-9CE6-618FA9CB2A8B}"/>
                    </a:ext>
                  </a:extLst>
                </p:cNvPr>
                <p:cNvSpPr>
                  <a:spLocks noChangeArrowheads="1"/>
                </p:cNvSpPr>
                <p:nvPr/>
              </p:nvSpPr>
              <p:spPr bwMode="auto">
                <a:xfrm>
                  <a:off x="2840" y="1324"/>
                  <a:ext cx="41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195" name="Group 169">
                <a:extLst>
                  <a:ext uri="{FF2B5EF4-FFF2-40B4-BE49-F238E27FC236}">
                    <a16:creationId xmlns:a16="http://schemas.microsoft.com/office/drawing/2014/main" id="{49FCCF94-D578-A12A-B575-95524AC9B9AC}"/>
                  </a:ext>
                </a:extLst>
              </p:cNvPr>
              <p:cNvGrpSpPr>
                <a:grpSpLocks/>
              </p:cNvGrpSpPr>
              <p:nvPr/>
            </p:nvGrpSpPr>
            <p:grpSpPr bwMode="auto">
              <a:xfrm>
                <a:off x="3256" y="1324"/>
                <a:ext cx="416" cy="403"/>
                <a:chOff x="3256" y="1324"/>
                <a:chExt cx="416" cy="403"/>
              </a:xfrm>
            </p:grpSpPr>
            <p:sp>
              <p:nvSpPr>
                <p:cNvPr id="92451" name="Rectangle 30">
                  <a:extLst>
                    <a:ext uri="{FF2B5EF4-FFF2-40B4-BE49-F238E27FC236}">
                      <a16:creationId xmlns:a16="http://schemas.microsoft.com/office/drawing/2014/main" id="{A1136054-652D-936B-6E6C-987BDDA088A7}"/>
                    </a:ext>
                  </a:extLst>
                </p:cNvPr>
                <p:cNvSpPr>
                  <a:spLocks noChangeArrowheads="1"/>
                </p:cNvSpPr>
                <p:nvPr/>
              </p:nvSpPr>
              <p:spPr bwMode="auto">
                <a:xfrm>
                  <a:off x="3299" y="1324"/>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1.30</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452" name="Rectangle 168">
                  <a:extLst>
                    <a:ext uri="{FF2B5EF4-FFF2-40B4-BE49-F238E27FC236}">
                      <a16:creationId xmlns:a16="http://schemas.microsoft.com/office/drawing/2014/main" id="{4D3881E0-CEB8-0478-239C-321503CC9DF2}"/>
                    </a:ext>
                  </a:extLst>
                </p:cNvPr>
                <p:cNvSpPr>
                  <a:spLocks noChangeArrowheads="1"/>
                </p:cNvSpPr>
                <p:nvPr/>
              </p:nvSpPr>
              <p:spPr bwMode="auto">
                <a:xfrm>
                  <a:off x="3256" y="1324"/>
                  <a:ext cx="41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196" name="Group 171">
                <a:extLst>
                  <a:ext uri="{FF2B5EF4-FFF2-40B4-BE49-F238E27FC236}">
                    <a16:creationId xmlns:a16="http://schemas.microsoft.com/office/drawing/2014/main" id="{260A322F-1D09-AB24-E5A0-6E0128CD73AF}"/>
                  </a:ext>
                </a:extLst>
              </p:cNvPr>
              <p:cNvGrpSpPr>
                <a:grpSpLocks/>
              </p:cNvGrpSpPr>
              <p:nvPr/>
            </p:nvGrpSpPr>
            <p:grpSpPr bwMode="auto">
              <a:xfrm>
                <a:off x="3672" y="1324"/>
                <a:ext cx="441" cy="403"/>
                <a:chOff x="3672" y="1324"/>
                <a:chExt cx="441" cy="403"/>
              </a:xfrm>
            </p:grpSpPr>
            <p:sp>
              <p:nvSpPr>
                <p:cNvPr id="92449" name="Rectangle 31">
                  <a:extLst>
                    <a:ext uri="{FF2B5EF4-FFF2-40B4-BE49-F238E27FC236}">
                      <a16:creationId xmlns:a16="http://schemas.microsoft.com/office/drawing/2014/main" id="{39ECB2A8-897E-C11B-663E-34F31F0C4A16}"/>
                    </a:ext>
                  </a:extLst>
                </p:cNvPr>
                <p:cNvSpPr>
                  <a:spLocks noChangeArrowheads="1"/>
                </p:cNvSpPr>
                <p:nvPr/>
              </p:nvSpPr>
              <p:spPr bwMode="auto">
                <a:xfrm>
                  <a:off x="3715" y="1324"/>
                  <a:ext cx="35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1.65</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450" name="Rectangle 170">
                  <a:extLst>
                    <a:ext uri="{FF2B5EF4-FFF2-40B4-BE49-F238E27FC236}">
                      <a16:creationId xmlns:a16="http://schemas.microsoft.com/office/drawing/2014/main" id="{AAEFA051-1AF3-0838-78F3-980A6DD6EDEF}"/>
                    </a:ext>
                  </a:extLst>
                </p:cNvPr>
                <p:cNvSpPr>
                  <a:spLocks noChangeArrowheads="1"/>
                </p:cNvSpPr>
                <p:nvPr/>
              </p:nvSpPr>
              <p:spPr bwMode="auto">
                <a:xfrm>
                  <a:off x="3672" y="1324"/>
                  <a:ext cx="44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197" name="Group 173">
                <a:extLst>
                  <a:ext uri="{FF2B5EF4-FFF2-40B4-BE49-F238E27FC236}">
                    <a16:creationId xmlns:a16="http://schemas.microsoft.com/office/drawing/2014/main" id="{B93E64D7-EE13-E83E-1049-D2E4F5383800}"/>
                  </a:ext>
                </a:extLst>
              </p:cNvPr>
              <p:cNvGrpSpPr>
                <a:grpSpLocks/>
              </p:cNvGrpSpPr>
              <p:nvPr/>
            </p:nvGrpSpPr>
            <p:grpSpPr bwMode="auto">
              <a:xfrm>
                <a:off x="0" y="1727"/>
                <a:ext cx="1455" cy="403"/>
                <a:chOff x="0" y="1727"/>
                <a:chExt cx="1455" cy="403"/>
              </a:xfrm>
            </p:grpSpPr>
            <p:sp>
              <p:nvSpPr>
                <p:cNvPr id="92447" name="Rectangle 32">
                  <a:extLst>
                    <a:ext uri="{FF2B5EF4-FFF2-40B4-BE49-F238E27FC236}">
                      <a16:creationId xmlns:a16="http://schemas.microsoft.com/office/drawing/2014/main" id="{13C84AE7-92E6-3C81-0DAA-0ACD96FD86AC}"/>
                    </a:ext>
                  </a:extLst>
                </p:cNvPr>
                <p:cNvSpPr>
                  <a:spLocks noChangeArrowheads="1"/>
                </p:cNvSpPr>
                <p:nvPr/>
              </p:nvSpPr>
              <p:spPr bwMode="auto">
                <a:xfrm>
                  <a:off x="43" y="1727"/>
                  <a:ext cx="136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b="1">
                      <a:latin typeface="Arial" panose="020B0604020202020204" pitchFamily="34" charset="0"/>
                      <a:cs typeface="Arial" panose="020B0604020202020204" pitchFamily="34" charset="0"/>
                    </a:rPr>
                    <a:t>Execution Time Constraint</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448" name="Rectangle 172">
                  <a:extLst>
                    <a:ext uri="{FF2B5EF4-FFF2-40B4-BE49-F238E27FC236}">
                      <a16:creationId xmlns:a16="http://schemas.microsoft.com/office/drawing/2014/main" id="{297348BE-7F44-1CF7-69B8-21C35D12930C}"/>
                    </a:ext>
                  </a:extLst>
                </p:cNvPr>
                <p:cNvSpPr>
                  <a:spLocks noChangeArrowheads="1"/>
                </p:cNvSpPr>
                <p:nvPr/>
              </p:nvSpPr>
              <p:spPr bwMode="auto">
                <a:xfrm>
                  <a:off x="0" y="1727"/>
                  <a:ext cx="1455"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198" name="Group 175">
                <a:extLst>
                  <a:ext uri="{FF2B5EF4-FFF2-40B4-BE49-F238E27FC236}">
                    <a16:creationId xmlns:a16="http://schemas.microsoft.com/office/drawing/2014/main" id="{25BF912B-7736-8140-0E8D-AD7C70360BFA}"/>
                  </a:ext>
                </a:extLst>
              </p:cNvPr>
              <p:cNvGrpSpPr>
                <a:grpSpLocks/>
              </p:cNvGrpSpPr>
              <p:nvPr/>
            </p:nvGrpSpPr>
            <p:grpSpPr bwMode="auto">
              <a:xfrm>
                <a:off x="1455" y="1727"/>
                <a:ext cx="409" cy="403"/>
                <a:chOff x="1455" y="1727"/>
                <a:chExt cx="409" cy="403"/>
              </a:xfrm>
            </p:grpSpPr>
            <p:sp>
              <p:nvSpPr>
                <p:cNvPr id="92445" name="Rectangle 33">
                  <a:extLst>
                    <a:ext uri="{FF2B5EF4-FFF2-40B4-BE49-F238E27FC236}">
                      <a16:creationId xmlns:a16="http://schemas.microsoft.com/office/drawing/2014/main" id="{B692D37F-7861-808B-555A-BA3079C25FD6}"/>
                    </a:ext>
                  </a:extLst>
                </p:cNvPr>
                <p:cNvSpPr>
                  <a:spLocks noChangeArrowheads="1"/>
                </p:cNvSpPr>
                <p:nvPr/>
              </p:nvSpPr>
              <p:spPr bwMode="auto">
                <a:xfrm>
                  <a:off x="1498" y="1727"/>
                  <a:ext cx="323"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1.00</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446" name="Rectangle 174">
                  <a:extLst>
                    <a:ext uri="{FF2B5EF4-FFF2-40B4-BE49-F238E27FC236}">
                      <a16:creationId xmlns:a16="http://schemas.microsoft.com/office/drawing/2014/main" id="{479FD131-D673-288A-BE32-CDA59A611CBC}"/>
                    </a:ext>
                  </a:extLst>
                </p:cNvPr>
                <p:cNvSpPr>
                  <a:spLocks noChangeArrowheads="1"/>
                </p:cNvSpPr>
                <p:nvPr/>
              </p:nvSpPr>
              <p:spPr bwMode="auto">
                <a:xfrm>
                  <a:off x="1455" y="1727"/>
                  <a:ext cx="409"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199" name="Group 177">
                <a:extLst>
                  <a:ext uri="{FF2B5EF4-FFF2-40B4-BE49-F238E27FC236}">
                    <a16:creationId xmlns:a16="http://schemas.microsoft.com/office/drawing/2014/main" id="{47296436-8E52-D4DC-1E19-0A3C26A0636A}"/>
                  </a:ext>
                </a:extLst>
              </p:cNvPr>
              <p:cNvGrpSpPr>
                <a:grpSpLocks/>
              </p:cNvGrpSpPr>
              <p:nvPr/>
            </p:nvGrpSpPr>
            <p:grpSpPr bwMode="auto">
              <a:xfrm>
                <a:off x="1864" y="1727"/>
                <a:ext cx="395" cy="403"/>
                <a:chOff x="1864" y="1727"/>
                <a:chExt cx="395" cy="403"/>
              </a:xfrm>
            </p:grpSpPr>
            <p:sp>
              <p:nvSpPr>
                <p:cNvPr id="92443" name="Rectangle 34">
                  <a:extLst>
                    <a:ext uri="{FF2B5EF4-FFF2-40B4-BE49-F238E27FC236}">
                      <a16:creationId xmlns:a16="http://schemas.microsoft.com/office/drawing/2014/main" id="{C6C2F2B3-996A-0923-BEA3-16A12E760778}"/>
                    </a:ext>
                  </a:extLst>
                </p:cNvPr>
                <p:cNvSpPr>
                  <a:spLocks noChangeArrowheads="1"/>
                </p:cNvSpPr>
                <p:nvPr/>
              </p:nvSpPr>
              <p:spPr bwMode="auto">
                <a:xfrm>
                  <a:off x="1907" y="1727"/>
                  <a:ext cx="30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1.00</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444" name="Rectangle 176">
                  <a:extLst>
                    <a:ext uri="{FF2B5EF4-FFF2-40B4-BE49-F238E27FC236}">
                      <a16:creationId xmlns:a16="http://schemas.microsoft.com/office/drawing/2014/main" id="{79982132-DB0D-381C-A164-FCB1F822AFD4}"/>
                    </a:ext>
                  </a:extLst>
                </p:cNvPr>
                <p:cNvSpPr>
                  <a:spLocks noChangeArrowheads="1"/>
                </p:cNvSpPr>
                <p:nvPr/>
              </p:nvSpPr>
              <p:spPr bwMode="auto">
                <a:xfrm>
                  <a:off x="1864" y="1727"/>
                  <a:ext cx="395"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00" name="Group 179">
                <a:extLst>
                  <a:ext uri="{FF2B5EF4-FFF2-40B4-BE49-F238E27FC236}">
                    <a16:creationId xmlns:a16="http://schemas.microsoft.com/office/drawing/2014/main" id="{4CB55ACF-5D9D-4D9F-E2E4-2E13EB6498A6}"/>
                  </a:ext>
                </a:extLst>
              </p:cNvPr>
              <p:cNvGrpSpPr>
                <a:grpSpLocks/>
              </p:cNvGrpSpPr>
              <p:nvPr/>
            </p:nvGrpSpPr>
            <p:grpSpPr bwMode="auto">
              <a:xfrm>
                <a:off x="2259" y="1727"/>
                <a:ext cx="581" cy="403"/>
                <a:chOff x="2259" y="1727"/>
                <a:chExt cx="581" cy="403"/>
              </a:xfrm>
            </p:grpSpPr>
            <p:sp>
              <p:nvSpPr>
                <p:cNvPr id="92441" name="Rectangle 35">
                  <a:extLst>
                    <a:ext uri="{FF2B5EF4-FFF2-40B4-BE49-F238E27FC236}">
                      <a16:creationId xmlns:a16="http://schemas.microsoft.com/office/drawing/2014/main" id="{B63797E5-F3B5-BEB6-73D4-6B2F72030B35}"/>
                    </a:ext>
                  </a:extLst>
                </p:cNvPr>
                <p:cNvSpPr>
                  <a:spLocks noChangeArrowheads="1"/>
                </p:cNvSpPr>
                <p:nvPr/>
              </p:nvSpPr>
              <p:spPr bwMode="auto">
                <a:xfrm>
                  <a:off x="2302" y="1727"/>
                  <a:ext cx="49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1.00</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442" name="Rectangle 178">
                  <a:extLst>
                    <a:ext uri="{FF2B5EF4-FFF2-40B4-BE49-F238E27FC236}">
                      <a16:creationId xmlns:a16="http://schemas.microsoft.com/office/drawing/2014/main" id="{30281CD5-BAF6-ACA8-0D1A-9096205334A2}"/>
                    </a:ext>
                  </a:extLst>
                </p:cNvPr>
                <p:cNvSpPr>
                  <a:spLocks noChangeArrowheads="1"/>
                </p:cNvSpPr>
                <p:nvPr/>
              </p:nvSpPr>
              <p:spPr bwMode="auto">
                <a:xfrm>
                  <a:off x="2259" y="1727"/>
                  <a:ext cx="58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01" name="Group 181">
                <a:extLst>
                  <a:ext uri="{FF2B5EF4-FFF2-40B4-BE49-F238E27FC236}">
                    <a16:creationId xmlns:a16="http://schemas.microsoft.com/office/drawing/2014/main" id="{437B12E6-2EAE-01A5-4D17-2FAF53D51892}"/>
                  </a:ext>
                </a:extLst>
              </p:cNvPr>
              <p:cNvGrpSpPr>
                <a:grpSpLocks/>
              </p:cNvGrpSpPr>
              <p:nvPr/>
            </p:nvGrpSpPr>
            <p:grpSpPr bwMode="auto">
              <a:xfrm>
                <a:off x="2840" y="1727"/>
                <a:ext cx="416" cy="403"/>
                <a:chOff x="2840" y="1727"/>
                <a:chExt cx="416" cy="403"/>
              </a:xfrm>
            </p:grpSpPr>
            <p:sp>
              <p:nvSpPr>
                <p:cNvPr id="92439" name="Rectangle 36">
                  <a:extLst>
                    <a:ext uri="{FF2B5EF4-FFF2-40B4-BE49-F238E27FC236}">
                      <a16:creationId xmlns:a16="http://schemas.microsoft.com/office/drawing/2014/main" id="{4F3F6497-E041-9D3E-6531-E6CDF80809DE}"/>
                    </a:ext>
                  </a:extLst>
                </p:cNvPr>
                <p:cNvSpPr>
                  <a:spLocks noChangeArrowheads="1"/>
                </p:cNvSpPr>
                <p:nvPr/>
              </p:nvSpPr>
              <p:spPr bwMode="auto">
                <a:xfrm>
                  <a:off x="2883" y="1727"/>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1.11</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440" name="Rectangle 180">
                  <a:extLst>
                    <a:ext uri="{FF2B5EF4-FFF2-40B4-BE49-F238E27FC236}">
                      <a16:creationId xmlns:a16="http://schemas.microsoft.com/office/drawing/2014/main" id="{A256FFD7-73D3-4243-6A9B-38A09F5456D5}"/>
                    </a:ext>
                  </a:extLst>
                </p:cNvPr>
                <p:cNvSpPr>
                  <a:spLocks noChangeArrowheads="1"/>
                </p:cNvSpPr>
                <p:nvPr/>
              </p:nvSpPr>
              <p:spPr bwMode="auto">
                <a:xfrm>
                  <a:off x="2840" y="1727"/>
                  <a:ext cx="41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02" name="Group 183">
                <a:extLst>
                  <a:ext uri="{FF2B5EF4-FFF2-40B4-BE49-F238E27FC236}">
                    <a16:creationId xmlns:a16="http://schemas.microsoft.com/office/drawing/2014/main" id="{DA14DDF6-F499-DC5E-302A-A43AAB6FB2BE}"/>
                  </a:ext>
                </a:extLst>
              </p:cNvPr>
              <p:cNvGrpSpPr>
                <a:grpSpLocks/>
              </p:cNvGrpSpPr>
              <p:nvPr/>
            </p:nvGrpSpPr>
            <p:grpSpPr bwMode="auto">
              <a:xfrm>
                <a:off x="3256" y="1727"/>
                <a:ext cx="416" cy="403"/>
                <a:chOff x="3256" y="1727"/>
                <a:chExt cx="416" cy="403"/>
              </a:xfrm>
            </p:grpSpPr>
            <p:sp>
              <p:nvSpPr>
                <p:cNvPr id="92437" name="Rectangle 37">
                  <a:extLst>
                    <a:ext uri="{FF2B5EF4-FFF2-40B4-BE49-F238E27FC236}">
                      <a16:creationId xmlns:a16="http://schemas.microsoft.com/office/drawing/2014/main" id="{C4DA61A6-CE03-81A3-8231-847B2592033C}"/>
                    </a:ext>
                  </a:extLst>
                </p:cNvPr>
                <p:cNvSpPr>
                  <a:spLocks noChangeArrowheads="1"/>
                </p:cNvSpPr>
                <p:nvPr/>
              </p:nvSpPr>
              <p:spPr bwMode="auto">
                <a:xfrm>
                  <a:off x="3299" y="1727"/>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1.30</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438" name="Rectangle 182">
                  <a:extLst>
                    <a:ext uri="{FF2B5EF4-FFF2-40B4-BE49-F238E27FC236}">
                      <a16:creationId xmlns:a16="http://schemas.microsoft.com/office/drawing/2014/main" id="{D2B4B7DB-6E70-94B0-98C4-6D1A1573F55F}"/>
                    </a:ext>
                  </a:extLst>
                </p:cNvPr>
                <p:cNvSpPr>
                  <a:spLocks noChangeArrowheads="1"/>
                </p:cNvSpPr>
                <p:nvPr/>
              </p:nvSpPr>
              <p:spPr bwMode="auto">
                <a:xfrm>
                  <a:off x="3256" y="1727"/>
                  <a:ext cx="41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03" name="Group 185">
                <a:extLst>
                  <a:ext uri="{FF2B5EF4-FFF2-40B4-BE49-F238E27FC236}">
                    <a16:creationId xmlns:a16="http://schemas.microsoft.com/office/drawing/2014/main" id="{7C9E4BF0-47CD-569B-DD66-83B74F0A0DB7}"/>
                  </a:ext>
                </a:extLst>
              </p:cNvPr>
              <p:cNvGrpSpPr>
                <a:grpSpLocks/>
              </p:cNvGrpSpPr>
              <p:nvPr/>
            </p:nvGrpSpPr>
            <p:grpSpPr bwMode="auto">
              <a:xfrm>
                <a:off x="3672" y="1727"/>
                <a:ext cx="441" cy="403"/>
                <a:chOff x="3672" y="1727"/>
                <a:chExt cx="441" cy="403"/>
              </a:xfrm>
            </p:grpSpPr>
            <p:sp>
              <p:nvSpPr>
                <p:cNvPr id="92435" name="Rectangle 38">
                  <a:extLst>
                    <a:ext uri="{FF2B5EF4-FFF2-40B4-BE49-F238E27FC236}">
                      <a16:creationId xmlns:a16="http://schemas.microsoft.com/office/drawing/2014/main" id="{C0E4D059-37AA-35FF-911C-8662C6D613C3}"/>
                    </a:ext>
                  </a:extLst>
                </p:cNvPr>
                <p:cNvSpPr>
                  <a:spLocks noChangeArrowheads="1"/>
                </p:cNvSpPr>
                <p:nvPr/>
              </p:nvSpPr>
              <p:spPr bwMode="auto">
                <a:xfrm>
                  <a:off x="3715" y="1727"/>
                  <a:ext cx="35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1.66</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436" name="Rectangle 184">
                  <a:extLst>
                    <a:ext uri="{FF2B5EF4-FFF2-40B4-BE49-F238E27FC236}">
                      <a16:creationId xmlns:a16="http://schemas.microsoft.com/office/drawing/2014/main" id="{1A2137D0-F212-AD1C-B00B-F67F7577A0BE}"/>
                    </a:ext>
                  </a:extLst>
                </p:cNvPr>
                <p:cNvSpPr>
                  <a:spLocks noChangeArrowheads="1"/>
                </p:cNvSpPr>
                <p:nvPr/>
              </p:nvSpPr>
              <p:spPr bwMode="auto">
                <a:xfrm>
                  <a:off x="3672" y="1727"/>
                  <a:ext cx="44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04" name="Group 187">
                <a:extLst>
                  <a:ext uri="{FF2B5EF4-FFF2-40B4-BE49-F238E27FC236}">
                    <a16:creationId xmlns:a16="http://schemas.microsoft.com/office/drawing/2014/main" id="{13EF4CBB-8DF0-5902-DEAE-A27B567EC386}"/>
                  </a:ext>
                </a:extLst>
              </p:cNvPr>
              <p:cNvGrpSpPr>
                <a:grpSpLocks/>
              </p:cNvGrpSpPr>
              <p:nvPr/>
            </p:nvGrpSpPr>
            <p:grpSpPr bwMode="auto">
              <a:xfrm>
                <a:off x="0" y="2130"/>
                <a:ext cx="1455" cy="403"/>
                <a:chOff x="0" y="2130"/>
                <a:chExt cx="1455" cy="403"/>
              </a:xfrm>
            </p:grpSpPr>
            <p:sp>
              <p:nvSpPr>
                <p:cNvPr id="92433" name="Rectangle 39">
                  <a:extLst>
                    <a:ext uri="{FF2B5EF4-FFF2-40B4-BE49-F238E27FC236}">
                      <a16:creationId xmlns:a16="http://schemas.microsoft.com/office/drawing/2014/main" id="{F444AFF5-58D7-0512-D97E-854F95C3438C}"/>
                    </a:ext>
                  </a:extLst>
                </p:cNvPr>
                <p:cNvSpPr>
                  <a:spLocks noChangeArrowheads="1"/>
                </p:cNvSpPr>
                <p:nvPr/>
              </p:nvSpPr>
              <p:spPr bwMode="auto">
                <a:xfrm>
                  <a:off x="43" y="2130"/>
                  <a:ext cx="136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b="1">
                      <a:latin typeface="Arial" panose="020B0604020202020204" pitchFamily="34" charset="0"/>
                      <a:cs typeface="Arial" panose="020B0604020202020204" pitchFamily="34" charset="0"/>
                    </a:rPr>
                    <a:t>Main Storage Constraint</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434" name="Rectangle 186">
                  <a:extLst>
                    <a:ext uri="{FF2B5EF4-FFF2-40B4-BE49-F238E27FC236}">
                      <a16:creationId xmlns:a16="http://schemas.microsoft.com/office/drawing/2014/main" id="{1B0133E4-E0FB-7BB6-22D1-40ADE7FF39D8}"/>
                    </a:ext>
                  </a:extLst>
                </p:cNvPr>
                <p:cNvSpPr>
                  <a:spLocks noChangeArrowheads="1"/>
                </p:cNvSpPr>
                <p:nvPr/>
              </p:nvSpPr>
              <p:spPr bwMode="auto">
                <a:xfrm>
                  <a:off x="0" y="2130"/>
                  <a:ext cx="1455"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05" name="Group 189">
                <a:extLst>
                  <a:ext uri="{FF2B5EF4-FFF2-40B4-BE49-F238E27FC236}">
                    <a16:creationId xmlns:a16="http://schemas.microsoft.com/office/drawing/2014/main" id="{6EBD4330-77EE-DDC8-E011-3E17E1DC5FC3}"/>
                  </a:ext>
                </a:extLst>
              </p:cNvPr>
              <p:cNvGrpSpPr>
                <a:grpSpLocks/>
              </p:cNvGrpSpPr>
              <p:nvPr/>
            </p:nvGrpSpPr>
            <p:grpSpPr bwMode="auto">
              <a:xfrm>
                <a:off x="1455" y="2130"/>
                <a:ext cx="409" cy="403"/>
                <a:chOff x="1455" y="2130"/>
                <a:chExt cx="409" cy="403"/>
              </a:xfrm>
            </p:grpSpPr>
            <p:sp>
              <p:nvSpPr>
                <p:cNvPr id="92431" name="Rectangle 40">
                  <a:extLst>
                    <a:ext uri="{FF2B5EF4-FFF2-40B4-BE49-F238E27FC236}">
                      <a16:creationId xmlns:a16="http://schemas.microsoft.com/office/drawing/2014/main" id="{25865B43-D181-950C-AC50-49936DDCFF47}"/>
                    </a:ext>
                  </a:extLst>
                </p:cNvPr>
                <p:cNvSpPr>
                  <a:spLocks noChangeArrowheads="1"/>
                </p:cNvSpPr>
                <p:nvPr/>
              </p:nvSpPr>
              <p:spPr bwMode="auto">
                <a:xfrm>
                  <a:off x="1498" y="2130"/>
                  <a:ext cx="323"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1.00</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432" name="Rectangle 188">
                  <a:extLst>
                    <a:ext uri="{FF2B5EF4-FFF2-40B4-BE49-F238E27FC236}">
                      <a16:creationId xmlns:a16="http://schemas.microsoft.com/office/drawing/2014/main" id="{B11717F2-1B5B-F673-3987-1A4F5A82A750}"/>
                    </a:ext>
                  </a:extLst>
                </p:cNvPr>
                <p:cNvSpPr>
                  <a:spLocks noChangeArrowheads="1"/>
                </p:cNvSpPr>
                <p:nvPr/>
              </p:nvSpPr>
              <p:spPr bwMode="auto">
                <a:xfrm>
                  <a:off x="1455" y="2130"/>
                  <a:ext cx="409"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06" name="Group 191">
                <a:extLst>
                  <a:ext uri="{FF2B5EF4-FFF2-40B4-BE49-F238E27FC236}">
                    <a16:creationId xmlns:a16="http://schemas.microsoft.com/office/drawing/2014/main" id="{594B0255-8E89-C0CD-F699-0AF81AE16ECB}"/>
                  </a:ext>
                </a:extLst>
              </p:cNvPr>
              <p:cNvGrpSpPr>
                <a:grpSpLocks/>
              </p:cNvGrpSpPr>
              <p:nvPr/>
            </p:nvGrpSpPr>
            <p:grpSpPr bwMode="auto">
              <a:xfrm>
                <a:off x="1864" y="2130"/>
                <a:ext cx="395" cy="403"/>
                <a:chOff x="1864" y="2130"/>
                <a:chExt cx="395" cy="403"/>
              </a:xfrm>
            </p:grpSpPr>
            <p:sp>
              <p:nvSpPr>
                <p:cNvPr id="92429" name="Rectangle 41">
                  <a:extLst>
                    <a:ext uri="{FF2B5EF4-FFF2-40B4-BE49-F238E27FC236}">
                      <a16:creationId xmlns:a16="http://schemas.microsoft.com/office/drawing/2014/main" id="{F410F850-09D7-D260-88CB-33F437F11C9C}"/>
                    </a:ext>
                  </a:extLst>
                </p:cNvPr>
                <p:cNvSpPr>
                  <a:spLocks noChangeArrowheads="1"/>
                </p:cNvSpPr>
                <p:nvPr/>
              </p:nvSpPr>
              <p:spPr bwMode="auto">
                <a:xfrm>
                  <a:off x="1907" y="2130"/>
                  <a:ext cx="30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1.00</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430" name="Rectangle 190">
                  <a:extLst>
                    <a:ext uri="{FF2B5EF4-FFF2-40B4-BE49-F238E27FC236}">
                      <a16:creationId xmlns:a16="http://schemas.microsoft.com/office/drawing/2014/main" id="{21F32211-6442-0B8C-1819-B40F90A345E2}"/>
                    </a:ext>
                  </a:extLst>
                </p:cNvPr>
                <p:cNvSpPr>
                  <a:spLocks noChangeArrowheads="1"/>
                </p:cNvSpPr>
                <p:nvPr/>
              </p:nvSpPr>
              <p:spPr bwMode="auto">
                <a:xfrm>
                  <a:off x="1864" y="2130"/>
                  <a:ext cx="395"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07" name="Group 193">
                <a:extLst>
                  <a:ext uri="{FF2B5EF4-FFF2-40B4-BE49-F238E27FC236}">
                    <a16:creationId xmlns:a16="http://schemas.microsoft.com/office/drawing/2014/main" id="{C26B5691-291B-5AC5-0B08-DAFBB1E0BAE0}"/>
                  </a:ext>
                </a:extLst>
              </p:cNvPr>
              <p:cNvGrpSpPr>
                <a:grpSpLocks/>
              </p:cNvGrpSpPr>
              <p:nvPr/>
            </p:nvGrpSpPr>
            <p:grpSpPr bwMode="auto">
              <a:xfrm>
                <a:off x="2259" y="2130"/>
                <a:ext cx="581" cy="403"/>
                <a:chOff x="2259" y="2130"/>
                <a:chExt cx="581" cy="403"/>
              </a:xfrm>
            </p:grpSpPr>
            <p:sp>
              <p:nvSpPr>
                <p:cNvPr id="92427" name="Rectangle 42">
                  <a:extLst>
                    <a:ext uri="{FF2B5EF4-FFF2-40B4-BE49-F238E27FC236}">
                      <a16:creationId xmlns:a16="http://schemas.microsoft.com/office/drawing/2014/main" id="{9F61A082-8D64-666D-2118-033B3A122978}"/>
                    </a:ext>
                  </a:extLst>
                </p:cNvPr>
                <p:cNvSpPr>
                  <a:spLocks noChangeArrowheads="1"/>
                </p:cNvSpPr>
                <p:nvPr/>
              </p:nvSpPr>
              <p:spPr bwMode="auto">
                <a:xfrm>
                  <a:off x="2302" y="2130"/>
                  <a:ext cx="49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1.00</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428" name="Rectangle 192">
                  <a:extLst>
                    <a:ext uri="{FF2B5EF4-FFF2-40B4-BE49-F238E27FC236}">
                      <a16:creationId xmlns:a16="http://schemas.microsoft.com/office/drawing/2014/main" id="{1DC4E1CF-D5FE-3AAC-2193-ECE0A5B066C0}"/>
                    </a:ext>
                  </a:extLst>
                </p:cNvPr>
                <p:cNvSpPr>
                  <a:spLocks noChangeArrowheads="1"/>
                </p:cNvSpPr>
                <p:nvPr/>
              </p:nvSpPr>
              <p:spPr bwMode="auto">
                <a:xfrm>
                  <a:off x="2259" y="2130"/>
                  <a:ext cx="58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08" name="Group 195">
                <a:extLst>
                  <a:ext uri="{FF2B5EF4-FFF2-40B4-BE49-F238E27FC236}">
                    <a16:creationId xmlns:a16="http://schemas.microsoft.com/office/drawing/2014/main" id="{B1DCF8B5-5285-AD17-D5D9-2DE7D9908AA7}"/>
                  </a:ext>
                </a:extLst>
              </p:cNvPr>
              <p:cNvGrpSpPr>
                <a:grpSpLocks/>
              </p:cNvGrpSpPr>
              <p:nvPr/>
            </p:nvGrpSpPr>
            <p:grpSpPr bwMode="auto">
              <a:xfrm>
                <a:off x="2840" y="2130"/>
                <a:ext cx="416" cy="403"/>
                <a:chOff x="2840" y="2130"/>
                <a:chExt cx="416" cy="403"/>
              </a:xfrm>
            </p:grpSpPr>
            <p:sp>
              <p:nvSpPr>
                <p:cNvPr id="92425" name="Rectangle 43">
                  <a:extLst>
                    <a:ext uri="{FF2B5EF4-FFF2-40B4-BE49-F238E27FC236}">
                      <a16:creationId xmlns:a16="http://schemas.microsoft.com/office/drawing/2014/main" id="{F99095D9-BF77-1E3F-F5E7-A1DFBBC743DD}"/>
                    </a:ext>
                  </a:extLst>
                </p:cNvPr>
                <p:cNvSpPr>
                  <a:spLocks noChangeArrowheads="1"/>
                </p:cNvSpPr>
                <p:nvPr/>
              </p:nvSpPr>
              <p:spPr bwMode="auto">
                <a:xfrm>
                  <a:off x="2883" y="2130"/>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1.06</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426" name="Rectangle 194">
                  <a:extLst>
                    <a:ext uri="{FF2B5EF4-FFF2-40B4-BE49-F238E27FC236}">
                      <a16:creationId xmlns:a16="http://schemas.microsoft.com/office/drawing/2014/main" id="{B81C0F61-2433-CD92-23D2-F50C43D92B61}"/>
                    </a:ext>
                  </a:extLst>
                </p:cNvPr>
                <p:cNvSpPr>
                  <a:spLocks noChangeArrowheads="1"/>
                </p:cNvSpPr>
                <p:nvPr/>
              </p:nvSpPr>
              <p:spPr bwMode="auto">
                <a:xfrm>
                  <a:off x="2840" y="2130"/>
                  <a:ext cx="41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09" name="Group 197">
                <a:extLst>
                  <a:ext uri="{FF2B5EF4-FFF2-40B4-BE49-F238E27FC236}">
                    <a16:creationId xmlns:a16="http://schemas.microsoft.com/office/drawing/2014/main" id="{C565954F-3384-8F22-1F79-3D7CB3067451}"/>
                  </a:ext>
                </a:extLst>
              </p:cNvPr>
              <p:cNvGrpSpPr>
                <a:grpSpLocks/>
              </p:cNvGrpSpPr>
              <p:nvPr/>
            </p:nvGrpSpPr>
            <p:grpSpPr bwMode="auto">
              <a:xfrm>
                <a:off x="3256" y="2130"/>
                <a:ext cx="416" cy="403"/>
                <a:chOff x="3256" y="2130"/>
                <a:chExt cx="416" cy="403"/>
              </a:xfrm>
            </p:grpSpPr>
            <p:sp>
              <p:nvSpPr>
                <p:cNvPr id="92423" name="Rectangle 44">
                  <a:extLst>
                    <a:ext uri="{FF2B5EF4-FFF2-40B4-BE49-F238E27FC236}">
                      <a16:creationId xmlns:a16="http://schemas.microsoft.com/office/drawing/2014/main" id="{5E9A8873-0580-6AF1-25F9-F58088B53D98}"/>
                    </a:ext>
                  </a:extLst>
                </p:cNvPr>
                <p:cNvSpPr>
                  <a:spLocks noChangeArrowheads="1"/>
                </p:cNvSpPr>
                <p:nvPr/>
              </p:nvSpPr>
              <p:spPr bwMode="auto">
                <a:xfrm>
                  <a:off x="3299" y="2130"/>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1.21</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424" name="Rectangle 196">
                  <a:extLst>
                    <a:ext uri="{FF2B5EF4-FFF2-40B4-BE49-F238E27FC236}">
                      <a16:creationId xmlns:a16="http://schemas.microsoft.com/office/drawing/2014/main" id="{A94B76AC-6D00-4B59-E143-F5A0D17FFC99}"/>
                    </a:ext>
                  </a:extLst>
                </p:cNvPr>
                <p:cNvSpPr>
                  <a:spLocks noChangeArrowheads="1"/>
                </p:cNvSpPr>
                <p:nvPr/>
              </p:nvSpPr>
              <p:spPr bwMode="auto">
                <a:xfrm>
                  <a:off x="3256" y="2130"/>
                  <a:ext cx="41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10" name="Group 199">
                <a:extLst>
                  <a:ext uri="{FF2B5EF4-FFF2-40B4-BE49-F238E27FC236}">
                    <a16:creationId xmlns:a16="http://schemas.microsoft.com/office/drawing/2014/main" id="{C16FD534-B2A0-617B-60FD-D98533C319A8}"/>
                  </a:ext>
                </a:extLst>
              </p:cNvPr>
              <p:cNvGrpSpPr>
                <a:grpSpLocks/>
              </p:cNvGrpSpPr>
              <p:nvPr/>
            </p:nvGrpSpPr>
            <p:grpSpPr bwMode="auto">
              <a:xfrm>
                <a:off x="3672" y="2130"/>
                <a:ext cx="441" cy="403"/>
                <a:chOff x="3672" y="2130"/>
                <a:chExt cx="441" cy="403"/>
              </a:xfrm>
            </p:grpSpPr>
            <p:sp>
              <p:nvSpPr>
                <p:cNvPr id="92421" name="Rectangle 45">
                  <a:extLst>
                    <a:ext uri="{FF2B5EF4-FFF2-40B4-BE49-F238E27FC236}">
                      <a16:creationId xmlns:a16="http://schemas.microsoft.com/office/drawing/2014/main" id="{A76E00A8-74A0-D71A-0BC1-6EAF7B0CA41C}"/>
                    </a:ext>
                  </a:extLst>
                </p:cNvPr>
                <p:cNvSpPr>
                  <a:spLocks noChangeArrowheads="1"/>
                </p:cNvSpPr>
                <p:nvPr/>
              </p:nvSpPr>
              <p:spPr bwMode="auto">
                <a:xfrm>
                  <a:off x="3715" y="2130"/>
                  <a:ext cx="35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1.56</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422" name="Rectangle 198">
                  <a:extLst>
                    <a:ext uri="{FF2B5EF4-FFF2-40B4-BE49-F238E27FC236}">
                      <a16:creationId xmlns:a16="http://schemas.microsoft.com/office/drawing/2014/main" id="{36B0836A-E474-8E7A-A0B5-961CDEF5BCCD}"/>
                    </a:ext>
                  </a:extLst>
                </p:cNvPr>
                <p:cNvSpPr>
                  <a:spLocks noChangeArrowheads="1"/>
                </p:cNvSpPr>
                <p:nvPr/>
              </p:nvSpPr>
              <p:spPr bwMode="auto">
                <a:xfrm>
                  <a:off x="3672" y="2130"/>
                  <a:ext cx="44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11" name="Group 201">
                <a:extLst>
                  <a:ext uri="{FF2B5EF4-FFF2-40B4-BE49-F238E27FC236}">
                    <a16:creationId xmlns:a16="http://schemas.microsoft.com/office/drawing/2014/main" id="{373B6322-5F78-8B9C-F51D-EC6869A9826C}"/>
                  </a:ext>
                </a:extLst>
              </p:cNvPr>
              <p:cNvGrpSpPr>
                <a:grpSpLocks/>
              </p:cNvGrpSpPr>
              <p:nvPr/>
            </p:nvGrpSpPr>
            <p:grpSpPr bwMode="auto">
              <a:xfrm>
                <a:off x="0" y="2533"/>
                <a:ext cx="1455" cy="403"/>
                <a:chOff x="0" y="2533"/>
                <a:chExt cx="1455" cy="403"/>
              </a:xfrm>
            </p:grpSpPr>
            <p:sp>
              <p:nvSpPr>
                <p:cNvPr id="92419" name="Rectangle 46">
                  <a:extLst>
                    <a:ext uri="{FF2B5EF4-FFF2-40B4-BE49-F238E27FC236}">
                      <a16:creationId xmlns:a16="http://schemas.microsoft.com/office/drawing/2014/main" id="{C8BD897F-B810-476A-D725-4FFEA77AE481}"/>
                    </a:ext>
                  </a:extLst>
                </p:cNvPr>
                <p:cNvSpPr>
                  <a:spLocks noChangeArrowheads="1"/>
                </p:cNvSpPr>
                <p:nvPr/>
              </p:nvSpPr>
              <p:spPr bwMode="auto">
                <a:xfrm>
                  <a:off x="43" y="2533"/>
                  <a:ext cx="136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b="1">
                      <a:latin typeface="Arial" panose="020B0604020202020204" pitchFamily="34" charset="0"/>
                      <a:cs typeface="Arial" panose="020B0604020202020204" pitchFamily="34" charset="0"/>
                    </a:rPr>
                    <a:t>Virtual Machine Volatility</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420" name="Rectangle 200">
                  <a:extLst>
                    <a:ext uri="{FF2B5EF4-FFF2-40B4-BE49-F238E27FC236}">
                      <a16:creationId xmlns:a16="http://schemas.microsoft.com/office/drawing/2014/main" id="{9EF79198-94D5-3E81-71FC-5B98FB244D16}"/>
                    </a:ext>
                  </a:extLst>
                </p:cNvPr>
                <p:cNvSpPr>
                  <a:spLocks noChangeArrowheads="1"/>
                </p:cNvSpPr>
                <p:nvPr/>
              </p:nvSpPr>
              <p:spPr bwMode="auto">
                <a:xfrm>
                  <a:off x="0" y="2533"/>
                  <a:ext cx="1455"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12" name="Group 203">
                <a:extLst>
                  <a:ext uri="{FF2B5EF4-FFF2-40B4-BE49-F238E27FC236}">
                    <a16:creationId xmlns:a16="http://schemas.microsoft.com/office/drawing/2014/main" id="{0BC4D1F1-0340-C78D-BD02-BF4135B7442C}"/>
                  </a:ext>
                </a:extLst>
              </p:cNvPr>
              <p:cNvGrpSpPr>
                <a:grpSpLocks/>
              </p:cNvGrpSpPr>
              <p:nvPr/>
            </p:nvGrpSpPr>
            <p:grpSpPr bwMode="auto">
              <a:xfrm>
                <a:off x="1455" y="2533"/>
                <a:ext cx="409" cy="403"/>
                <a:chOff x="1455" y="2533"/>
                <a:chExt cx="409" cy="403"/>
              </a:xfrm>
            </p:grpSpPr>
            <p:sp>
              <p:nvSpPr>
                <p:cNvPr id="92417" name="Rectangle 47">
                  <a:extLst>
                    <a:ext uri="{FF2B5EF4-FFF2-40B4-BE49-F238E27FC236}">
                      <a16:creationId xmlns:a16="http://schemas.microsoft.com/office/drawing/2014/main" id="{AE04C3BC-AB85-9AF6-DF70-F64CFF92393B}"/>
                    </a:ext>
                  </a:extLst>
                </p:cNvPr>
                <p:cNvSpPr>
                  <a:spLocks noChangeArrowheads="1"/>
                </p:cNvSpPr>
                <p:nvPr/>
              </p:nvSpPr>
              <p:spPr bwMode="auto">
                <a:xfrm>
                  <a:off x="1498" y="2533"/>
                  <a:ext cx="323"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.87</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418" name="Rectangle 202">
                  <a:extLst>
                    <a:ext uri="{FF2B5EF4-FFF2-40B4-BE49-F238E27FC236}">
                      <a16:creationId xmlns:a16="http://schemas.microsoft.com/office/drawing/2014/main" id="{75E3C27D-4628-DA47-B585-0665E4C400C8}"/>
                    </a:ext>
                  </a:extLst>
                </p:cNvPr>
                <p:cNvSpPr>
                  <a:spLocks noChangeArrowheads="1"/>
                </p:cNvSpPr>
                <p:nvPr/>
              </p:nvSpPr>
              <p:spPr bwMode="auto">
                <a:xfrm>
                  <a:off x="1455" y="2533"/>
                  <a:ext cx="409"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13" name="Group 205">
                <a:extLst>
                  <a:ext uri="{FF2B5EF4-FFF2-40B4-BE49-F238E27FC236}">
                    <a16:creationId xmlns:a16="http://schemas.microsoft.com/office/drawing/2014/main" id="{D093A222-3BE7-856C-31A3-BE41160DC160}"/>
                  </a:ext>
                </a:extLst>
              </p:cNvPr>
              <p:cNvGrpSpPr>
                <a:grpSpLocks/>
              </p:cNvGrpSpPr>
              <p:nvPr/>
            </p:nvGrpSpPr>
            <p:grpSpPr bwMode="auto">
              <a:xfrm>
                <a:off x="1864" y="2533"/>
                <a:ext cx="395" cy="403"/>
                <a:chOff x="1864" y="2533"/>
                <a:chExt cx="395" cy="403"/>
              </a:xfrm>
            </p:grpSpPr>
            <p:sp>
              <p:nvSpPr>
                <p:cNvPr id="92415" name="Rectangle 48">
                  <a:extLst>
                    <a:ext uri="{FF2B5EF4-FFF2-40B4-BE49-F238E27FC236}">
                      <a16:creationId xmlns:a16="http://schemas.microsoft.com/office/drawing/2014/main" id="{B022EFF9-D695-9FEC-A942-4ADA48E7F89C}"/>
                    </a:ext>
                  </a:extLst>
                </p:cNvPr>
                <p:cNvSpPr>
                  <a:spLocks noChangeArrowheads="1"/>
                </p:cNvSpPr>
                <p:nvPr/>
              </p:nvSpPr>
              <p:spPr bwMode="auto">
                <a:xfrm>
                  <a:off x="1907" y="2533"/>
                  <a:ext cx="30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.87</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416" name="Rectangle 204">
                  <a:extLst>
                    <a:ext uri="{FF2B5EF4-FFF2-40B4-BE49-F238E27FC236}">
                      <a16:creationId xmlns:a16="http://schemas.microsoft.com/office/drawing/2014/main" id="{65AF0A96-F5CB-4C34-E32E-CF53DBE00938}"/>
                    </a:ext>
                  </a:extLst>
                </p:cNvPr>
                <p:cNvSpPr>
                  <a:spLocks noChangeArrowheads="1"/>
                </p:cNvSpPr>
                <p:nvPr/>
              </p:nvSpPr>
              <p:spPr bwMode="auto">
                <a:xfrm>
                  <a:off x="1864" y="2533"/>
                  <a:ext cx="395"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14" name="Group 207">
                <a:extLst>
                  <a:ext uri="{FF2B5EF4-FFF2-40B4-BE49-F238E27FC236}">
                    <a16:creationId xmlns:a16="http://schemas.microsoft.com/office/drawing/2014/main" id="{C0BEFC1D-6DFB-DD79-F67D-C7FC2E3D1D4F}"/>
                  </a:ext>
                </a:extLst>
              </p:cNvPr>
              <p:cNvGrpSpPr>
                <a:grpSpLocks/>
              </p:cNvGrpSpPr>
              <p:nvPr/>
            </p:nvGrpSpPr>
            <p:grpSpPr bwMode="auto">
              <a:xfrm>
                <a:off x="2259" y="2533"/>
                <a:ext cx="581" cy="403"/>
                <a:chOff x="2259" y="2533"/>
                <a:chExt cx="581" cy="403"/>
              </a:xfrm>
            </p:grpSpPr>
            <p:sp>
              <p:nvSpPr>
                <p:cNvPr id="92413" name="Rectangle 49">
                  <a:extLst>
                    <a:ext uri="{FF2B5EF4-FFF2-40B4-BE49-F238E27FC236}">
                      <a16:creationId xmlns:a16="http://schemas.microsoft.com/office/drawing/2014/main" id="{B5764016-6B78-8964-932A-2BFACAE4D434}"/>
                    </a:ext>
                  </a:extLst>
                </p:cNvPr>
                <p:cNvSpPr>
                  <a:spLocks noChangeArrowheads="1"/>
                </p:cNvSpPr>
                <p:nvPr/>
              </p:nvSpPr>
              <p:spPr bwMode="auto">
                <a:xfrm>
                  <a:off x="2302" y="2533"/>
                  <a:ext cx="49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1.00</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414" name="Rectangle 206">
                  <a:extLst>
                    <a:ext uri="{FF2B5EF4-FFF2-40B4-BE49-F238E27FC236}">
                      <a16:creationId xmlns:a16="http://schemas.microsoft.com/office/drawing/2014/main" id="{A9DDD6A9-DC3D-B1F2-E9F1-2573F2F9EECE}"/>
                    </a:ext>
                  </a:extLst>
                </p:cNvPr>
                <p:cNvSpPr>
                  <a:spLocks noChangeArrowheads="1"/>
                </p:cNvSpPr>
                <p:nvPr/>
              </p:nvSpPr>
              <p:spPr bwMode="auto">
                <a:xfrm>
                  <a:off x="2259" y="2533"/>
                  <a:ext cx="58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15" name="Group 209">
                <a:extLst>
                  <a:ext uri="{FF2B5EF4-FFF2-40B4-BE49-F238E27FC236}">
                    <a16:creationId xmlns:a16="http://schemas.microsoft.com/office/drawing/2014/main" id="{3739A0ED-2017-0117-EAD2-A1E8E13FA088}"/>
                  </a:ext>
                </a:extLst>
              </p:cNvPr>
              <p:cNvGrpSpPr>
                <a:grpSpLocks/>
              </p:cNvGrpSpPr>
              <p:nvPr/>
            </p:nvGrpSpPr>
            <p:grpSpPr bwMode="auto">
              <a:xfrm>
                <a:off x="2840" y="2533"/>
                <a:ext cx="416" cy="403"/>
                <a:chOff x="2840" y="2533"/>
                <a:chExt cx="416" cy="403"/>
              </a:xfrm>
            </p:grpSpPr>
            <p:sp>
              <p:nvSpPr>
                <p:cNvPr id="92411" name="Rectangle 50">
                  <a:extLst>
                    <a:ext uri="{FF2B5EF4-FFF2-40B4-BE49-F238E27FC236}">
                      <a16:creationId xmlns:a16="http://schemas.microsoft.com/office/drawing/2014/main" id="{76D80FC6-6922-4F58-2942-63FAAE9FCEC0}"/>
                    </a:ext>
                  </a:extLst>
                </p:cNvPr>
                <p:cNvSpPr>
                  <a:spLocks noChangeArrowheads="1"/>
                </p:cNvSpPr>
                <p:nvPr/>
              </p:nvSpPr>
              <p:spPr bwMode="auto">
                <a:xfrm>
                  <a:off x="2883" y="2533"/>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1.15</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412" name="Rectangle 208">
                  <a:extLst>
                    <a:ext uri="{FF2B5EF4-FFF2-40B4-BE49-F238E27FC236}">
                      <a16:creationId xmlns:a16="http://schemas.microsoft.com/office/drawing/2014/main" id="{C2E65E96-8264-89E5-2F29-A7793C36434D}"/>
                    </a:ext>
                  </a:extLst>
                </p:cNvPr>
                <p:cNvSpPr>
                  <a:spLocks noChangeArrowheads="1"/>
                </p:cNvSpPr>
                <p:nvPr/>
              </p:nvSpPr>
              <p:spPr bwMode="auto">
                <a:xfrm>
                  <a:off x="2840" y="2533"/>
                  <a:ext cx="41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16" name="Group 211">
                <a:extLst>
                  <a:ext uri="{FF2B5EF4-FFF2-40B4-BE49-F238E27FC236}">
                    <a16:creationId xmlns:a16="http://schemas.microsoft.com/office/drawing/2014/main" id="{099D8782-361E-7EF5-AB2B-1F8D17AB16E0}"/>
                  </a:ext>
                </a:extLst>
              </p:cNvPr>
              <p:cNvGrpSpPr>
                <a:grpSpLocks/>
              </p:cNvGrpSpPr>
              <p:nvPr/>
            </p:nvGrpSpPr>
            <p:grpSpPr bwMode="auto">
              <a:xfrm>
                <a:off x="3256" y="2533"/>
                <a:ext cx="416" cy="403"/>
                <a:chOff x="3256" y="2533"/>
                <a:chExt cx="416" cy="403"/>
              </a:xfrm>
            </p:grpSpPr>
            <p:sp>
              <p:nvSpPr>
                <p:cNvPr id="92409" name="Rectangle 51">
                  <a:extLst>
                    <a:ext uri="{FF2B5EF4-FFF2-40B4-BE49-F238E27FC236}">
                      <a16:creationId xmlns:a16="http://schemas.microsoft.com/office/drawing/2014/main" id="{57B208CF-6B6F-FFF0-6D6D-45755E66E258}"/>
                    </a:ext>
                  </a:extLst>
                </p:cNvPr>
                <p:cNvSpPr>
                  <a:spLocks noChangeArrowheads="1"/>
                </p:cNvSpPr>
                <p:nvPr/>
              </p:nvSpPr>
              <p:spPr bwMode="auto">
                <a:xfrm>
                  <a:off x="3299" y="2533"/>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1.30</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410" name="Rectangle 210">
                  <a:extLst>
                    <a:ext uri="{FF2B5EF4-FFF2-40B4-BE49-F238E27FC236}">
                      <a16:creationId xmlns:a16="http://schemas.microsoft.com/office/drawing/2014/main" id="{7FDF519F-B815-6C62-5932-4A0303956588}"/>
                    </a:ext>
                  </a:extLst>
                </p:cNvPr>
                <p:cNvSpPr>
                  <a:spLocks noChangeArrowheads="1"/>
                </p:cNvSpPr>
                <p:nvPr/>
              </p:nvSpPr>
              <p:spPr bwMode="auto">
                <a:xfrm>
                  <a:off x="3256" y="2533"/>
                  <a:ext cx="41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17" name="Group 213">
                <a:extLst>
                  <a:ext uri="{FF2B5EF4-FFF2-40B4-BE49-F238E27FC236}">
                    <a16:creationId xmlns:a16="http://schemas.microsoft.com/office/drawing/2014/main" id="{6F6EE8DA-42F1-F6F6-D535-4F72A9261F3F}"/>
                  </a:ext>
                </a:extLst>
              </p:cNvPr>
              <p:cNvGrpSpPr>
                <a:grpSpLocks/>
              </p:cNvGrpSpPr>
              <p:nvPr/>
            </p:nvGrpSpPr>
            <p:grpSpPr bwMode="auto">
              <a:xfrm>
                <a:off x="3672" y="2533"/>
                <a:ext cx="441" cy="403"/>
                <a:chOff x="3672" y="2533"/>
                <a:chExt cx="441" cy="403"/>
              </a:xfrm>
            </p:grpSpPr>
            <p:sp>
              <p:nvSpPr>
                <p:cNvPr id="92407" name="Rectangle 52">
                  <a:extLst>
                    <a:ext uri="{FF2B5EF4-FFF2-40B4-BE49-F238E27FC236}">
                      <a16:creationId xmlns:a16="http://schemas.microsoft.com/office/drawing/2014/main" id="{250B8B21-557C-A79F-1CC0-7FCD077F17CF}"/>
                    </a:ext>
                  </a:extLst>
                </p:cNvPr>
                <p:cNvSpPr>
                  <a:spLocks noChangeArrowheads="1"/>
                </p:cNvSpPr>
                <p:nvPr/>
              </p:nvSpPr>
              <p:spPr bwMode="auto">
                <a:xfrm>
                  <a:off x="3715" y="2533"/>
                  <a:ext cx="35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1.30</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408" name="Rectangle 212">
                  <a:extLst>
                    <a:ext uri="{FF2B5EF4-FFF2-40B4-BE49-F238E27FC236}">
                      <a16:creationId xmlns:a16="http://schemas.microsoft.com/office/drawing/2014/main" id="{8C5EF36A-68F7-91CC-C053-A37ED2D05BBB}"/>
                    </a:ext>
                  </a:extLst>
                </p:cNvPr>
                <p:cNvSpPr>
                  <a:spLocks noChangeArrowheads="1"/>
                </p:cNvSpPr>
                <p:nvPr/>
              </p:nvSpPr>
              <p:spPr bwMode="auto">
                <a:xfrm>
                  <a:off x="3672" y="2533"/>
                  <a:ext cx="44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18" name="Group 215">
                <a:extLst>
                  <a:ext uri="{FF2B5EF4-FFF2-40B4-BE49-F238E27FC236}">
                    <a16:creationId xmlns:a16="http://schemas.microsoft.com/office/drawing/2014/main" id="{C7F4239A-FAEF-4E59-3049-A1D65A060344}"/>
                  </a:ext>
                </a:extLst>
              </p:cNvPr>
              <p:cNvGrpSpPr>
                <a:grpSpLocks/>
              </p:cNvGrpSpPr>
              <p:nvPr/>
            </p:nvGrpSpPr>
            <p:grpSpPr bwMode="auto">
              <a:xfrm>
                <a:off x="0" y="2936"/>
                <a:ext cx="1455" cy="403"/>
                <a:chOff x="0" y="2936"/>
                <a:chExt cx="1455" cy="403"/>
              </a:xfrm>
            </p:grpSpPr>
            <p:sp>
              <p:nvSpPr>
                <p:cNvPr id="92405" name="Rectangle 53">
                  <a:extLst>
                    <a:ext uri="{FF2B5EF4-FFF2-40B4-BE49-F238E27FC236}">
                      <a16:creationId xmlns:a16="http://schemas.microsoft.com/office/drawing/2014/main" id="{C4E34ED0-E1AD-8329-C4C3-9D614FA4C7B3}"/>
                    </a:ext>
                  </a:extLst>
                </p:cNvPr>
                <p:cNvSpPr>
                  <a:spLocks noChangeArrowheads="1"/>
                </p:cNvSpPr>
                <p:nvPr/>
              </p:nvSpPr>
              <p:spPr bwMode="auto">
                <a:xfrm>
                  <a:off x="43" y="2936"/>
                  <a:ext cx="136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b="1">
                      <a:latin typeface="Arial" panose="020B0604020202020204" pitchFamily="34" charset="0"/>
                      <a:cs typeface="Arial" panose="020B0604020202020204" pitchFamily="34" charset="0"/>
                    </a:rPr>
                    <a:t>Comp Turn Around Time</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406" name="Rectangle 214">
                  <a:extLst>
                    <a:ext uri="{FF2B5EF4-FFF2-40B4-BE49-F238E27FC236}">
                      <a16:creationId xmlns:a16="http://schemas.microsoft.com/office/drawing/2014/main" id="{79ED096A-722F-1E6B-70D8-8F8CCF10C1D1}"/>
                    </a:ext>
                  </a:extLst>
                </p:cNvPr>
                <p:cNvSpPr>
                  <a:spLocks noChangeArrowheads="1"/>
                </p:cNvSpPr>
                <p:nvPr/>
              </p:nvSpPr>
              <p:spPr bwMode="auto">
                <a:xfrm>
                  <a:off x="0" y="2936"/>
                  <a:ext cx="1455"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19" name="Group 217">
                <a:extLst>
                  <a:ext uri="{FF2B5EF4-FFF2-40B4-BE49-F238E27FC236}">
                    <a16:creationId xmlns:a16="http://schemas.microsoft.com/office/drawing/2014/main" id="{6685BF15-2E9D-B5B0-DC3E-B62AD9E8F14C}"/>
                  </a:ext>
                </a:extLst>
              </p:cNvPr>
              <p:cNvGrpSpPr>
                <a:grpSpLocks/>
              </p:cNvGrpSpPr>
              <p:nvPr/>
            </p:nvGrpSpPr>
            <p:grpSpPr bwMode="auto">
              <a:xfrm>
                <a:off x="1455" y="2936"/>
                <a:ext cx="409" cy="403"/>
                <a:chOff x="1455" y="2936"/>
                <a:chExt cx="409" cy="403"/>
              </a:xfrm>
            </p:grpSpPr>
            <p:sp>
              <p:nvSpPr>
                <p:cNvPr id="92403" name="Rectangle 54">
                  <a:extLst>
                    <a:ext uri="{FF2B5EF4-FFF2-40B4-BE49-F238E27FC236}">
                      <a16:creationId xmlns:a16="http://schemas.microsoft.com/office/drawing/2014/main" id="{3ADC6D39-4E1F-90EB-3381-BAEA6066D421}"/>
                    </a:ext>
                  </a:extLst>
                </p:cNvPr>
                <p:cNvSpPr>
                  <a:spLocks noChangeArrowheads="1"/>
                </p:cNvSpPr>
                <p:nvPr/>
              </p:nvSpPr>
              <p:spPr bwMode="auto">
                <a:xfrm>
                  <a:off x="1498" y="2936"/>
                  <a:ext cx="323"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.87</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404" name="Rectangle 216">
                  <a:extLst>
                    <a:ext uri="{FF2B5EF4-FFF2-40B4-BE49-F238E27FC236}">
                      <a16:creationId xmlns:a16="http://schemas.microsoft.com/office/drawing/2014/main" id="{00B06C55-004B-0C38-B899-C465A1B9E9D2}"/>
                    </a:ext>
                  </a:extLst>
                </p:cNvPr>
                <p:cNvSpPr>
                  <a:spLocks noChangeArrowheads="1"/>
                </p:cNvSpPr>
                <p:nvPr/>
              </p:nvSpPr>
              <p:spPr bwMode="auto">
                <a:xfrm>
                  <a:off x="1455" y="2936"/>
                  <a:ext cx="409"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20" name="Group 219">
                <a:extLst>
                  <a:ext uri="{FF2B5EF4-FFF2-40B4-BE49-F238E27FC236}">
                    <a16:creationId xmlns:a16="http://schemas.microsoft.com/office/drawing/2014/main" id="{8E56B6C8-E72F-97E9-B7B7-58A5B25889A7}"/>
                  </a:ext>
                </a:extLst>
              </p:cNvPr>
              <p:cNvGrpSpPr>
                <a:grpSpLocks/>
              </p:cNvGrpSpPr>
              <p:nvPr/>
            </p:nvGrpSpPr>
            <p:grpSpPr bwMode="auto">
              <a:xfrm>
                <a:off x="1864" y="2936"/>
                <a:ext cx="395" cy="403"/>
                <a:chOff x="1864" y="2936"/>
                <a:chExt cx="395" cy="403"/>
              </a:xfrm>
            </p:grpSpPr>
            <p:sp>
              <p:nvSpPr>
                <p:cNvPr id="92401" name="Rectangle 55">
                  <a:extLst>
                    <a:ext uri="{FF2B5EF4-FFF2-40B4-BE49-F238E27FC236}">
                      <a16:creationId xmlns:a16="http://schemas.microsoft.com/office/drawing/2014/main" id="{A6363298-89B5-2C8F-BFB0-930660186CB8}"/>
                    </a:ext>
                  </a:extLst>
                </p:cNvPr>
                <p:cNvSpPr>
                  <a:spLocks noChangeArrowheads="1"/>
                </p:cNvSpPr>
                <p:nvPr/>
              </p:nvSpPr>
              <p:spPr bwMode="auto">
                <a:xfrm>
                  <a:off x="1907" y="2936"/>
                  <a:ext cx="30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.87</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402" name="Rectangle 218">
                  <a:extLst>
                    <a:ext uri="{FF2B5EF4-FFF2-40B4-BE49-F238E27FC236}">
                      <a16:creationId xmlns:a16="http://schemas.microsoft.com/office/drawing/2014/main" id="{82148F1F-2054-DD23-A971-744E332E3292}"/>
                    </a:ext>
                  </a:extLst>
                </p:cNvPr>
                <p:cNvSpPr>
                  <a:spLocks noChangeArrowheads="1"/>
                </p:cNvSpPr>
                <p:nvPr/>
              </p:nvSpPr>
              <p:spPr bwMode="auto">
                <a:xfrm>
                  <a:off x="1864" y="2936"/>
                  <a:ext cx="395"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21" name="Group 221">
                <a:extLst>
                  <a:ext uri="{FF2B5EF4-FFF2-40B4-BE49-F238E27FC236}">
                    <a16:creationId xmlns:a16="http://schemas.microsoft.com/office/drawing/2014/main" id="{18EB84A4-52E5-9176-56BF-3F77393D9BC9}"/>
                  </a:ext>
                </a:extLst>
              </p:cNvPr>
              <p:cNvGrpSpPr>
                <a:grpSpLocks/>
              </p:cNvGrpSpPr>
              <p:nvPr/>
            </p:nvGrpSpPr>
            <p:grpSpPr bwMode="auto">
              <a:xfrm>
                <a:off x="2259" y="2936"/>
                <a:ext cx="581" cy="403"/>
                <a:chOff x="2259" y="2936"/>
                <a:chExt cx="581" cy="403"/>
              </a:xfrm>
            </p:grpSpPr>
            <p:sp>
              <p:nvSpPr>
                <p:cNvPr id="92399" name="Rectangle 56">
                  <a:extLst>
                    <a:ext uri="{FF2B5EF4-FFF2-40B4-BE49-F238E27FC236}">
                      <a16:creationId xmlns:a16="http://schemas.microsoft.com/office/drawing/2014/main" id="{894EC98E-D5C6-34DB-24DD-DE6CFA186B31}"/>
                    </a:ext>
                  </a:extLst>
                </p:cNvPr>
                <p:cNvSpPr>
                  <a:spLocks noChangeArrowheads="1"/>
                </p:cNvSpPr>
                <p:nvPr/>
              </p:nvSpPr>
              <p:spPr bwMode="auto">
                <a:xfrm>
                  <a:off x="2302" y="2936"/>
                  <a:ext cx="49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1.00</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400" name="Rectangle 220">
                  <a:extLst>
                    <a:ext uri="{FF2B5EF4-FFF2-40B4-BE49-F238E27FC236}">
                      <a16:creationId xmlns:a16="http://schemas.microsoft.com/office/drawing/2014/main" id="{C77FA459-E651-7896-DAF8-E3FBEED5D47D}"/>
                    </a:ext>
                  </a:extLst>
                </p:cNvPr>
                <p:cNvSpPr>
                  <a:spLocks noChangeArrowheads="1"/>
                </p:cNvSpPr>
                <p:nvPr/>
              </p:nvSpPr>
              <p:spPr bwMode="auto">
                <a:xfrm>
                  <a:off x="2259" y="2936"/>
                  <a:ext cx="58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22" name="Group 223">
                <a:extLst>
                  <a:ext uri="{FF2B5EF4-FFF2-40B4-BE49-F238E27FC236}">
                    <a16:creationId xmlns:a16="http://schemas.microsoft.com/office/drawing/2014/main" id="{00F7C190-BB75-8F1B-A884-895E75933F55}"/>
                  </a:ext>
                </a:extLst>
              </p:cNvPr>
              <p:cNvGrpSpPr>
                <a:grpSpLocks/>
              </p:cNvGrpSpPr>
              <p:nvPr/>
            </p:nvGrpSpPr>
            <p:grpSpPr bwMode="auto">
              <a:xfrm>
                <a:off x="2840" y="2936"/>
                <a:ext cx="416" cy="403"/>
                <a:chOff x="2840" y="2936"/>
                <a:chExt cx="416" cy="403"/>
              </a:xfrm>
            </p:grpSpPr>
            <p:sp>
              <p:nvSpPr>
                <p:cNvPr id="92397" name="Rectangle 57">
                  <a:extLst>
                    <a:ext uri="{FF2B5EF4-FFF2-40B4-BE49-F238E27FC236}">
                      <a16:creationId xmlns:a16="http://schemas.microsoft.com/office/drawing/2014/main" id="{39E7F715-604F-E504-1DA3-B61109537B29}"/>
                    </a:ext>
                  </a:extLst>
                </p:cNvPr>
                <p:cNvSpPr>
                  <a:spLocks noChangeArrowheads="1"/>
                </p:cNvSpPr>
                <p:nvPr/>
              </p:nvSpPr>
              <p:spPr bwMode="auto">
                <a:xfrm>
                  <a:off x="2883" y="2936"/>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1.07</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398" name="Rectangle 222">
                  <a:extLst>
                    <a:ext uri="{FF2B5EF4-FFF2-40B4-BE49-F238E27FC236}">
                      <a16:creationId xmlns:a16="http://schemas.microsoft.com/office/drawing/2014/main" id="{EB81D576-EC74-6647-68C3-5F04146840B8}"/>
                    </a:ext>
                  </a:extLst>
                </p:cNvPr>
                <p:cNvSpPr>
                  <a:spLocks noChangeArrowheads="1"/>
                </p:cNvSpPr>
                <p:nvPr/>
              </p:nvSpPr>
              <p:spPr bwMode="auto">
                <a:xfrm>
                  <a:off x="2840" y="2936"/>
                  <a:ext cx="41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23" name="Group 225">
                <a:extLst>
                  <a:ext uri="{FF2B5EF4-FFF2-40B4-BE49-F238E27FC236}">
                    <a16:creationId xmlns:a16="http://schemas.microsoft.com/office/drawing/2014/main" id="{F6B0F590-3AC4-4DEB-4490-A149A298BDB1}"/>
                  </a:ext>
                </a:extLst>
              </p:cNvPr>
              <p:cNvGrpSpPr>
                <a:grpSpLocks/>
              </p:cNvGrpSpPr>
              <p:nvPr/>
            </p:nvGrpSpPr>
            <p:grpSpPr bwMode="auto">
              <a:xfrm>
                <a:off x="3256" y="2936"/>
                <a:ext cx="416" cy="403"/>
                <a:chOff x="3256" y="2936"/>
                <a:chExt cx="416" cy="403"/>
              </a:xfrm>
            </p:grpSpPr>
            <p:sp>
              <p:nvSpPr>
                <p:cNvPr id="92395" name="Rectangle 58">
                  <a:extLst>
                    <a:ext uri="{FF2B5EF4-FFF2-40B4-BE49-F238E27FC236}">
                      <a16:creationId xmlns:a16="http://schemas.microsoft.com/office/drawing/2014/main" id="{D9A765DD-5D57-BDF1-B73D-9527E78934E3}"/>
                    </a:ext>
                  </a:extLst>
                </p:cNvPr>
                <p:cNvSpPr>
                  <a:spLocks noChangeArrowheads="1"/>
                </p:cNvSpPr>
                <p:nvPr/>
              </p:nvSpPr>
              <p:spPr bwMode="auto">
                <a:xfrm>
                  <a:off x="3299" y="2936"/>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1.15</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396" name="Rectangle 224">
                  <a:extLst>
                    <a:ext uri="{FF2B5EF4-FFF2-40B4-BE49-F238E27FC236}">
                      <a16:creationId xmlns:a16="http://schemas.microsoft.com/office/drawing/2014/main" id="{1A00BC77-A6DE-567C-0AEB-4B019B363791}"/>
                    </a:ext>
                  </a:extLst>
                </p:cNvPr>
                <p:cNvSpPr>
                  <a:spLocks noChangeArrowheads="1"/>
                </p:cNvSpPr>
                <p:nvPr/>
              </p:nvSpPr>
              <p:spPr bwMode="auto">
                <a:xfrm>
                  <a:off x="3256" y="2936"/>
                  <a:ext cx="41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24" name="Group 227">
                <a:extLst>
                  <a:ext uri="{FF2B5EF4-FFF2-40B4-BE49-F238E27FC236}">
                    <a16:creationId xmlns:a16="http://schemas.microsoft.com/office/drawing/2014/main" id="{E7D3FBF5-9F73-0DFA-8D7A-68CE201E78B7}"/>
                  </a:ext>
                </a:extLst>
              </p:cNvPr>
              <p:cNvGrpSpPr>
                <a:grpSpLocks/>
              </p:cNvGrpSpPr>
              <p:nvPr/>
            </p:nvGrpSpPr>
            <p:grpSpPr bwMode="auto">
              <a:xfrm>
                <a:off x="3672" y="2936"/>
                <a:ext cx="441" cy="403"/>
                <a:chOff x="3672" y="2936"/>
                <a:chExt cx="441" cy="403"/>
              </a:xfrm>
            </p:grpSpPr>
            <p:sp>
              <p:nvSpPr>
                <p:cNvPr id="92393" name="Rectangle 59">
                  <a:extLst>
                    <a:ext uri="{FF2B5EF4-FFF2-40B4-BE49-F238E27FC236}">
                      <a16:creationId xmlns:a16="http://schemas.microsoft.com/office/drawing/2014/main" id="{BA6B7F83-1286-5DB3-3F03-A312511F119C}"/>
                    </a:ext>
                  </a:extLst>
                </p:cNvPr>
                <p:cNvSpPr>
                  <a:spLocks noChangeArrowheads="1"/>
                </p:cNvSpPr>
                <p:nvPr/>
              </p:nvSpPr>
              <p:spPr bwMode="auto">
                <a:xfrm>
                  <a:off x="3715" y="2936"/>
                  <a:ext cx="35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1.15</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394" name="Rectangle 226">
                  <a:extLst>
                    <a:ext uri="{FF2B5EF4-FFF2-40B4-BE49-F238E27FC236}">
                      <a16:creationId xmlns:a16="http://schemas.microsoft.com/office/drawing/2014/main" id="{3383C995-3996-5C4A-4E33-376833F0B219}"/>
                    </a:ext>
                  </a:extLst>
                </p:cNvPr>
                <p:cNvSpPr>
                  <a:spLocks noChangeArrowheads="1"/>
                </p:cNvSpPr>
                <p:nvPr/>
              </p:nvSpPr>
              <p:spPr bwMode="auto">
                <a:xfrm>
                  <a:off x="3672" y="2936"/>
                  <a:ext cx="44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25" name="Group 229">
                <a:extLst>
                  <a:ext uri="{FF2B5EF4-FFF2-40B4-BE49-F238E27FC236}">
                    <a16:creationId xmlns:a16="http://schemas.microsoft.com/office/drawing/2014/main" id="{1526E490-AC3D-758C-B4D2-B0463D3E16C2}"/>
                  </a:ext>
                </a:extLst>
              </p:cNvPr>
              <p:cNvGrpSpPr>
                <a:grpSpLocks/>
              </p:cNvGrpSpPr>
              <p:nvPr/>
            </p:nvGrpSpPr>
            <p:grpSpPr bwMode="auto">
              <a:xfrm>
                <a:off x="0" y="3339"/>
                <a:ext cx="1455" cy="403"/>
                <a:chOff x="0" y="3339"/>
                <a:chExt cx="1455" cy="403"/>
              </a:xfrm>
            </p:grpSpPr>
            <p:sp>
              <p:nvSpPr>
                <p:cNvPr id="92391" name="Rectangle 60">
                  <a:extLst>
                    <a:ext uri="{FF2B5EF4-FFF2-40B4-BE49-F238E27FC236}">
                      <a16:creationId xmlns:a16="http://schemas.microsoft.com/office/drawing/2014/main" id="{271AEA8A-B037-0B2B-A8AA-67D3040C8F94}"/>
                    </a:ext>
                  </a:extLst>
                </p:cNvPr>
                <p:cNvSpPr>
                  <a:spLocks noChangeArrowheads="1"/>
                </p:cNvSpPr>
                <p:nvPr/>
              </p:nvSpPr>
              <p:spPr bwMode="auto">
                <a:xfrm>
                  <a:off x="43" y="3339"/>
                  <a:ext cx="136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b="1">
                      <a:latin typeface="Arial" panose="020B0604020202020204" pitchFamily="34" charset="0"/>
                      <a:cs typeface="Arial" panose="020B0604020202020204" pitchFamily="34" charset="0"/>
                    </a:rPr>
                    <a:t>Analyst Capability</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392" name="Rectangle 228">
                  <a:extLst>
                    <a:ext uri="{FF2B5EF4-FFF2-40B4-BE49-F238E27FC236}">
                      <a16:creationId xmlns:a16="http://schemas.microsoft.com/office/drawing/2014/main" id="{A361D9D8-8EC2-69B8-F287-0980DF19FC14}"/>
                    </a:ext>
                  </a:extLst>
                </p:cNvPr>
                <p:cNvSpPr>
                  <a:spLocks noChangeArrowheads="1"/>
                </p:cNvSpPr>
                <p:nvPr/>
              </p:nvSpPr>
              <p:spPr bwMode="auto">
                <a:xfrm>
                  <a:off x="0" y="3339"/>
                  <a:ext cx="1455"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26" name="Group 231">
                <a:extLst>
                  <a:ext uri="{FF2B5EF4-FFF2-40B4-BE49-F238E27FC236}">
                    <a16:creationId xmlns:a16="http://schemas.microsoft.com/office/drawing/2014/main" id="{1A2666EF-04CE-18B6-C7F3-0FC678D038A5}"/>
                  </a:ext>
                </a:extLst>
              </p:cNvPr>
              <p:cNvGrpSpPr>
                <a:grpSpLocks/>
              </p:cNvGrpSpPr>
              <p:nvPr/>
            </p:nvGrpSpPr>
            <p:grpSpPr bwMode="auto">
              <a:xfrm>
                <a:off x="1455" y="3339"/>
                <a:ext cx="409" cy="403"/>
                <a:chOff x="1455" y="3339"/>
                <a:chExt cx="409" cy="403"/>
              </a:xfrm>
            </p:grpSpPr>
            <p:sp>
              <p:nvSpPr>
                <p:cNvPr id="92389" name="Rectangle 61">
                  <a:extLst>
                    <a:ext uri="{FF2B5EF4-FFF2-40B4-BE49-F238E27FC236}">
                      <a16:creationId xmlns:a16="http://schemas.microsoft.com/office/drawing/2014/main" id="{F2C0B399-D1B9-037C-87E3-0A88BAAC7F76}"/>
                    </a:ext>
                  </a:extLst>
                </p:cNvPr>
                <p:cNvSpPr>
                  <a:spLocks noChangeArrowheads="1"/>
                </p:cNvSpPr>
                <p:nvPr/>
              </p:nvSpPr>
              <p:spPr bwMode="auto">
                <a:xfrm>
                  <a:off x="1498" y="3339"/>
                  <a:ext cx="323"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1.46</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390" name="Rectangle 230">
                  <a:extLst>
                    <a:ext uri="{FF2B5EF4-FFF2-40B4-BE49-F238E27FC236}">
                      <a16:creationId xmlns:a16="http://schemas.microsoft.com/office/drawing/2014/main" id="{8C335E22-5095-07EF-16DE-84A20CF70504}"/>
                    </a:ext>
                  </a:extLst>
                </p:cNvPr>
                <p:cNvSpPr>
                  <a:spLocks noChangeArrowheads="1"/>
                </p:cNvSpPr>
                <p:nvPr/>
              </p:nvSpPr>
              <p:spPr bwMode="auto">
                <a:xfrm>
                  <a:off x="1455" y="3339"/>
                  <a:ext cx="409"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27" name="Group 233">
                <a:extLst>
                  <a:ext uri="{FF2B5EF4-FFF2-40B4-BE49-F238E27FC236}">
                    <a16:creationId xmlns:a16="http://schemas.microsoft.com/office/drawing/2014/main" id="{69C66B65-1881-BBD0-C215-6B3410DC5F4F}"/>
                  </a:ext>
                </a:extLst>
              </p:cNvPr>
              <p:cNvGrpSpPr>
                <a:grpSpLocks/>
              </p:cNvGrpSpPr>
              <p:nvPr/>
            </p:nvGrpSpPr>
            <p:grpSpPr bwMode="auto">
              <a:xfrm>
                <a:off x="1864" y="3339"/>
                <a:ext cx="395" cy="403"/>
                <a:chOff x="1864" y="3339"/>
                <a:chExt cx="395" cy="403"/>
              </a:xfrm>
            </p:grpSpPr>
            <p:sp>
              <p:nvSpPr>
                <p:cNvPr id="92387" name="Rectangle 62">
                  <a:extLst>
                    <a:ext uri="{FF2B5EF4-FFF2-40B4-BE49-F238E27FC236}">
                      <a16:creationId xmlns:a16="http://schemas.microsoft.com/office/drawing/2014/main" id="{4A7C57ED-8FEA-1367-B5E0-155CD8137BA0}"/>
                    </a:ext>
                  </a:extLst>
                </p:cNvPr>
                <p:cNvSpPr>
                  <a:spLocks noChangeArrowheads="1"/>
                </p:cNvSpPr>
                <p:nvPr/>
              </p:nvSpPr>
              <p:spPr bwMode="auto">
                <a:xfrm>
                  <a:off x="1907" y="3339"/>
                  <a:ext cx="30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1.19</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388" name="Rectangle 232">
                  <a:extLst>
                    <a:ext uri="{FF2B5EF4-FFF2-40B4-BE49-F238E27FC236}">
                      <a16:creationId xmlns:a16="http://schemas.microsoft.com/office/drawing/2014/main" id="{DB1081DC-32AD-605C-5F7D-5654A45216D3}"/>
                    </a:ext>
                  </a:extLst>
                </p:cNvPr>
                <p:cNvSpPr>
                  <a:spLocks noChangeArrowheads="1"/>
                </p:cNvSpPr>
                <p:nvPr/>
              </p:nvSpPr>
              <p:spPr bwMode="auto">
                <a:xfrm>
                  <a:off x="1864" y="3339"/>
                  <a:ext cx="395"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28" name="Group 235">
                <a:extLst>
                  <a:ext uri="{FF2B5EF4-FFF2-40B4-BE49-F238E27FC236}">
                    <a16:creationId xmlns:a16="http://schemas.microsoft.com/office/drawing/2014/main" id="{457649F8-B410-DC32-A30B-B974108C931A}"/>
                  </a:ext>
                </a:extLst>
              </p:cNvPr>
              <p:cNvGrpSpPr>
                <a:grpSpLocks/>
              </p:cNvGrpSpPr>
              <p:nvPr/>
            </p:nvGrpSpPr>
            <p:grpSpPr bwMode="auto">
              <a:xfrm>
                <a:off x="2259" y="3339"/>
                <a:ext cx="581" cy="403"/>
                <a:chOff x="2259" y="3339"/>
                <a:chExt cx="581" cy="403"/>
              </a:xfrm>
            </p:grpSpPr>
            <p:sp>
              <p:nvSpPr>
                <p:cNvPr id="92385" name="Rectangle 63">
                  <a:extLst>
                    <a:ext uri="{FF2B5EF4-FFF2-40B4-BE49-F238E27FC236}">
                      <a16:creationId xmlns:a16="http://schemas.microsoft.com/office/drawing/2014/main" id="{2793A7BC-BC30-EF7B-9AF0-70AA28C75F04}"/>
                    </a:ext>
                  </a:extLst>
                </p:cNvPr>
                <p:cNvSpPr>
                  <a:spLocks noChangeArrowheads="1"/>
                </p:cNvSpPr>
                <p:nvPr/>
              </p:nvSpPr>
              <p:spPr bwMode="auto">
                <a:xfrm>
                  <a:off x="2302" y="3339"/>
                  <a:ext cx="49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1.00</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386" name="Rectangle 234">
                  <a:extLst>
                    <a:ext uri="{FF2B5EF4-FFF2-40B4-BE49-F238E27FC236}">
                      <a16:creationId xmlns:a16="http://schemas.microsoft.com/office/drawing/2014/main" id="{EC4BA581-771C-B3FC-A417-8AE96BD209A8}"/>
                    </a:ext>
                  </a:extLst>
                </p:cNvPr>
                <p:cNvSpPr>
                  <a:spLocks noChangeArrowheads="1"/>
                </p:cNvSpPr>
                <p:nvPr/>
              </p:nvSpPr>
              <p:spPr bwMode="auto">
                <a:xfrm>
                  <a:off x="2259" y="3339"/>
                  <a:ext cx="58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29" name="Group 237">
                <a:extLst>
                  <a:ext uri="{FF2B5EF4-FFF2-40B4-BE49-F238E27FC236}">
                    <a16:creationId xmlns:a16="http://schemas.microsoft.com/office/drawing/2014/main" id="{D416CC51-4737-80DC-47AA-5CE6EDF9A9A2}"/>
                  </a:ext>
                </a:extLst>
              </p:cNvPr>
              <p:cNvGrpSpPr>
                <a:grpSpLocks/>
              </p:cNvGrpSpPr>
              <p:nvPr/>
            </p:nvGrpSpPr>
            <p:grpSpPr bwMode="auto">
              <a:xfrm>
                <a:off x="2840" y="3339"/>
                <a:ext cx="416" cy="403"/>
                <a:chOff x="2840" y="3339"/>
                <a:chExt cx="416" cy="403"/>
              </a:xfrm>
            </p:grpSpPr>
            <p:sp>
              <p:nvSpPr>
                <p:cNvPr id="92383" name="Rectangle 64">
                  <a:extLst>
                    <a:ext uri="{FF2B5EF4-FFF2-40B4-BE49-F238E27FC236}">
                      <a16:creationId xmlns:a16="http://schemas.microsoft.com/office/drawing/2014/main" id="{A5ED18DD-E43B-D580-242C-0F34B067389E}"/>
                    </a:ext>
                  </a:extLst>
                </p:cNvPr>
                <p:cNvSpPr>
                  <a:spLocks noChangeArrowheads="1"/>
                </p:cNvSpPr>
                <p:nvPr/>
              </p:nvSpPr>
              <p:spPr bwMode="auto">
                <a:xfrm>
                  <a:off x="2883" y="3339"/>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.86</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384" name="Rectangle 236">
                  <a:extLst>
                    <a:ext uri="{FF2B5EF4-FFF2-40B4-BE49-F238E27FC236}">
                      <a16:creationId xmlns:a16="http://schemas.microsoft.com/office/drawing/2014/main" id="{D90D87BD-A323-EF56-1F54-FC6EBE1266A3}"/>
                    </a:ext>
                  </a:extLst>
                </p:cNvPr>
                <p:cNvSpPr>
                  <a:spLocks noChangeArrowheads="1"/>
                </p:cNvSpPr>
                <p:nvPr/>
              </p:nvSpPr>
              <p:spPr bwMode="auto">
                <a:xfrm>
                  <a:off x="2840" y="3339"/>
                  <a:ext cx="41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30" name="Group 239">
                <a:extLst>
                  <a:ext uri="{FF2B5EF4-FFF2-40B4-BE49-F238E27FC236}">
                    <a16:creationId xmlns:a16="http://schemas.microsoft.com/office/drawing/2014/main" id="{7A2C70D9-CC79-C73E-078F-8C461C41AD32}"/>
                  </a:ext>
                </a:extLst>
              </p:cNvPr>
              <p:cNvGrpSpPr>
                <a:grpSpLocks/>
              </p:cNvGrpSpPr>
              <p:nvPr/>
            </p:nvGrpSpPr>
            <p:grpSpPr bwMode="auto">
              <a:xfrm>
                <a:off x="3256" y="3339"/>
                <a:ext cx="416" cy="403"/>
                <a:chOff x="3256" y="3339"/>
                <a:chExt cx="416" cy="403"/>
              </a:xfrm>
            </p:grpSpPr>
            <p:sp>
              <p:nvSpPr>
                <p:cNvPr id="92381" name="Rectangle 65">
                  <a:extLst>
                    <a:ext uri="{FF2B5EF4-FFF2-40B4-BE49-F238E27FC236}">
                      <a16:creationId xmlns:a16="http://schemas.microsoft.com/office/drawing/2014/main" id="{001E63B8-99C4-244B-6449-5396288DE3FE}"/>
                    </a:ext>
                  </a:extLst>
                </p:cNvPr>
                <p:cNvSpPr>
                  <a:spLocks noChangeArrowheads="1"/>
                </p:cNvSpPr>
                <p:nvPr/>
              </p:nvSpPr>
              <p:spPr bwMode="auto">
                <a:xfrm>
                  <a:off x="3299" y="3339"/>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.71</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382" name="Rectangle 238">
                  <a:extLst>
                    <a:ext uri="{FF2B5EF4-FFF2-40B4-BE49-F238E27FC236}">
                      <a16:creationId xmlns:a16="http://schemas.microsoft.com/office/drawing/2014/main" id="{CB0D2BA0-3150-4455-9277-91D1583E84A6}"/>
                    </a:ext>
                  </a:extLst>
                </p:cNvPr>
                <p:cNvSpPr>
                  <a:spLocks noChangeArrowheads="1"/>
                </p:cNvSpPr>
                <p:nvPr/>
              </p:nvSpPr>
              <p:spPr bwMode="auto">
                <a:xfrm>
                  <a:off x="3256" y="3339"/>
                  <a:ext cx="41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31" name="Group 241">
                <a:extLst>
                  <a:ext uri="{FF2B5EF4-FFF2-40B4-BE49-F238E27FC236}">
                    <a16:creationId xmlns:a16="http://schemas.microsoft.com/office/drawing/2014/main" id="{BB2A9D61-8B06-E08B-685F-F3F5C2817D7C}"/>
                  </a:ext>
                </a:extLst>
              </p:cNvPr>
              <p:cNvGrpSpPr>
                <a:grpSpLocks/>
              </p:cNvGrpSpPr>
              <p:nvPr/>
            </p:nvGrpSpPr>
            <p:grpSpPr bwMode="auto">
              <a:xfrm>
                <a:off x="3672" y="3339"/>
                <a:ext cx="441" cy="403"/>
                <a:chOff x="3672" y="3339"/>
                <a:chExt cx="441" cy="403"/>
              </a:xfrm>
            </p:grpSpPr>
            <p:sp>
              <p:nvSpPr>
                <p:cNvPr id="92379" name="Rectangle 66">
                  <a:extLst>
                    <a:ext uri="{FF2B5EF4-FFF2-40B4-BE49-F238E27FC236}">
                      <a16:creationId xmlns:a16="http://schemas.microsoft.com/office/drawing/2014/main" id="{A883A784-E797-EBF6-1CFE-5686D17B62A1}"/>
                    </a:ext>
                  </a:extLst>
                </p:cNvPr>
                <p:cNvSpPr>
                  <a:spLocks noChangeArrowheads="1"/>
                </p:cNvSpPr>
                <p:nvPr/>
              </p:nvSpPr>
              <p:spPr bwMode="auto">
                <a:xfrm>
                  <a:off x="3715" y="3339"/>
                  <a:ext cx="35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.71</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380" name="Rectangle 240">
                  <a:extLst>
                    <a:ext uri="{FF2B5EF4-FFF2-40B4-BE49-F238E27FC236}">
                      <a16:creationId xmlns:a16="http://schemas.microsoft.com/office/drawing/2014/main" id="{9D5D600F-2B49-F065-A24C-B796F96F298D}"/>
                    </a:ext>
                  </a:extLst>
                </p:cNvPr>
                <p:cNvSpPr>
                  <a:spLocks noChangeArrowheads="1"/>
                </p:cNvSpPr>
                <p:nvPr/>
              </p:nvSpPr>
              <p:spPr bwMode="auto">
                <a:xfrm>
                  <a:off x="3672" y="3339"/>
                  <a:ext cx="44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32" name="Group 243">
                <a:extLst>
                  <a:ext uri="{FF2B5EF4-FFF2-40B4-BE49-F238E27FC236}">
                    <a16:creationId xmlns:a16="http://schemas.microsoft.com/office/drawing/2014/main" id="{A3A0624B-B966-766F-18AF-7EE07EA30A03}"/>
                  </a:ext>
                </a:extLst>
              </p:cNvPr>
              <p:cNvGrpSpPr>
                <a:grpSpLocks/>
              </p:cNvGrpSpPr>
              <p:nvPr/>
            </p:nvGrpSpPr>
            <p:grpSpPr bwMode="auto">
              <a:xfrm>
                <a:off x="0" y="3742"/>
                <a:ext cx="1455" cy="403"/>
                <a:chOff x="0" y="3742"/>
                <a:chExt cx="1455" cy="403"/>
              </a:xfrm>
            </p:grpSpPr>
            <p:sp>
              <p:nvSpPr>
                <p:cNvPr id="92377" name="Rectangle 67">
                  <a:extLst>
                    <a:ext uri="{FF2B5EF4-FFF2-40B4-BE49-F238E27FC236}">
                      <a16:creationId xmlns:a16="http://schemas.microsoft.com/office/drawing/2014/main" id="{503D5EBF-942F-65B3-3F48-E9506FE60EA1}"/>
                    </a:ext>
                  </a:extLst>
                </p:cNvPr>
                <p:cNvSpPr>
                  <a:spLocks noChangeArrowheads="1"/>
                </p:cNvSpPr>
                <p:nvPr/>
              </p:nvSpPr>
              <p:spPr bwMode="auto">
                <a:xfrm>
                  <a:off x="43" y="3742"/>
                  <a:ext cx="136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b="1">
                      <a:latin typeface="Arial" panose="020B0604020202020204" pitchFamily="34" charset="0"/>
                      <a:cs typeface="Arial" panose="020B0604020202020204" pitchFamily="34" charset="0"/>
                    </a:rPr>
                    <a:t>Application Experience</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378" name="Rectangle 242">
                  <a:extLst>
                    <a:ext uri="{FF2B5EF4-FFF2-40B4-BE49-F238E27FC236}">
                      <a16:creationId xmlns:a16="http://schemas.microsoft.com/office/drawing/2014/main" id="{18C7E28D-4442-1FB6-7B84-F7807A3168BD}"/>
                    </a:ext>
                  </a:extLst>
                </p:cNvPr>
                <p:cNvSpPr>
                  <a:spLocks noChangeArrowheads="1"/>
                </p:cNvSpPr>
                <p:nvPr/>
              </p:nvSpPr>
              <p:spPr bwMode="auto">
                <a:xfrm>
                  <a:off x="0" y="3742"/>
                  <a:ext cx="1455"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33" name="Group 245">
                <a:extLst>
                  <a:ext uri="{FF2B5EF4-FFF2-40B4-BE49-F238E27FC236}">
                    <a16:creationId xmlns:a16="http://schemas.microsoft.com/office/drawing/2014/main" id="{0F9AEFB8-B396-8915-5944-5A7DD81A4BF6}"/>
                  </a:ext>
                </a:extLst>
              </p:cNvPr>
              <p:cNvGrpSpPr>
                <a:grpSpLocks/>
              </p:cNvGrpSpPr>
              <p:nvPr/>
            </p:nvGrpSpPr>
            <p:grpSpPr bwMode="auto">
              <a:xfrm>
                <a:off x="1455" y="3742"/>
                <a:ext cx="409" cy="403"/>
                <a:chOff x="1455" y="3742"/>
                <a:chExt cx="409" cy="403"/>
              </a:xfrm>
            </p:grpSpPr>
            <p:sp>
              <p:nvSpPr>
                <p:cNvPr id="92375" name="Rectangle 68">
                  <a:extLst>
                    <a:ext uri="{FF2B5EF4-FFF2-40B4-BE49-F238E27FC236}">
                      <a16:creationId xmlns:a16="http://schemas.microsoft.com/office/drawing/2014/main" id="{B67A4FD0-61E7-16E2-C9B4-96986DCDC1B4}"/>
                    </a:ext>
                  </a:extLst>
                </p:cNvPr>
                <p:cNvSpPr>
                  <a:spLocks noChangeArrowheads="1"/>
                </p:cNvSpPr>
                <p:nvPr/>
              </p:nvSpPr>
              <p:spPr bwMode="auto">
                <a:xfrm>
                  <a:off x="1498" y="3742"/>
                  <a:ext cx="323"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1.29</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376" name="Rectangle 244">
                  <a:extLst>
                    <a:ext uri="{FF2B5EF4-FFF2-40B4-BE49-F238E27FC236}">
                      <a16:creationId xmlns:a16="http://schemas.microsoft.com/office/drawing/2014/main" id="{49A60748-670F-7EAD-C0CF-66F670944EFD}"/>
                    </a:ext>
                  </a:extLst>
                </p:cNvPr>
                <p:cNvSpPr>
                  <a:spLocks noChangeArrowheads="1"/>
                </p:cNvSpPr>
                <p:nvPr/>
              </p:nvSpPr>
              <p:spPr bwMode="auto">
                <a:xfrm>
                  <a:off x="1455" y="3742"/>
                  <a:ext cx="409"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34" name="Group 247">
                <a:extLst>
                  <a:ext uri="{FF2B5EF4-FFF2-40B4-BE49-F238E27FC236}">
                    <a16:creationId xmlns:a16="http://schemas.microsoft.com/office/drawing/2014/main" id="{09AE6802-DC32-73F4-0351-16A7113038EB}"/>
                  </a:ext>
                </a:extLst>
              </p:cNvPr>
              <p:cNvGrpSpPr>
                <a:grpSpLocks/>
              </p:cNvGrpSpPr>
              <p:nvPr/>
            </p:nvGrpSpPr>
            <p:grpSpPr bwMode="auto">
              <a:xfrm>
                <a:off x="1864" y="3742"/>
                <a:ext cx="395" cy="403"/>
                <a:chOff x="1864" y="3742"/>
                <a:chExt cx="395" cy="403"/>
              </a:xfrm>
            </p:grpSpPr>
            <p:sp>
              <p:nvSpPr>
                <p:cNvPr id="92373" name="Rectangle 69">
                  <a:extLst>
                    <a:ext uri="{FF2B5EF4-FFF2-40B4-BE49-F238E27FC236}">
                      <a16:creationId xmlns:a16="http://schemas.microsoft.com/office/drawing/2014/main" id="{6FDCECE1-CDAD-6B78-EEA5-AE0E2A2E9AD4}"/>
                    </a:ext>
                  </a:extLst>
                </p:cNvPr>
                <p:cNvSpPr>
                  <a:spLocks noChangeArrowheads="1"/>
                </p:cNvSpPr>
                <p:nvPr/>
              </p:nvSpPr>
              <p:spPr bwMode="auto">
                <a:xfrm>
                  <a:off x="1907" y="3742"/>
                  <a:ext cx="30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1.13</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374" name="Rectangle 246">
                  <a:extLst>
                    <a:ext uri="{FF2B5EF4-FFF2-40B4-BE49-F238E27FC236}">
                      <a16:creationId xmlns:a16="http://schemas.microsoft.com/office/drawing/2014/main" id="{4553E794-0026-4452-89B7-7154912AB98E}"/>
                    </a:ext>
                  </a:extLst>
                </p:cNvPr>
                <p:cNvSpPr>
                  <a:spLocks noChangeArrowheads="1"/>
                </p:cNvSpPr>
                <p:nvPr/>
              </p:nvSpPr>
              <p:spPr bwMode="auto">
                <a:xfrm>
                  <a:off x="1864" y="3742"/>
                  <a:ext cx="395"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35" name="Group 249">
                <a:extLst>
                  <a:ext uri="{FF2B5EF4-FFF2-40B4-BE49-F238E27FC236}">
                    <a16:creationId xmlns:a16="http://schemas.microsoft.com/office/drawing/2014/main" id="{36CF88F0-754D-C5F0-943C-D2E6ADACE4B0}"/>
                  </a:ext>
                </a:extLst>
              </p:cNvPr>
              <p:cNvGrpSpPr>
                <a:grpSpLocks/>
              </p:cNvGrpSpPr>
              <p:nvPr/>
            </p:nvGrpSpPr>
            <p:grpSpPr bwMode="auto">
              <a:xfrm>
                <a:off x="2259" y="3742"/>
                <a:ext cx="581" cy="403"/>
                <a:chOff x="2259" y="3742"/>
                <a:chExt cx="581" cy="403"/>
              </a:xfrm>
            </p:grpSpPr>
            <p:sp>
              <p:nvSpPr>
                <p:cNvPr id="92371" name="Rectangle 70">
                  <a:extLst>
                    <a:ext uri="{FF2B5EF4-FFF2-40B4-BE49-F238E27FC236}">
                      <a16:creationId xmlns:a16="http://schemas.microsoft.com/office/drawing/2014/main" id="{639EDF5B-CA57-ECF1-C458-9D2579C9F9E4}"/>
                    </a:ext>
                  </a:extLst>
                </p:cNvPr>
                <p:cNvSpPr>
                  <a:spLocks noChangeArrowheads="1"/>
                </p:cNvSpPr>
                <p:nvPr/>
              </p:nvSpPr>
              <p:spPr bwMode="auto">
                <a:xfrm>
                  <a:off x="2302" y="3742"/>
                  <a:ext cx="49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1.00</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372" name="Rectangle 248">
                  <a:extLst>
                    <a:ext uri="{FF2B5EF4-FFF2-40B4-BE49-F238E27FC236}">
                      <a16:creationId xmlns:a16="http://schemas.microsoft.com/office/drawing/2014/main" id="{1EA990B0-136F-49B1-303F-77EDF30B3D40}"/>
                    </a:ext>
                  </a:extLst>
                </p:cNvPr>
                <p:cNvSpPr>
                  <a:spLocks noChangeArrowheads="1"/>
                </p:cNvSpPr>
                <p:nvPr/>
              </p:nvSpPr>
              <p:spPr bwMode="auto">
                <a:xfrm>
                  <a:off x="2259" y="3742"/>
                  <a:ext cx="58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36" name="Group 251">
                <a:extLst>
                  <a:ext uri="{FF2B5EF4-FFF2-40B4-BE49-F238E27FC236}">
                    <a16:creationId xmlns:a16="http://schemas.microsoft.com/office/drawing/2014/main" id="{5E9BF0D8-DB7E-3D80-8CA9-9FCFBF4989F2}"/>
                  </a:ext>
                </a:extLst>
              </p:cNvPr>
              <p:cNvGrpSpPr>
                <a:grpSpLocks/>
              </p:cNvGrpSpPr>
              <p:nvPr/>
            </p:nvGrpSpPr>
            <p:grpSpPr bwMode="auto">
              <a:xfrm>
                <a:off x="2840" y="3742"/>
                <a:ext cx="416" cy="403"/>
                <a:chOff x="2840" y="3742"/>
                <a:chExt cx="416" cy="403"/>
              </a:xfrm>
            </p:grpSpPr>
            <p:sp>
              <p:nvSpPr>
                <p:cNvPr id="92369" name="Rectangle 71">
                  <a:extLst>
                    <a:ext uri="{FF2B5EF4-FFF2-40B4-BE49-F238E27FC236}">
                      <a16:creationId xmlns:a16="http://schemas.microsoft.com/office/drawing/2014/main" id="{814924DB-2BEE-69F9-BD33-07C24DB0EBA5}"/>
                    </a:ext>
                  </a:extLst>
                </p:cNvPr>
                <p:cNvSpPr>
                  <a:spLocks noChangeArrowheads="1"/>
                </p:cNvSpPr>
                <p:nvPr/>
              </p:nvSpPr>
              <p:spPr bwMode="auto">
                <a:xfrm>
                  <a:off x="2883" y="3742"/>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.91</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370" name="Rectangle 250">
                  <a:extLst>
                    <a:ext uri="{FF2B5EF4-FFF2-40B4-BE49-F238E27FC236}">
                      <a16:creationId xmlns:a16="http://schemas.microsoft.com/office/drawing/2014/main" id="{1E3EB710-F943-803A-2A96-2E79FE913C45}"/>
                    </a:ext>
                  </a:extLst>
                </p:cNvPr>
                <p:cNvSpPr>
                  <a:spLocks noChangeArrowheads="1"/>
                </p:cNvSpPr>
                <p:nvPr/>
              </p:nvSpPr>
              <p:spPr bwMode="auto">
                <a:xfrm>
                  <a:off x="2840" y="3742"/>
                  <a:ext cx="41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37" name="Group 253">
                <a:extLst>
                  <a:ext uri="{FF2B5EF4-FFF2-40B4-BE49-F238E27FC236}">
                    <a16:creationId xmlns:a16="http://schemas.microsoft.com/office/drawing/2014/main" id="{7AE815EB-6AAF-D26A-2881-47A00734D6E4}"/>
                  </a:ext>
                </a:extLst>
              </p:cNvPr>
              <p:cNvGrpSpPr>
                <a:grpSpLocks/>
              </p:cNvGrpSpPr>
              <p:nvPr/>
            </p:nvGrpSpPr>
            <p:grpSpPr bwMode="auto">
              <a:xfrm>
                <a:off x="3256" y="3742"/>
                <a:ext cx="416" cy="403"/>
                <a:chOff x="3256" y="3742"/>
                <a:chExt cx="416" cy="403"/>
              </a:xfrm>
            </p:grpSpPr>
            <p:sp>
              <p:nvSpPr>
                <p:cNvPr id="92367" name="Rectangle 72">
                  <a:extLst>
                    <a:ext uri="{FF2B5EF4-FFF2-40B4-BE49-F238E27FC236}">
                      <a16:creationId xmlns:a16="http://schemas.microsoft.com/office/drawing/2014/main" id="{FAECB7BF-A505-5B1E-F828-97976FF11035}"/>
                    </a:ext>
                  </a:extLst>
                </p:cNvPr>
                <p:cNvSpPr>
                  <a:spLocks noChangeArrowheads="1"/>
                </p:cNvSpPr>
                <p:nvPr/>
              </p:nvSpPr>
              <p:spPr bwMode="auto">
                <a:xfrm>
                  <a:off x="3299" y="3742"/>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.82</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368" name="Rectangle 252">
                  <a:extLst>
                    <a:ext uri="{FF2B5EF4-FFF2-40B4-BE49-F238E27FC236}">
                      <a16:creationId xmlns:a16="http://schemas.microsoft.com/office/drawing/2014/main" id="{E3E96763-64ED-B345-A9EF-B1A09FECFD03}"/>
                    </a:ext>
                  </a:extLst>
                </p:cNvPr>
                <p:cNvSpPr>
                  <a:spLocks noChangeArrowheads="1"/>
                </p:cNvSpPr>
                <p:nvPr/>
              </p:nvSpPr>
              <p:spPr bwMode="auto">
                <a:xfrm>
                  <a:off x="3256" y="3742"/>
                  <a:ext cx="41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38" name="Group 255">
                <a:extLst>
                  <a:ext uri="{FF2B5EF4-FFF2-40B4-BE49-F238E27FC236}">
                    <a16:creationId xmlns:a16="http://schemas.microsoft.com/office/drawing/2014/main" id="{CB4304F9-12D3-8D98-7B03-066FAA4FEA8F}"/>
                  </a:ext>
                </a:extLst>
              </p:cNvPr>
              <p:cNvGrpSpPr>
                <a:grpSpLocks/>
              </p:cNvGrpSpPr>
              <p:nvPr/>
            </p:nvGrpSpPr>
            <p:grpSpPr bwMode="auto">
              <a:xfrm>
                <a:off x="3672" y="3742"/>
                <a:ext cx="441" cy="403"/>
                <a:chOff x="3672" y="3742"/>
                <a:chExt cx="441" cy="403"/>
              </a:xfrm>
            </p:grpSpPr>
            <p:sp>
              <p:nvSpPr>
                <p:cNvPr id="92365" name="Rectangle 73">
                  <a:extLst>
                    <a:ext uri="{FF2B5EF4-FFF2-40B4-BE49-F238E27FC236}">
                      <a16:creationId xmlns:a16="http://schemas.microsoft.com/office/drawing/2014/main" id="{B9E36F3C-8F9E-D092-7408-E28DD4184A7B}"/>
                    </a:ext>
                  </a:extLst>
                </p:cNvPr>
                <p:cNvSpPr>
                  <a:spLocks noChangeArrowheads="1"/>
                </p:cNvSpPr>
                <p:nvPr/>
              </p:nvSpPr>
              <p:spPr bwMode="auto">
                <a:xfrm>
                  <a:off x="3715" y="3742"/>
                  <a:ext cx="35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.82</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366" name="Rectangle 254">
                  <a:extLst>
                    <a:ext uri="{FF2B5EF4-FFF2-40B4-BE49-F238E27FC236}">
                      <a16:creationId xmlns:a16="http://schemas.microsoft.com/office/drawing/2014/main" id="{335A8BFF-8D50-349B-7308-09AA36D6A79E}"/>
                    </a:ext>
                  </a:extLst>
                </p:cNvPr>
                <p:cNvSpPr>
                  <a:spLocks noChangeArrowheads="1"/>
                </p:cNvSpPr>
                <p:nvPr/>
              </p:nvSpPr>
              <p:spPr bwMode="auto">
                <a:xfrm>
                  <a:off x="3672" y="3742"/>
                  <a:ext cx="44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39" name="Group 257">
                <a:extLst>
                  <a:ext uri="{FF2B5EF4-FFF2-40B4-BE49-F238E27FC236}">
                    <a16:creationId xmlns:a16="http://schemas.microsoft.com/office/drawing/2014/main" id="{8BB794C5-992A-2EC6-A9B5-FEA8D1BA4022}"/>
                  </a:ext>
                </a:extLst>
              </p:cNvPr>
              <p:cNvGrpSpPr>
                <a:grpSpLocks/>
              </p:cNvGrpSpPr>
              <p:nvPr/>
            </p:nvGrpSpPr>
            <p:grpSpPr bwMode="auto">
              <a:xfrm>
                <a:off x="0" y="4145"/>
                <a:ext cx="1455" cy="403"/>
                <a:chOff x="0" y="4145"/>
                <a:chExt cx="1455" cy="403"/>
              </a:xfrm>
            </p:grpSpPr>
            <p:sp>
              <p:nvSpPr>
                <p:cNvPr id="92363" name="Rectangle 74">
                  <a:extLst>
                    <a:ext uri="{FF2B5EF4-FFF2-40B4-BE49-F238E27FC236}">
                      <a16:creationId xmlns:a16="http://schemas.microsoft.com/office/drawing/2014/main" id="{4CE9E242-ED64-EF14-6EAF-8FB5F717B81F}"/>
                    </a:ext>
                  </a:extLst>
                </p:cNvPr>
                <p:cNvSpPr>
                  <a:spLocks noChangeArrowheads="1"/>
                </p:cNvSpPr>
                <p:nvPr/>
              </p:nvSpPr>
              <p:spPr bwMode="auto">
                <a:xfrm>
                  <a:off x="43" y="4145"/>
                  <a:ext cx="136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b="1">
                      <a:latin typeface="Arial" panose="020B0604020202020204" pitchFamily="34" charset="0"/>
                      <a:cs typeface="Arial" panose="020B0604020202020204" pitchFamily="34" charset="0"/>
                    </a:rPr>
                    <a:t>Programmers Capability</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364" name="Rectangle 256">
                  <a:extLst>
                    <a:ext uri="{FF2B5EF4-FFF2-40B4-BE49-F238E27FC236}">
                      <a16:creationId xmlns:a16="http://schemas.microsoft.com/office/drawing/2014/main" id="{66A8BE16-40B1-6382-FB12-DE5491B3DE46}"/>
                    </a:ext>
                  </a:extLst>
                </p:cNvPr>
                <p:cNvSpPr>
                  <a:spLocks noChangeArrowheads="1"/>
                </p:cNvSpPr>
                <p:nvPr/>
              </p:nvSpPr>
              <p:spPr bwMode="auto">
                <a:xfrm>
                  <a:off x="0" y="4145"/>
                  <a:ext cx="1455"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40" name="Group 259">
                <a:extLst>
                  <a:ext uri="{FF2B5EF4-FFF2-40B4-BE49-F238E27FC236}">
                    <a16:creationId xmlns:a16="http://schemas.microsoft.com/office/drawing/2014/main" id="{458D9CB3-6F7B-FB2D-0189-369A6AB34AEA}"/>
                  </a:ext>
                </a:extLst>
              </p:cNvPr>
              <p:cNvGrpSpPr>
                <a:grpSpLocks/>
              </p:cNvGrpSpPr>
              <p:nvPr/>
            </p:nvGrpSpPr>
            <p:grpSpPr bwMode="auto">
              <a:xfrm>
                <a:off x="1455" y="4145"/>
                <a:ext cx="409" cy="403"/>
                <a:chOff x="1455" y="4145"/>
                <a:chExt cx="409" cy="403"/>
              </a:xfrm>
            </p:grpSpPr>
            <p:sp>
              <p:nvSpPr>
                <p:cNvPr id="92361" name="Rectangle 75">
                  <a:extLst>
                    <a:ext uri="{FF2B5EF4-FFF2-40B4-BE49-F238E27FC236}">
                      <a16:creationId xmlns:a16="http://schemas.microsoft.com/office/drawing/2014/main" id="{035358FA-436F-DFD6-48AF-F144F9A19CB8}"/>
                    </a:ext>
                  </a:extLst>
                </p:cNvPr>
                <p:cNvSpPr>
                  <a:spLocks noChangeArrowheads="1"/>
                </p:cNvSpPr>
                <p:nvPr/>
              </p:nvSpPr>
              <p:spPr bwMode="auto">
                <a:xfrm>
                  <a:off x="1498" y="4145"/>
                  <a:ext cx="323"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1.42</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362" name="Rectangle 258">
                  <a:extLst>
                    <a:ext uri="{FF2B5EF4-FFF2-40B4-BE49-F238E27FC236}">
                      <a16:creationId xmlns:a16="http://schemas.microsoft.com/office/drawing/2014/main" id="{2C26E90D-0AAF-1312-1BBF-CCC0EB7F98D8}"/>
                    </a:ext>
                  </a:extLst>
                </p:cNvPr>
                <p:cNvSpPr>
                  <a:spLocks noChangeArrowheads="1"/>
                </p:cNvSpPr>
                <p:nvPr/>
              </p:nvSpPr>
              <p:spPr bwMode="auto">
                <a:xfrm>
                  <a:off x="1455" y="4145"/>
                  <a:ext cx="409"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41" name="Group 261">
                <a:extLst>
                  <a:ext uri="{FF2B5EF4-FFF2-40B4-BE49-F238E27FC236}">
                    <a16:creationId xmlns:a16="http://schemas.microsoft.com/office/drawing/2014/main" id="{C76B19C1-A787-F365-CB00-325D6785FF6D}"/>
                  </a:ext>
                </a:extLst>
              </p:cNvPr>
              <p:cNvGrpSpPr>
                <a:grpSpLocks/>
              </p:cNvGrpSpPr>
              <p:nvPr/>
            </p:nvGrpSpPr>
            <p:grpSpPr bwMode="auto">
              <a:xfrm>
                <a:off x="1864" y="4145"/>
                <a:ext cx="395" cy="403"/>
                <a:chOff x="1864" y="4145"/>
                <a:chExt cx="395" cy="403"/>
              </a:xfrm>
            </p:grpSpPr>
            <p:sp>
              <p:nvSpPr>
                <p:cNvPr id="92359" name="Rectangle 76">
                  <a:extLst>
                    <a:ext uri="{FF2B5EF4-FFF2-40B4-BE49-F238E27FC236}">
                      <a16:creationId xmlns:a16="http://schemas.microsoft.com/office/drawing/2014/main" id="{5F5C391A-8B05-7603-6E68-8D85EA47719C}"/>
                    </a:ext>
                  </a:extLst>
                </p:cNvPr>
                <p:cNvSpPr>
                  <a:spLocks noChangeArrowheads="1"/>
                </p:cNvSpPr>
                <p:nvPr/>
              </p:nvSpPr>
              <p:spPr bwMode="auto">
                <a:xfrm>
                  <a:off x="1907" y="4145"/>
                  <a:ext cx="30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1.17</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360" name="Rectangle 260">
                  <a:extLst>
                    <a:ext uri="{FF2B5EF4-FFF2-40B4-BE49-F238E27FC236}">
                      <a16:creationId xmlns:a16="http://schemas.microsoft.com/office/drawing/2014/main" id="{EB75C10B-84A9-567B-C960-29B1FB23E25B}"/>
                    </a:ext>
                  </a:extLst>
                </p:cNvPr>
                <p:cNvSpPr>
                  <a:spLocks noChangeArrowheads="1"/>
                </p:cNvSpPr>
                <p:nvPr/>
              </p:nvSpPr>
              <p:spPr bwMode="auto">
                <a:xfrm>
                  <a:off x="1864" y="4145"/>
                  <a:ext cx="395"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42" name="Group 263">
                <a:extLst>
                  <a:ext uri="{FF2B5EF4-FFF2-40B4-BE49-F238E27FC236}">
                    <a16:creationId xmlns:a16="http://schemas.microsoft.com/office/drawing/2014/main" id="{250CECF8-5D7C-7E7D-26CC-CE8D28763DEB}"/>
                  </a:ext>
                </a:extLst>
              </p:cNvPr>
              <p:cNvGrpSpPr>
                <a:grpSpLocks/>
              </p:cNvGrpSpPr>
              <p:nvPr/>
            </p:nvGrpSpPr>
            <p:grpSpPr bwMode="auto">
              <a:xfrm>
                <a:off x="2259" y="4145"/>
                <a:ext cx="581" cy="403"/>
                <a:chOff x="2259" y="4145"/>
                <a:chExt cx="581" cy="403"/>
              </a:xfrm>
            </p:grpSpPr>
            <p:sp>
              <p:nvSpPr>
                <p:cNvPr id="92357" name="Rectangle 77">
                  <a:extLst>
                    <a:ext uri="{FF2B5EF4-FFF2-40B4-BE49-F238E27FC236}">
                      <a16:creationId xmlns:a16="http://schemas.microsoft.com/office/drawing/2014/main" id="{25F050CB-77FA-AE3F-B748-37F0195EB1A4}"/>
                    </a:ext>
                  </a:extLst>
                </p:cNvPr>
                <p:cNvSpPr>
                  <a:spLocks noChangeArrowheads="1"/>
                </p:cNvSpPr>
                <p:nvPr/>
              </p:nvSpPr>
              <p:spPr bwMode="auto">
                <a:xfrm>
                  <a:off x="2302" y="4145"/>
                  <a:ext cx="49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1.00</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358" name="Rectangle 262">
                  <a:extLst>
                    <a:ext uri="{FF2B5EF4-FFF2-40B4-BE49-F238E27FC236}">
                      <a16:creationId xmlns:a16="http://schemas.microsoft.com/office/drawing/2014/main" id="{04DD9E2C-F781-1BAA-24B2-B0BF3F359801}"/>
                    </a:ext>
                  </a:extLst>
                </p:cNvPr>
                <p:cNvSpPr>
                  <a:spLocks noChangeArrowheads="1"/>
                </p:cNvSpPr>
                <p:nvPr/>
              </p:nvSpPr>
              <p:spPr bwMode="auto">
                <a:xfrm>
                  <a:off x="2259" y="4145"/>
                  <a:ext cx="58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43" name="Group 265">
                <a:extLst>
                  <a:ext uri="{FF2B5EF4-FFF2-40B4-BE49-F238E27FC236}">
                    <a16:creationId xmlns:a16="http://schemas.microsoft.com/office/drawing/2014/main" id="{A04C6206-C8F1-9119-5A65-652B1F664178}"/>
                  </a:ext>
                </a:extLst>
              </p:cNvPr>
              <p:cNvGrpSpPr>
                <a:grpSpLocks/>
              </p:cNvGrpSpPr>
              <p:nvPr/>
            </p:nvGrpSpPr>
            <p:grpSpPr bwMode="auto">
              <a:xfrm>
                <a:off x="2840" y="4145"/>
                <a:ext cx="416" cy="403"/>
                <a:chOff x="2840" y="4145"/>
                <a:chExt cx="416" cy="403"/>
              </a:xfrm>
            </p:grpSpPr>
            <p:sp>
              <p:nvSpPr>
                <p:cNvPr id="92355" name="Rectangle 78">
                  <a:extLst>
                    <a:ext uri="{FF2B5EF4-FFF2-40B4-BE49-F238E27FC236}">
                      <a16:creationId xmlns:a16="http://schemas.microsoft.com/office/drawing/2014/main" id="{696B51EA-6C50-3720-FDB5-124C5650EF8E}"/>
                    </a:ext>
                  </a:extLst>
                </p:cNvPr>
                <p:cNvSpPr>
                  <a:spLocks noChangeArrowheads="1"/>
                </p:cNvSpPr>
                <p:nvPr/>
              </p:nvSpPr>
              <p:spPr bwMode="auto">
                <a:xfrm>
                  <a:off x="2883" y="4145"/>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.86</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356" name="Rectangle 264">
                  <a:extLst>
                    <a:ext uri="{FF2B5EF4-FFF2-40B4-BE49-F238E27FC236}">
                      <a16:creationId xmlns:a16="http://schemas.microsoft.com/office/drawing/2014/main" id="{BFA98841-3CC4-E991-03DE-19F2C7040341}"/>
                    </a:ext>
                  </a:extLst>
                </p:cNvPr>
                <p:cNvSpPr>
                  <a:spLocks noChangeArrowheads="1"/>
                </p:cNvSpPr>
                <p:nvPr/>
              </p:nvSpPr>
              <p:spPr bwMode="auto">
                <a:xfrm>
                  <a:off x="2840" y="4145"/>
                  <a:ext cx="41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44" name="Group 267">
                <a:extLst>
                  <a:ext uri="{FF2B5EF4-FFF2-40B4-BE49-F238E27FC236}">
                    <a16:creationId xmlns:a16="http://schemas.microsoft.com/office/drawing/2014/main" id="{BECBBF27-6EE2-A174-5D53-1DB6FA85A4C0}"/>
                  </a:ext>
                </a:extLst>
              </p:cNvPr>
              <p:cNvGrpSpPr>
                <a:grpSpLocks/>
              </p:cNvGrpSpPr>
              <p:nvPr/>
            </p:nvGrpSpPr>
            <p:grpSpPr bwMode="auto">
              <a:xfrm>
                <a:off x="3256" y="4145"/>
                <a:ext cx="416" cy="403"/>
                <a:chOff x="3256" y="4145"/>
                <a:chExt cx="416" cy="403"/>
              </a:xfrm>
            </p:grpSpPr>
            <p:sp>
              <p:nvSpPr>
                <p:cNvPr id="92353" name="Rectangle 79">
                  <a:extLst>
                    <a:ext uri="{FF2B5EF4-FFF2-40B4-BE49-F238E27FC236}">
                      <a16:creationId xmlns:a16="http://schemas.microsoft.com/office/drawing/2014/main" id="{44A84397-F277-B0A8-7E49-09AAD7A1E547}"/>
                    </a:ext>
                  </a:extLst>
                </p:cNvPr>
                <p:cNvSpPr>
                  <a:spLocks noChangeArrowheads="1"/>
                </p:cNvSpPr>
                <p:nvPr/>
              </p:nvSpPr>
              <p:spPr bwMode="auto">
                <a:xfrm>
                  <a:off x="3299" y="4145"/>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.70</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354" name="Rectangle 266">
                  <a:extLst>
                    <a:ext uri="{FF2B5EF4-FFF2-40B4-BE49-F238E27FC236}">
                      <a16:creationId xmlns:a16="http://schemas.microsoft.com/office/drawing/2014/main" id="{CBC78217-BE42-F576-E657-C58841BC3DED}"/>
                    </a:ext>
                  </a:extLst>
                </p:cNvPr>
                <p:cNvSpPr>
                  <a:spLocks noChangeArrowheads="1"/>
                </p:cNvSpPr>
                <p:nvPr/>
              </p:nvSpPr>
              <p:spPr bwMode="auto">
                <a:xfrm>
                  <a:off x="3256" y="4145"/>
                  <a:ext cx="41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45" name="Group 269">
                <a:extLst>
                  <a:ext uri="{FF2B5EF4-FFF2-40B4-BE49-F238E27FC236}">
                    <a16:creationId xmlns:a16="http://schemas.microsoft.com/office/drawing/2014/main" id="{6A8AC249-E0C0-1F99-456B-2D12A1C65831}"/>
                  </a:ext>
                </a:extLst>
              </p:cNvPr>
              <p:cNvGrpSpPr>
                <a:grpSpLocks/>
              </p:cNvGrpSpPr>
              <p:nvPr/>
            </p:nvGrpSpPr>
            <p:grpSpPr bwMode="auto">
              <a:xfrm>
                <a:off x="3672" y="4145"/>
                <a:ext cx="441" cy="403"/>
                <a:chOff x="3672" y="4145"/>
                <a:chExt cx="441" cy="403"/>
              </a:xfrm>
            </p:grpSpPr>
            <p:sp>
              <p:nvSpPr>
                <p:cNvPr id="92351" name="Rectangle 80">
                  <a:extLst>
                    <a:ext uri="{FF2B5EF4-FFF2-40B4-BE49-F238E27FC236}">
                      <a16:creationId xmlns:a16="http://schemas.microsoft.com/office/drawing/2014/main" id="{168B38D6-3D6B-0BCE-F433-A99637D19496}"/>
                    </a:ext>
                  </a:extLst>
                </p:cNvPr>
                <p:cNvSpPr>
                  <a:spLocks noChangeArrowheads="1"/>
                </p:cNvSpPr>
                <p:nvPr/>
              </p:nvSpPr>
              <p:spPr bwMode="auto">
                <a:xfrm>
                  <a:off x="3715" y="4145"/>
                  <a:ext cx="35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.70</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352" name="Rectangle 268">
                  <a:extLst>
                    <a:ext uri="{FF2B5EF4-FFF2-40B4-BE49-F238E27FC236}">
                      <a16:creationId xmlns:a16="http://schemas.microsoft.com/office/drawing/2014/main" id="{1CDF1F14-C8A8-A842-DBEB-53E945AD44DB}"/>
                    </a:ext>
                  </a:extLst>
                </p:cNvPr>
                <p:cNvSpPr>
                  <a:spLocks noChangeArrowheads="1"/>
                </p:cNvSpPr>
                <p:nvPr/>
              </p:nvSpPr>
              <p:spPr bwMode="auto">
                <a:xfrm>
                  <a:off x="3672" y="4145"/>
                  <a:ext cx="44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46" name="Group 271">
                <a:extLst>
                  <a:ext uri="{FF2B5EF4-FFF2-40B4-BE49-F238E27FC236}">
                    <a16:creationId xmlns:a16="http://schemas.microsoft.com/office/drawing/2014/main" id="{E7802A2E-B07D-97F9-0B06-5596B9D7AABC}"/>
                  </a:ext>
                </a:extLst>
              </p:cNvPr>
              <p:cNvGrpSpPr>
                <a:grpSpLocks/>
              </p:cNvGrpSpPr>
              <p:nvPr/>
            </p:nvGrpSpPr>
            <p:grpSpPr bwMode="auto">
              <a:xfrm>
                <a:off x="0" y="4548"/>
                <a:ext cx="1455" cy="403"/>
                <a:chOff x="0" y="4548"/>
                <a:chExt cx="1455" cy="403"/>
              </a:xfrm>
            </p:grpSpPr>
            <p:sp>
              <p:nvSpPr>
                <p:cNvPr id="92349" name="Rectangle 81">
                  <a:extLst>
                    <a:ext uri="{FF2B5EF4-FFF2-40B4-BE49-F238E27FC236}">
                      <a16:creationId xmlns:a16="http://schemas.microsoft.com/office/drawing/2014/main" id="{C7DB3DE2-9EC1-D0A1-90AF-15C619370A33}"/>
                    </a:ext>
                  </a:extLst>
                </p:cNvPr>
                <p:cNvSpPr>
                  <a:spLocks noChangeArrowheads="1"/>
                </p:cNvSpPr>
                <p:nvPr/>
              </p:nvSpPr>
              <p:spPr bwMode="auto">
                <a:xfrm>
                  <a:off x="43" y="4548"/>
                  <a:ext cx="136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b="1">
                      <a:latin typeface="Arial" panose="020B0604020202020204" pitchFamily="34" charset="0"/>
                      <a:cs typeface="Arial" panose="020B0604020202020204" pitchFamily="34" charset="0"/>
                    </a:rPr>
                    <a:t>Virtual machine Experience</a:t>
                  </a:r>
                  <a:endParaRPr lang="en-CA" altLang="en-US" sz="2400"/>
                </a:p>
              </p:txBody>
            </p:sp>
            <p:sp>
              <p:nvSpPr>
                <p:cNvPr id="92350" name="Rectangle 270">
                  <a:extLst>
                    <a:ext uri="{FF2B5EF4-FFF2-40B4-BE49-F238E27FC236}">
                      <a16:creationId xmlns:a16="http://schemas.microsoft.com/office/drawing/2014/main" id="{DE30895F-1D3A-593E-94C2-5AF333A3FCA5}"/>
                    </a:ext>
                  </a:extLst>
                </p:cNvPr>
                <p:cNvSpPr>
                  <a:spLocks noChangeArrowheads="1"/>
                </p:cNvSpPr>
                <p:nvPr/>
              </p:nvSpPr>
              <p:spPr bwMode="auto">
                <a:xfrm>
                  <a:off x="0" y="4548"/>
                  <a:ext cx="1455"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47" name="Group 273">
                <a:extLst>
                  <a:ext uri="{FF2B5EF4-FFF2-40B4-BE49-F238E27FC236}">
                    <a16:creationId xmlns:a16="http://schemas.microsoft.com/office/drawing/2014/main" id="{FB64642A-2341-C140-8F34-959EDF64453C}"/>
                  </a:ext>
                </a:extLst>
              </p:cNvPr>
              <p:cNvGrpSpPr>
                <a:grpSpLocks/>
              </p:cNvGrpSpPr>
              <p:nvPr/>
            </p:nvGrpSpPr>
            <p:grpSpPr bwMode="auto">
              <a:xfrm>
                <a:off x="1455" y="4548"/>
                <a:ext cx="409" cy="403"/>
                <a:chOff x="1455" y="4548"/>
                <a:chExt cx="409" cy="403"/>
              </a:xfrm>
            </p:grpSpPr>
            <p:sp>
              <p:nvSpPr>
                <p:cNvPr id="92347" name="Rectangle 82">
                  <a:extLst>
                    <a:ext uri="{FF2B5EF4-FFF2-40B4-BE49-F238E27FC236}">
                      <a16:creationId xmlns:a16="http://schemas.microsoft.com/office/drawing/2014/main" id="{D30F36ED-4779-D8C7-6E04-93B9A2BA01FE}"/>
                    </a:ext>
                  </a:extLst>
                </p:cNvPr>
                <p:cNvSpPr>
                  <a:spLocks noChangeArrowheads="1"/>
                </p:cNvSpPr>
                <p:nvPr/>
              </p:nvSpPr>
              <p:spPr bwMode="auto">
                <a:xfrm>
                  <a:off x="1498" y="4548"/>
                  <a:ext cx="323"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1.21</a:t>
                  </a:r>
                  <a:endParaRPr lang="en-CA" altLang="en-US" sz="2400"/>
                </a:p>
              </p:txBody>
            </p:sp>
            <p:sp>
              <p:nvSpPr>
                <p:cNvPr id="92348" name="Rectangle 272">
                  <a:extLst>
                    <a:ext uri="{FF2B5EF4-FFF2-40B4-BE49-F238E27FC236}">
                      <a16:creationId xmlns:a16="http://schemas.microsoft.com/office/drawing/2014/main" id="{E6E45CAD-67A3-4045-25C7-AFECF007FDC1}"/>
                    </a:ext>
                  </a:extLst>
                </p:cNvPr>
                <p:cNvSpPr>
                  <a:spLocks noChangeArrowheads="1"/>
                </p:cNvSpPr>
                <p:nvPr/>
              </p:nvSpPr>
              <p:spPr bwMode="auto">
                <a:xfrm>
                  <a:off x="1455" y="4548"/>
                  <a:ext cx="409"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48" name="Group 275">
                <a:extLst>
                  <a:ext uri="{FF2B5EF4-FFF2-40B4-BE49-F238E27FC236}">
                    <a16:creationId xmlns:a16="http://schemas.microsoft.com/office/drawing/2014/main" id="{E59CDFB5-A677-616F-A65A-EBE6EE6FC413}"/>
                  </a:ext>
                </a:extLst>
              </p:cNvPr>
              <p:cNvGrpSpPr>
                <a:grpSpLocks/>
              </p:cNvGrpSpPr>
              <p:nvPr/>
            </p:nvGrpSpPr>
            <p:grpSpPr bwMode="auto">
              <a:xfrm>
                <a:off x="1864" y="4548"/>
                <a:ext cx="395" cy="403"/>
                <a:chOff x="1864" y="4548"/>
                <a:chExt cx="395" cy="403"/>
              </a:xfrm>
            </p:grpSpPr>
            <p:sp>
              <p:nvSpPr>
                <p:cNvPr id="92345" name="Rectangle 83">
                  <a:extLst>
                    <a:ext uri="{FF2B5EF4-FFF2-40B4-BE49-F238E27FC236}">
                      <a16:creationId xmlns:a16="http://schemas.microsoft.com/office/drawing/2014/main" id="{98229D0D-AF03-DA70-7378-C1EAD5DDC40D}"/>
                    </a:ext>
                  </a:extLst>
                </p:cNvPr>
                <p:cNvSpPr>
                  <a:spLocks noChangeArrowheads="1"/>
                </p:cNvSpPr>
                <p:nvPr/>
              </p:nvSpPr>
              <p:spPr bwMode="auto">
                <a:xfrm>
                  <a:off x="1907" y="4548"/>
                  <a:ext cx="30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1.10</a:t>
                  </a:r>
                  <a:endParaRPr lang="en-CA" altLang="en-US" sz="2400"/>
                </a:p>
              </p:txBody>
            </p:sp>
            <p:sp>
              <p:nvSpPr>
                <p:cNvPr id="92346" name="Rectangle 274">
                  <a:extLst>
                    <a:ext uri="{FF2B5EF4-FFF2-40B4-BE49-F238E27FC236}">
                      <a16:creationId xmlns:a16="http://schemas.microsoft.com/office/drawing/2014/main" id="{861B9BBD-C4E4-6CE6-F143-B85692916A6F}"/>
                    </a:ext>
                  </a:extLst>
                </p:cNvPr>
                <p:cNvSpPr>
                  <a:spLocks noChangeArrowheads="1"/>
                </p:cNvSpPr>
                <p:nvPr/>
              </p:nvSpPr>
              <p:spPr bwMode="auto">
                <a:xfrm>
                  <a:off x="1864" y="4548"/>
                  <a:ext cx="395"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49" name="Group 277">
                <a:extLst>
                  <a:ext uri="{FF2B5EF4-FFF2-40B4-BE49-F238E27FC236}">
                    <a16:creationId xmlns:a16="http://schemas.microsoft.com/office/drawing/2014/main" id="{B33F9778-D806-D24D-3190-985DA6631D0A}"/>
                  </a:ext>
                </a:extLst>
              </p:cNvPr>
              <p:cNvGrpSpPr>
                <a:grpSpLocks/>
              </p:cNvGrpSpPr>
              <p:nvPr/>
            </p:nvGrpSpPr>
            <p:grpSpPr bwMode="auto">
              <a:xfrm>
                <a:off x="2259" y="4548"/>
                <a:ext cx="581" cy="403"/>
                <a:chOff x="2259" y="4548"/>
                <a:chExt cx="581" cy="403"/>
              </a:xfrm>
            </p:grpSpPr>
            <p:sp>
              <p:nvSpPr>
                <p:cNvPr id="92343" name="Rectangle 84">
                  <a:extLst>
                    <a:ext uri="{FF2B5EF4-FFF2-40B4-BE49-F238E27FC236}">
                      <a16:creationId xmlns:a16="http://schemas.microsoft.com/office/drawing/2014/main" id="{ACF91374-79AC-3847-867F-9A85FCE70988}"/>
                    </a:ext>
                  </a:extLst>
                </p:cNvPr>
                <p:cNvSpPr>
                  <a:spLocks noChangeArrowheads="1"/>
                </p:cNvSpPr>
                <p:nvPr/>
              </p:nvSpPr>
              <p:spPr bwMode="auto">
                <a:xfrm>
                  <a:off x="2302" y="4548"/>
                  <a:ext cx="49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1.00</a:t>
                  </a:r>
                  <a:endParaRPr lang="en-CA" altLang="en-US" sz="2400"/>
                </a:p>
              </p:txBody>
            </p:sp>
            <p:sp>
              <p:nvSpPr>
                <p:cNvPr id="92344" name="Rectangle 276">
                  <a:extLst>
                    <a:ext uri="{FF2B5EF4-FFF2-40B4-BE49-F238E27FC236}">
                      <a16:creationId xmlns:a16="http://schemas.microsoft.com/office/drawing/2014/main" id="{CA4DB59A-C9AA-BEE9-DAE7-08209AC61B62}"/>
                    </a:ext>
                  </a:extLst>
                </p:cNvPr>
                <p:cNvSpPr>
                  <a:spLocks noChangeArrowheads="1"/>
                </p:cNvSpPr>
                <p:nvPr/>
              </p:nvSpPr>
              <p:spPr bwMode="auto">
                <a:xfrm>
                  <a:off x="2259" y="4548"/>
                  <a:ext cx="58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50" name="Group 279">
                <a:extLst>
                  <a:ext uri="{FF2B5EF4-FFF2-40B4-BE49-F238E27FC236}">
                    <a16:creationId xmlns:a16="http://schemas.microsoft.com/office/drawing/2014/main" id="{75AF3FA9-057F-9172-EFCE-36A199832FC4}"/>
                  </a:ext>
                </a:extLst>
              </p:cNvPr>
              <p:cNvGrpSpPr>
                <a:grpSpLocks/>
              </p:cNvGrpSpPr>
              <p:nvPr/>
            </p:nvGrpSpPr>
            <p:grpSpPr bwMode="auto">
              <a:xfrm>
                <a:off x="2840" y="4548"/>
                <a:ext cx="416" cy="403"/>
                <a:chOff x="2840" y="4548"/>
                <a:chExt cx="416" cy="403"/>
              </a:xfrm>
            </p:grpSpPr>
            <p:sp>
              <p:nvSpPr>
                <p:cNvPr id="92341" name="Rectangle 85">
                  <a:extLst>
                    <a:ext uri="{FF2B5EF4-FFF2-40B4-BE49-F238E27FC236}">
                      <a16:creationId xmlns:a16="http://schemas.microsoft.com/office/drawing/2014/main" id="{02617F1F-0691-ED52-3C08-D942982687F6}"/>
                    </a:ext>
                  </a:extLst>
                </p:cNvPr>
                <p:cNvSpPr>
                  <a:spLocks noChangeArrowheads="1"/>
                </p:cNvSpPr>
                <p:nvPr/>
              </p:nvSpPr>
              <p:spPr bwMode="auto">
                <a:xfrm>
                  <a:off x="2883" y="4548"/>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.90</a:t>
                  </a:r>
                  <a:endParaRPr lang="en-CA" altLang="en-US" sz="2400"/>
                </a:p>
              </p:txBody>
            </p:sp>
            <p:sp>
              <p:nvSpPr>
                <p:cNvPr id="92342" name="Rectangle 278">
                  <a:extLst>
                    <a:ext uri="{FF2B5EF4-FFF2-40B4-BE49-F238E27FC236}">
                      <a16:creationId xmlns:a16="http://schemas.microsoft.com/office/drawing/2014/main" id="{65719A29-B398-2E9A-E009-792B26D4194A}"/>
                    </a:ext>
                  </a:extLst>
                </p:cNvPr>
                <p:cNvSpPr>
                  <a:spLocks noChangeArrowheads="1"/>
                </p:cNvSpPr>
                <p:nvPr/>
              </p:nvSpPr>
              <p:spPr bwMode="auto">
                <a:xfrm>
                  <a:off x="2840" y="4548"/>
                  <a:ext cx="41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51" name="Group 281">
                <a:extLst>
                  <a:ext uri="{FF2B5EF4-FFF2-40B4-BE49-F238E27FC236}">
                    <a16:creationId xmlns:a16="http://schemas.microsoft.com/office/drawing/2014/main" id="{1457F5F2-4AA0-88E0-B18D-CF759D01447B}"/>
                  </a:ext>
                </a:extLst>
              </p:cNvPr>
              <p:cNvGrpSpPr>
                <a:grpSpLocks/>
              </p:cNvGrpSpPr>
              <p:nvPr/>
            </p:nvGrpSpPr>
            <p:grpSpPr bwMode="auto">
              <a:xfrm>
                <a:off x="3256" y="4548"/>
                <a:ext cx="416" cy="403"/>
                <a:chOff x="3256" y="4548"/>
                <a:chExt cx="416" cy="403"/>
              </a:xfrm>
            </p:grpSpPr>
            <p:sp>
              <p:nvSpPr>
                <p:cNvPr id="92339" name="Rectangle 86">
                  <a:extLst>
                    <a:ext uri="{FF2B5EF4-FFF2-40B4-BE49-F238E27FC236}">
                      <a16:creationId xmlns:a16="http://schemas.microsoft.com/office/drawing/2014/main" id="{4A016ACE-0561-B206-F150-1C42B794723C}"/>
                    </a:ext>
                  </a:extLst>
                </p:cNvPr>
                <p:cNvSpPr>
                  <a:spLocks noChangeArrowheads="1"/>
                </p:cNvSpPr>
                <p:nvPr/>
              </p:nvSpPr>
              <p:spPr bwMode="auto">
                <a:xfrm>
                  <a:off x="3299" y="4548"/>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.90</a:t>
                  </a:r>
                  <a:endParaRPr lang="en-CA" altLang="en-US" sz="2400"/>
                </a:p>
              </p:txBody>
            </p:sp>
            <p:sp>
              <p:nvSpPr>
                <p:cNvPr id="92340" name="Rectangle 280">
                  <a:extLst>
                    <a:ext uri="{FF2B5EF4-FFF2-40B4-BE49-F238E27FC236}">
                      <a16:creationId xmlns:a16="http://schemas.microsoft.com/office/drawing/2014/main" id="{63400E39-08F5-D213-0C1F-DC5107C0B281}"/>
                    </a:ext>
                  </a:extLst>
                </p:cNvPr>
                <p:cNvSpPr>
                  <a:spLocks noChangeArrowheads="1"/>
                </p:cNvSpPr>
                <p:nvPr/>
              </p:nvSpPr>
              <p:spPr bwMode="auto">
                <a:xfrm>
                  <a:off x="3256" y="4548"/>
                  <a:ext cx="41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52" name="Group 283">
                <a:extLst>
                  <a:ext uri="{FF2B5EF4-FFF2-40B4-BE49-F238E27FC236}">
                    <a16:creationId xmlns:a16="http://schemas.microsoft.com/office/drawing/2014/main" id="{B7793FFD-E7F4-6CC5-C60B-5510CD86767A}"/>
                  </a:ext>
                </a:extLst>
              </p:cNvPr>
              <p:cNvGrpSpPr>
                <a:grpSpLocks/>
              </p:cNvGrpSpPr>
              <p:nvPr/>
            </p:nvGrpSpPr>
            <p:grpSpPr bwMode="auto">
              <a:xfrm>
                <a:off x="3672" y="4548"/>
                <a:ext cx="441" cy="403"/>
                <a:chOff x="3672" y="4548"/>
                <a:chExt cx="441" cy="403"/>
              </a:xfrm>
            </p:grpSpPr>
            <p:sp>
              <p:nvSpPr>
                <p:cNvPr id="92337" name="Rectangle 87">
                  <a:extLst>
                    <a:ext uri="{FF2B5EF4-FFF2-40B4-BE49-F238E27FC236}">
                      <a16:creationId xmlns:a16="http://schemas.microsoft.com/office/drawing/2014/main" id="{EAD80C36-E7DC-39BE-96A7-D60F5EFB619E}"/>
                    </a:ext>
                  </a:extLst>
                </p:cNvPr>
                <p:cNvSpPr>
                  <a:spLocks noChangeArrowheads="1"/>
                </p:cNvSpPr>
                <p:nvPr/>
              </p:nvSpPr>
              <p:spPr bwMode="auto">
                <a:xfrm>
                  <a:off x="3715" y="4548"/>
                  <a:ext cx="35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.90</a:t>
                  </a:r>
                  <a:endParaRPr lang="en-CA" altLang="en-US" sz="2400"/>
                </a:p>
              </p:txBody>
            </p:sp>
            <p:sp>
              <p:nvSpPr>
                <p:cNvPr id="92338" name="Rectangle 282">
                  <a:extLst>
                    <a:ext uri="{FF2B5EF4-FFF2-40B4-BE49-F238E27FC236}">
                      <a16:creationId xmlns:a16="http://schemas.microsoft.com/office/drawing/2014/main" id="{EC8D8FFC-9973-450A-DDAE-D6C599460458}"/>
                    </a:ext>
                  </a:extLst>
                </p:cNvPr>
                <p:cNvSpPr>
                  <a:spLocks noChangeArrowheads="1"/>
                </p:cNvSpPr>
                <p:nvPr/>
              </p:nvSpPr>
              <p:spPr bwMode="auto">
                <a:xfrm>
                  <a:off x="3672" y="4548"/>
                  <a:ext cx="44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53" name="Group 285">
                <a:extLst>
                  <a:ext uri="{FF2B5EF4-FFF2-40B4-BE49-F238E27FC236}">
                    <a16:creationId xmlns:a16="http://schemas.microsoft.com/office/drawing/2014/main" id="{AB33165A-EB15-F45A-4B93-75ADD3EA8061}"/>
                  </a:ext>
                </a:extLst>
              </p:cNvPr>
              <p:cNvGrpSpPr>
                <a:grpSpLocks/>
              </p:cNvGrpSpPr>
              <p:nvPr/>
            </p:nvGrpSpPr>
            <p:grpSpPr bwMode="auto">
              <a:xfrm>
                <a:off x="0" y="4951"/>
                <a:ext cx="1455" cy="403"/>
                <a:chOff x="0" y="4951"/>
                <a:chExt cx="1455" cy="403"/>
              </a:xfrm>
            </p:grpSpPr>
            <p:sp>
              <p:nvSpPr>
                <p:cNvPr id="92335" name="Rectangle 88">
                  <a:extLst>
                    <a:ext uri="{FF2B5EF4-FFF2-40B4-BE49-F238E27FC236}">
                      <a16:creationId xmlns:a16="http://schemas.microsoft.com/office/drawing/2014/main" id="{12F0562E-5B80-310E-2337-A5C28F3D84F2}"/>
                    </a:ext>
                  </a:extLst>
                </p:cNvPr>
                <p:cNvSpPr>
                  <a:spLocks noChangeArrowheads="1"/>
                </p:cNvSpPr>
                <p:nvPr/>
              </p:nvSpPr>
              <p:spPr bwMode="auto">
                <a:xfrm>
                  <a:off x="43" y="4951"/>
                  <a:ext cx="136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b="1">
                      <a:latin typeface="Arial" panose="020B0604020202020204" pitchFamily="34" charset="0"/>
                      <a:cs typeface="Arial" panose="020B0604020202020204" pitchFamily="34" charset="0"/>
                    </a:rPr>
                    <a:t>Language Experience</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336" name="Rectangle 284">
                  <a:extLst>
                    <a:ext uri="{FF2B5EF4-FFF2-40B4-BE49-F238E27FC236}">
                      <a16:creationId xmlns:a16="http://schemas.microsoft.com/office/drawing/2014/main" id="{E70EA7ED-9AAF-CC41-46C4-6AB2029F7EB9}"/>
                    </a:ext>
                  </a:extLst>
                </p:cNvPr>
                <p:cNvSpPr>
                  <a:spLocks noChangeArrowheads="1"/>
                </p:cNvSpPr>
                <p:nvPr/>
              </p:nvSpPr>
              <p:spPr bwMode="auto">
                <a:xfrm>
                  <a:off x="0" y="4951"/>
                  <a:ext cx="1455"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54" name="Group 287">
                <a:extLst>
                  <a:ext uri="{FF2B5EF4-FFF2-40B4-BE49-F238E27FC236}">
                    <a16:creationId xmlns:a16="http://schemas.microsoft.com/office/drawing/2014/main" id="{3D371655-ECFB-926A-E2FD-F2394603958F}"/>
                  </a:ext>
                </a:extLst>
              </p:cNvPr>
              <p:cNvGrpSpPr>
                <a:grpSpLocks/>
              </p:cNvGrpSpPr>
              <p:nvPr/>
            </p:nvGrpSpPr>
            <p:grpSpPr bwMode="auto">
              <a:xfrm>
                <a:off x="1455" y="4951"/>
                <a:ext cx="409" cy="403"/>
                <a:chOff x="1455" y="4951"/>
                <a:chExt cx="409" cy="403"/>
              </a:xfrm>
            </p:grpSpPr>
            <p:sp>
              <p:nvSpPr>
                <p:cNvPr id="92333" name="Rectangle 89">
                  <a:extLst>
                    <a:ext uri="{FF2B5EF4-FFF2-40B4-BE49-F238E27FC236}">
                      <a16:creationId xmlns:a16="http://schemas.microsoft.com/office/drawing/2014/main" id="{EA32B512-9123-4F93-7AAE-378BF65E7C8E}"/>
                    </a:ext>
                  </a:extLst>
                </p:cNvPr>
                <p:cNvSpPr>
                  <a:spLocks noChangeArrowheads="1"/>
                </p:cNvSpPr>
                <p:nvPr/>
              </p:nvSpPr>
              <p:spPr bwMode="auto">
                <a:xfrm>
                  <a:off x="1498" y="4951"/>
                  <a:ext cx="323"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1.14</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334" name="Rectangle 286">
                  <a:extLst>
                    <a:ext uri="{FF2B5EF4-FFF2-40B4-BE49-F238E27FC236}">
                      <a16:creationId xmlns:a16="http://schemas.microsoft.com/office/drawing/2014/main" id="{3C1B1E70-F5E4-639A-0B97-A19CF4BC5F52}"/>
                    </a:ext>
                  </a:extLst>
                </p:cNvPr>
                <p:cNvSpPr>
                  <a:spLocks noChangeArrowheads="1"/>
                </p:cNvSpPr>
                <p:nvPr/>
              </p:nvSpPr>
              <p:spPr bwMode="auto">
                <a:xfrm>
                  <a:off x="1455" y="4951"/>
                  <a:ext cx="409"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55" name="Group 289">
                <a:extLst>
                  <a:ext uri="{FF2B5EF4-FFF2-40B4-BE49-F238E27FC236}">
                    <a16:creationId xmlns:a16="http://schemas.microsoft.com/office/drawing/2014/main" id="{53212D73-DBF9-54E7-382E-CAF1302B6906}"/>
                  </a:ext>
                </a:extLst>
              </p:cNvPr>
              <p:cNvGrpSpPr>
                <a:grpSpLocks/>
              </p:cNvGrpSpPr>
              <p:nvPr/>
            </p:nvGrpSpPr>
            <p:grpSpPr bwMode="auto">
              <a:xfrm>
                <a:off x="1864" y="4951"/>
                <a:ext cx="395" cy="403"/>
                <a:chOff x="1864" y="4951"/>
                <a:chExt cx="395" cy="403"/>
              </a:xfrm>
            </p:grpSpPr>
            <p:sp>
              <p:nvSpPr>
                <p:cNvPr id="92331" name="Rectangle 90">
                  <a:extLst>
                    <a:ext uri="{FF2B5EF4-FFF2-40B4-BE49-F238E27FC236}">
                      <a16:creationId xmlns:a16="http://schemas.microsoft.com/office/drawing/2014/main" id="{B68444C5-F581-CF2F-2EC3-3B00D3B4E522}"/>
                    </a:ext>
                  </a:extLst>
                </p:cNvPr>
                <p:cNvSpPr>
                  <a:spLocks noChangeArrowheads="1"/>
                </p:cNvSpPr>
                <p:nvPr/>
              </p:nvSpPr>
              <p:spPr bwMode="auto">
                <a:xfrm>
                  <a:off x="1907" y="4951"/>
                  <a:ext cx="30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1.07</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332" name="Rectangle 288">
                  <a:extLst>
                    <a:ext uri="{FF2B5EF4-FFF2-40B4-BE49-F238E27FC236}">
                      <a16:creationId xmlns:a16="http://schemas.microsoft.com/office/drawing/2014/main" id="{EE00244B-FA7B-0511-0E65-A9D23DB641A7}"/>
                    </a:ext>
                  </a:extLst>
                </p:cNvPr>
                <p:cNvSpPr>
                  <a:spLocks noChangeArrowheads="1"/>
                </p:cNvSpPr>
                <p:nvPr/>
              </p:nvSpPr>
              <p:spPr bwMode="auto">
                <a:xfrm>
                  <a:off x="1864" y="4951"/>
                  <a:ext cx="395"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56" name="Group 291">
                <a:extLst>
                  <a:ext uri="{FF2B5EF4-FFF2-40B4-BE49-F238E27FC236}">
                    <a16:creationId xmlns:a16="http://schemas.microsoft.com/office/drawing/2014/main" id="{08E26F22-73D4-B01D-4996-F8C1B6A211D3}"/>
                  </a:ext>
                </a:extLst>
              </p:cNvPr>
              <p:cNvGrpSpPr>
                <a:grpSpLocks/>
              </p:cNvGrpSpPr>
              <p:nvPr/>
            </p:nvGrpSpPr>
            <p:grpSpPr bwMode="auto">
              <a:xfrm>
                <a:off x="2259" y="4951"/>
                <a:ext cx="581" cy="403"/>
                <a:chOff x="2259" y="4951"/>
                <a:chExt cx="581" cy="403"/>
              </a:xfrm>
            </p:grpSpPr>
            <p:sp>
              <p:nvSpPr>
                <p:cNvPr id="92329" name="Rectangle 91">
                  <a:extLst>
                    <a:ext uri="{FF2B5EF4-FFF2-40B4-BE49-F238E27FC236}">
                      <a16:creationId xmlns:a16="http://schemas.microsoft.com/office/drawing/2014/main" id="{CE8552C8-6F8D-EA36-6BA5-6F83E5E7CE32}"/>
                    </a:ext>
                  </a:extLst>
                </p:cNvPr>
                <p:cNvSpPr>
                  <a:spLocks noChangeArrowheads="1"/>
                </p:cNvSpPr>
                <p:nvPr/>
              </p:nvSpPr>
              <p:spPr bwMode="auto">
                <a:xfrm>
                  <a:off x="2302" y="4951"/>
                  <a:ext cx="49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1.00</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330" name="Rectangle 290">
                  <a:extLst>
                    <a:ext uri="{FF2B5EF4-FFF2-40B4-BE49-F238E27FC236}">
                      <a16:creationId xmlns:a16="http://schemas.microsoft.com/office/drawing/2014/main" id="{28BB924B-B9F0-F047-4DCA-DE6A703AF07B}"/>
                    </a:ext>
                  </a:extLst>
                </p:cNvPr>
                <p:cNvSpPr>
                  <a:spLocks noChangeArrowheads="1"/>
                </p:cNvSpPr>
                <p:nvPr/>
              </p:nvSpPr>
              <p:spPr bwMode="auto">
                <a:xfrm>
                  <a:off x="2259" y="4951"/>
                  <a:ext cx="58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57" name="Group 293">
                <a:extLst>
                  <a:ext uri="{FF2B5EF4-FFF2-40B4-BE49-F238E27FC236}">
                    <a16:creationId xmlns:a16="http://schemas.microsoft.com/office/drawing/2014/main" id="{4DED0EC0-46FA-F6B9-E2D4-894926982771}"/>
                  </a:ext>
                </a:extLst>
              </p:cNvPr>
              <p:cNvGrpSpPr>
                <a:grpSpLocks/>
              </p:cNvGrpSpPr>
              <p:nvPr/>
            </p:nvGrpSpPr>
            <p:grpSpPr bwMode="auto">
              <a:xfrm>
                <a:off x="2840" y="4951"/>
                <a:ext cx="416" cy="403"/>
                <a:chOff x="2840" y="4951"/>
                <a:chExt cx="416" cy="403"/>
              </a:xfrm>
            </p:grpSpPr>
            <p:sp>
              <p:nvSpPr>
                <p:cNvPr id="92327" name="Rectangle 92">
                  <a:extLst>
                    <a:ext uri="{FF2B5EF4-FFF2-40B4-BE49-F238E27FC236}">
                      <a16:creationId xmlns:a16="http://schemas.microsoft.com/office/drawing/2014/main" id="{BB20002F-7E78-5103-B831-1F5572FBA38C}"/>
                    </a:ext>
                  </a:extLst>
                </p:cNvPr>
                <p:cNvSpPr>
                  <a:spLocks noChangeArrowheads="1"/>
                </p:cNvSpPr>
                <p:nvPr/>
              </p:nvSpPr>
              <p:spPr bwMode="auto">
                <a:xfrm>
                  <a:off x="2883" y="4951"/>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.95</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328" name="Rectangle 292">
                  <a:extLst>
                    <a:ext uri="{FF2B5EF4-FFF2-40B4-BE49-F238E27FC236}">
                      <a16:creationId xmlns:a16="http://schemas.microsoft.com/office/drawing/2014/main" id="{5AACBF24-3AAC-FC5D-B5FF-5C2628D6880C}"/>
                    </a:ext>
                  </a:extLst>
                </p:cNvPr>
                <p:cNvSpPr>
                  <a:spLocks noChangeArrowheads="1"/>
                </p:cNvSpPr>
                <p:nvPr/>
              </p:nvSpPr>
              <p:spPr bwMode="auto">
                <a:xfrm>
                  <a:off x="2840" y="4951"/>
                  <a:ext cx="41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58" name="Group 295">
                <a:extLst>
                  <a:ext uri="{FF2B5EF4-FFF2-40B4-BE49-F238E27FC236}">
                    <a16:creationId xmlns:a16="http://schemas.microsoft.com/office/drawing/2014/main" id="{A800E355-4F58-14D0-6C77-E543E8281ED0}"/>
                  </a:ext>
                </a:extLst>
              </p:cNvPr>
              <p:cNvGrpSpPr>
                <a:grpSpLocks/>
              </p:cNvGrpSpPr>
              <p:nvPr/>
            </p:nvGrpSpPr>
            <p:grpSpPr bwMode="auto">
              <a:xfrm>
                <a:off x="3256" y="4951"/>
                <a:ext cx="416" cy="403"/>
                <a:chOff x="3256" y="4951"/>
                <a:chExt cx="416" cy="403"/>
              </a:xfrm>
            </p:grpSpPr>
            <p:sp>
              <p:nvSpPr>
                <p:cNvPr id="92325" name="Rectangle 93">
                  <a:extLst>
                    <a:ext uri="{FF2B5EF4-FFF2-40B4-BE49-F238E27FC236}">
                      <a16:creationId xmlns:a16="http://schemas.microsoft.com/office/drawing/2014/main" id="{FA94E414-F26B-7E4F-016D-81059AE44A68}"/>
                    </a:ext>
                  </a:extLst>
                </p:cNvPr>
                <p:cNvSpPr>
                  <a:spLocks noChangeArrowheads="1"/>
                </p:cNvSpPr>
                <p:nvPr/>
              </p:nvSpPr>
              <p:spPr bwMode="auto">
                <a:xfrm>
                  <a:off x="3299" y="4951"/>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.95</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326" name="Rectangle 294">
                  <a:extLst>
                    <a:ext uri="{FF2B5EF4-FFF2-40B4-BE49-F238E27FC236}">
                      <a16:creationId xmlns:a16="http://schemas.microsoft.com/office/drawing/2014/main" id="{88FEE3DD-5271-FDF3-F7DA-9A29883A763F}"/>
                    </a:ext>
                  </a:extLst>
                </p:cNvPr>
                <p:cNvSpPr>
                  <a:spLocks noChangeArrowheads="1"/>
                </p:cNvSpPr>
                <p:nvPr/>
              </p:nvSpPr>
              <p:spPr bwMode="auto">
                <a:xfrm>
                  <a:off x="3256" y="4951"/>
                  <a:ext cx="41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59" name="Group 297">
                <a:extLst>
                  <a:ext uri="{FF2B5EF4-FFF2-40B4-BE49-F238E27FC236}">
                    <a16:creationId xmlns:a16="http://schemas.microsoft.com/office/drawing/2014/main" id="{96B4CD61-9361-1BF6-DBEE-E9F2F3D95C2F}"/>
                  </a:ext>
                </a:extLst>
              </p:cNvPr>
              <p:cNvGrpSpPr>
                <a:grpSpLocks/>
              </p:cNvGrpSpPr>
              <p:nvPr/>
            </p:nvGrpSpPr>
            <p:grpSpPr bwMode="auto">
              <a:xfrm>
                <a:off x="3672" y="4951"/>
                <a:ext cx="441" cy="403"/>
                <a:chOff x="3672" y="4951"/>
                <a:chExt cx="441" cy="403"/>
              </a:xfrm>
            </p:grpSpPr>
            <p:sp>
              <p:nvSpPr>
                <p:cNvPr id="92323" name="Rectangle 94">
                  <a:extLst>
                    <a:ext uri="{FF2B5EF4-FFF2-40B4-BE49-F238E27FC236}">
                      <a16:creationId xmlns:a16="http://schemas.microsoft.com/office/drawing/2014/main" id="{B76A3CF6-D832-16FB-364E-1402360D50ED}"/>
                    </a:ext>
                  </a:extLst>
                </p:cNvPr>
                <p:cNvSpPr>
                  <a:spLocks noChangeArrowheads="1"/>
                </p:cNvSpPr>
                <p:nvPr/>
              </p:nvSpPr>
              <p:spPr bwMode="auto">
                <a:xfrm>
                  <a:off x="3715" y="4951"/>
                  <a:ext cx="35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.95</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324" name="Rectangle 296">
                  <a:extLst>
                    <a:ext uri="{FF2B5EF4-FFF2-40B4-BE49-F238E27FC236}">
                      <a16:creationId xmlns:a16="http://schemas.microsoft.com/office/drawing/2014/main" id="{C5972A3A-244D-DF66-5DD1-35A04928B1B0}"/>
                    </a:ext>
                  </a:extLst>
                </p:cNvPr>
                <p:cNvSpPr>
                  <a:spLocks noChangeArrowheads="1"/>
                </p:cNvSpPr>
                <p:nvPr/>
              </p:nvSpPr>
              <p:spPr bwMode="auto">
                <a:xfrm>
                  <a:off x="3672" y="4951"/>
                  <a:ext cx="44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60" name="Group 299">
                <a:extLst>
                  <a:ext uri="{FF2B5EF4-FFF2-40B4-BE49-F238E27FC236}">
                    <a16:creationId xmlns:a16="http://schemas.microsoft.com/office/drawing/2014/main" id="{9DE2F4F8-CC82-0E5A-564E-D2358A463F1C}"/>
                  </a:ext>
                </a:extLst>
              </p:cNvPr>
              <p:cNvGrpSpPr>
                <a:grpSpLocks/>
              </p:cNvGrpSpPr>
              <p:nvPr/>
            </p:nvGrpSpPr>
            <p:grpSpPr bwMode="auto">
              <a:xfrm>
                <a:off x="0" y="5354"/>
                <a:ext cx="1455" cy="403"/>
                <a:chOff x="0" y="5354"/>
                <a:chExt cx="1455" cy="403"/>
              </a:xfrm>
            </p:grpSpPr>
            <p:sp>
              <p:nvSpPr>
                <p:cNvPr id="92321" name="Rectangle 95">
                  <a:extLst>
                    <a:ext uri="{FF2B5EF4-FFF2-40B4-BE49-F238E27FC236}">
                      <a16:creationId xmlns:a16="http://schemas.microsoft.com/office/drawing/2014/main" id="{D8C88FEF-A065-0B4B-1B9B-771CE4C90575}"/>
                    </a:ext>
                  </a:extLst>
                </p:cNvPr>
                <p:cNvSpPr>
                  <a:spLocks noChangeArrowheads="1"/>
                </p:cNvSpPr>
                <p:nvPr/>
              </p:nvSpPr>
              <p:spPr bwMode="auto">
                <a:xfrm>
                  <a:off x="43" y="5354"/>
                  <a:ext cx="136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b="1">
                      <a:latin typeface="Arial" panose="020B0604020202020204" pitchFamily="34" charset="0"/>
                      <a:cs typeface="Arial" panose="020B0604020202020204" pitchFamily="34" charset="0"/>
                    </a:rPr>
                    <a:t>Modern Prog Practices</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322" name="Rectangle 298">
                  <a:extLst>
                    <a:ext uri="{FF2B5EF4-FFF2-40B4-BE49-F238E27FC236}">
                      <a16:creationId xmlns:a16="http://schemas.microsoft.com/office/drawing/2014/main" id="{30503E98-EF71-4A86-A52D-8150DF964D42}"/>
                    </a:ext>
                  </a:extLst>
                </p:cNvPr>
                <p:cNvSpPr>
                  <a:spLocks noChangeArrowheads="1"/>
                </p:cNvSpPr>
                <p:nvPr/>
              </p:nvSpPr>
              <p:spPr bwMode="auto">
                <a:xfrm>
                  <a:off x="0" y="5354"/>
                  <a:ext cx="1455"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61" name="Group 301">
                <a:extLst>
                  <a:ext uri="{FF2B5EF4-FFF2-40B4-BE49-F238E27FC236}">
                    <a16:creationId xmlns:a16="http://schemas.microsoft.com/office/drawing/2014/main" id="{33962571-E49D-A10F-440F-D3C6E0A1B2A5}"/>
                  </a:ext>
                </a:extLst>
              </p:cNvPr>
              <p:cNvGrpSpPr>
                <a:grpSpLocks/>
              </p:cNvGrpSpPr>
              <p:nvPr/>
            </p:nvGrpSpPr>
            <p:grpSpPr bwMode="auto">
              <a:xfrm>
                <a:off x="1455" y="5354"/>
                <a:ext cx="409" cy="403"/>
                <a:chOff x="1455" y="5354"/>
                <a:chExt cx="409" cy="403"/>
              </a:xfrm>
            </p:grpSpPr>
            <p:sp>
              <p:nvSpPr>
                <p:cNvPr id="92319" name="Rectangle 96">
                  <a:extLst>
                    <a:ext uri="{FF2B5EF4-FFF2-40B4-BE49-F238E27FC236}">
                      <a16:creationId xmlns:a16="http://schemas.microsoft.com/office/drawing/2014/main" id="{E5FCF90E-A725-1CAD-99F7-864C2E149B0D}"/>
                    </a:ext>
                  </a:extLst>
                </p:cNvPr>
                <p:cNvSpPr>
                  <a:spLocks noChangeArrowheads="1"/>
                </p:cNvSpPr>
                <p:nvPr/>
              </p:nvSpPr>
              <p:spPr bwMode="auto">
                <a:xfrm>
                  <a:off x="1498" y="5354"/>
                  <a:ext cx="323"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1.24</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320" name="Rectangle 300">
                  <a:extLst>
                    <a:ext uri="{FF2B5EF4-FFF2-40B4-BE49-F238E27FC236}">
                      <a16:creationId xmlns:a16="http://schemas.microsoft.com/office/drawing/2014/main" id="{287A8045-5CEB-D0F7-0C23-B5C38CD19C4C}"/>
                    </a:ext>
                  </a:extLst>
                </p:cNvPr>
                <p:cNvSpPr>
                  <a:spLocks noChangeArrowheads="1"/>
                </p:cNvSpPr>
                <p:nvPr/>
              </p:nvSpPr>
              <p:spPr bwMode="auto">
                <a:xfrm>
                  <a:off x="1455" y="5354"/>
                  <a:ext cx="409"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62" name="Group 303">
                <a:extLst>
                  <a:ext uri="{FF2B5EF4-FFF2-40B4-BE49-F238E27FC236}">
                    <a16:creationId xmlns:a16="http://schemas.microsoft.com/office/drawing/2014/main" id="{A4861B70-6E84-BD68-8956-65340F680095}"/>
                  </a:ext>
                </a:extLst>
              </p:cNvPr>
              <p:cNvGrpSpPr>
                <a:grpSpLocks/>
              </p:cNvGrpSpPr>
              <p:nvPr/>
            </p:nvGrpSpPr>
            <p:grpSpPr bwMode="auto">
              <a:xfrm>
                <a:off x="1864" y="5354"/>
                <a:ext cx="395" cy="403"/>
                <a:chOff x="1864" y="5354"/>
                <a:chExt cx="395" cy="403"/>
              </a:xfrm>
            </p:grpSpPr>
            <p:sp>
              <p:nvSpPr>
                <p:cNvPr id="92317" name="Rectangle 97">
                  <a:extLst>
                    <a:ext uri="{FF2B5EF4-FFF2-40B4-BE49-F238E27FC236}">
                      <a16:creationId xmlns:a16="http://schemas.microsoft.com/office/drawing/2014/main" id="{C2DC47D5-0C5C-8C1F-9E47-8C8E9C98D191}"/>
                    </a:ext>
                  </a:extLst>
                </p:cNvPr>
                <p:cNvSpPr>
                  <a:spLocks noChangeArrowheads="1"/>
                </p:cNvSpPr>
                <p:nvPr/>
              </p:nvSpPr>
              <p:spPr bwMode="auto">
                <a:xfrm>
                  <a:off x="1907" y="5354"/>
                  <a:ext cx="30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1.10</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318" name="Rectangle 302">
                  <a:extLst>
                    <a:ext uri="{FF2B5EF4-FFF2-40B4-BE49-F238E27FC236}">
                      <a16:creationId xmlns:a16="http://schemas.microsoft.com/office/drawing/2014/main" id="{4AD62EB7-B522-F67D-BD32-6E549D344F7D}"/>
                    </a:ext>
                  </a:extLst>
                </p:cNvPr>
                <p:cNvSpPr>
                  <a:spLocks noChangeArrowheads="1"/>
                </p:cNvSpPr>
                <p:nvPr/>
              </p:nvSpPr>
              <p:spPr bwMode="auto">
                <a:xfrm>
                  <a:off x="1864" y="5354"/>
                  <a:ext cx="395"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63" name="Group 305">
                <a:extLst>
                  <a:ext uri="{FF2B5EF4-FFF2-40B4-BE49-F238E27FC236}">
                    <a16:creationId xmlns:a16="http://schemas.microsoft.com/office/drawing/2014/main" id="{E795A707-3B9A-4B75-A81C-975E00DD9187}"/>
                  </a:ext>
                </a:extLst>
              </p:cNvPr>
              <p:cNvGrpSpPr>
                <a:grpSpLocks/>
              </p:cNvGrpSpPr>
              <p:nvPr/>
            </p:nvGrpSpPr>
            <p:grpSpPr bwMode="auto">
              <a:xfrm>
                <a:off x="2259" y="5354"/>
                <a:ext cx="581" cy="403"/>
                <a:chOff x="2259" y="5354"/>
                <a:chExt cx="581" cy="403"/>
              </a:xfrm>
            </p:grpSpPr>
            <p:sp>
              <p:nvSpPr>
                <p:cNvPr id="92315" name="Rectangle 98">
                  <a:extLst>
                    <a:ext uri="{FF2B5EF4-FFF2-40B4-BE49-F238E27FC236}">
                      <a16:creationId xmlns:a16="http://schemas.microsoft.com/office/drawing/2014/main" id="{8ADBADD4-0CE4-92C1-8ACC-7C110F217ED7}"/>
                    </a:ext>
                  </a:extLst>
                </p:cNvPr>
                <p:cNvSpPr>
                  <a:spLocks noChangeArrowheads="1"/>
                </p:cNvSpPr>
                <p:nvPr/>
              </p:nvSpPr>
              <p:spPr bwMode="auto">
                <a:xfrm>
                  <a:off x="2302" y="5354"/>
                  <a:ext cx="49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1.00</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316" name="Rectangle 304">
                  <a:extLst>
                    <a:ext uri="{FF2B5EF4-FFF2-40B4-BE49-F238E27FC236}">
                      <a16:creationId xmlns:a16="http://schemas.microsoft.com/office/drawing/2014/main" id="{799B3E90-34D4-6EA1-5415-4C888D6A552E}"/>
                    </a:ext>
                  </a:extLst>
                </p:cNvPr>
                <p:cNvSpPr>
                  <a:spLocks noChangeArrowheads="1"/>
                </p:cNvSpPr>
                <p:nvPr/>
              </p:nvSpPr>
              <p:spPr bwMode="auto">
                <a:xfrm>
                  <a:off x="2259" y="5354"/>
                  <a:ext cx="58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64" name="Group 307">
                <a:extLst>
                  <a:ext uri="{FF2B5EF4-FFF2-40B4-BE49-F238E27FC236}">
                    <a16:creationId xmlns:a16="http://schemas.microsoft.com/office/drawing/2014/main" id="{07031CE0-AFF8-FD0D-A448-460DA99BBE75}"/>
                  </a:ext>
                </a:extLst>
              </p:cNvPr>
              <p:cNvGrpSpPr>
                <a:grpSpLocks/>
              </p:cNvGrpSpPr>
              <p:nvPr/>
            </p:nvGrpSpPr>
            <p:grpSpPr bwMode="auto">
              <a:xfrm>
                <a:off x="2840" y="5354"/>
                <a:ext cx="416" cy="403"/>
                <a:chOff x="2840" y="5354"/>
                <a:chExt cx="416" cy="403"/>
              </a:xfrm>
            </p:grpSpPr>
            <p:sp>
              <p:nvSpPr>
                <p:cNvPr id="92313" name="Rectangle 99">
                  <a:extLst>
                    <a:ext uri="{FF2B5EF4-FFF2-40B4-BE49-F238E27FC236}">
                      <a16:creationId xmlns:a16="http://schemas.microsoft.com/office/drawing/2014/main" id="{5C26FEAE-6D6A-42D4-DCAE-AE31466D0D47}"/>
                    </a:ext>
                  </a:extLst>
                </p:cNvPr>
                <p:cNvSpPr>
                  <a:spLocks noChangeArrowheads="1"/>
                </p:cNvSpPr>
                <p:nvPr/>
              </p:nvSpPr>
              <p:spPr bwMode="auto">
                <a:xfrm>
                  <a:off x="2883" y="5354"/>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.91</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314" name="Rectangle 306">
                  <a:extLst>
                    <a:ext uri="{FF2B5EF4-FFF2-40B4-BE49-F238E27FC236}">
                      <a16:creationId xmlns:a16="http://schemas.microsoft.com/office/drawing/2014/main" id="{26B3E823-8301-284C-8890-55D3C0EBBA17}"/>
                    </a:ext>
                  </a:extLst>
                </p:cNvPr>
                <p:cNvSpPr>
                  <a:spLocks noChangeArrowheads="1"/>
                </p:cNvSpPr>
                <p:nvPr/>
              </p:nvSpPr>
              <p:spPr bwMode="auto">
                <a:xfrm>
                  <a:off x="2840" y="5354"/>
                  <a:ext cx="41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65" name="Group 309">
                <a:extLst>
                  <a:ext uri="{FF2B5EF4-FFF2-40B4-BE49-F238E27FC236}">
                    <a16:creationId xmlns:a16="http://schemas.microsoft.com/office/drawing/2014/main" id="{A7BB37EF-8640-7264-B62A-A92F3BF1FE57}"/>
                  </a:ext>
                </a:extLst>
              </p:cNvPr>
              <p:cNvGrpSpPr>
                <a:grpSpLocks/>
              </p:cNvGrpSpPr>
              <p:nvPr/>
            </p:nvGrpSpPr>
            <p:grpSpPr bwMode="auto">
              <a:xfrm>
                <a:off x="3256" y="5354"/>
                <a:ext cx="416" cy="403"/>
                <a:chOff x="3256" y="5354"/>
                <a:chExt cx="416" cy="403"/>
              </a:xfrm>
            </p:grpSpPr>
            <p:sp>
              <p:nvSpPr>
                <p:cNvPr id="92311" name="Rectangle 100">
                  <a:extLst>
                    <a:ext uri="{FF2B5EF4-FFF2-40B4-BE49-F238E27FC236}">
                      <a16:creationId xmlns:a16="http://schemas.microsoft.com/office/drawing/2014/main" id="{BB3BFD85-923F-AC39-91F4-0350B68F905B}"/>
                    </a:ext>
                  </a:extLst>
                </p:cNvPr>
                <p:cNvSpPr>
                  <a:spLocks noChangeArrowheads="1"/>
                </p:cNvSpPr>
                <p:nvPr/>
              </p:nvSpPr>
              <p:spPr bwMode="auto">
                <a:xfrm>
                  <a:off x="3299" y="5354"/>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.82</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312" name="Rectangle 308">
                  <a:extLst>
                    <a:ext uri="{FF2B5EF4-FFF2-40B4-BE49-F238E27FC236}">
                      <a16:creationId xmlns:a16="http://schemas.microsoft.com/office/drawing/2014/main" id="{2E4F426C-B5FE-13EF-DBB1-B7066C528CA0}"/>
                    </a:ext>
                  </a:extLst>
                </p:cNvPr>
                <p:cNvSpPr>
                  <a:spLocks noChangeArrowheads="1"/>
                </p:cNvSpPr>
                <p:nvPr/>
              </p:nvSpPr>
              <p:spPr bwMode="auto">
                <a:xfrm>
                  <a:off x="3256" y="5354"/>
                  <a:ext cx="41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66" name="Group 311">
                <a:extLst>
                  <a:ext uri="{FF2B5EF4-FFF2-40B4-BE49-F238E27FC236}">
                    <a16:creationId xmlns:a16="http://schemas.microsoft.com/office/drawing/2014/main" id="{666F8690-1420-7311-495E-90B7D7FC9E7F}"/>
                  </a:ext>
                </a:extLst>
              </p:cNvPr>
              <p:cNvGrpSpPr>
                <a:grpSpLocks/>
              </p:cNvGrpSpPr>
              <p:nvPr/>
            </p:nvGrpSpPr>
            <p:grpSpPr bwMode="auto">
              <a:xfrm>
                <a:off x="3672" y="5354"/>
                <a:ext cx="441" cy="403"/>
                <a:chOff x="3672" y="5354"/>
                <a:chExt cx="441" cy="403"/>
              </a:xfrm>
            </p:grpSpPr>
            <p:sp>
              <p:nvSpPr>
                <p:cNvPr id="92309" name="Rectangle 101">
                  <a:extLst>
                    <a:ext uri="{FF2B5EF4-FFF2-40B4-BE49-F238E27FC236}">
                      <a16:creationId xmlns:a16="http://schemas.microsoft.com/office/drawing/2014/main" id="{2C8B50BC-BCAD-1395-B57D-D18BDBC44AAC}"/>
                    </a:ext>
                  </a:extLst>
                </p:cNvPr>
                <p:cNvSpPr>
                  <a:spLocks noChangeArrowheads="1"/>
                </p:cNvSpPr>
                <p:nvPr/>
              </p:nvSpPr>
              <p:spPr bwMode="auto">
                <a:xfrm>
                  <a:off x="3715" y="5354"/>
                  <a:ext cx="35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.82</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310" name="Rectangle 310">
                  <a:extLst>
                    <a:ext uri="{FF2B5EF4-FFF2-40B4-BE49-F238E27FC236}">
                      <a16:creationId xmlns:a16="http://schemas.microsoft.com/office/drawing/2014/main" id="{C4E0D8B9-4A62-5A68-463C-34B3F28259F9}"/>
                    </a:ext>
                  </a:extLst>
                </p:cNvPr>
                <p:cNvSpPr>
                  <a:spLocks noChangeArrowheads="1"/>
                </p:cNvSpPr>
                <p:nvPr/>
              </p:nvSpPr>
              <p:spPr bwMode="auto">
                <a:xfrm>
                  <a:off x="3672" y="5354"/>
                  <a:ext cx="44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67" name="Group 313">
                <a:extLst>
                  <a:ext uri="{FF2B5EF4-FFF2-40B4-BE49-F238E27FC236}">
                    <a16:creationId xmlns:a16="http://schemas.microsoft.com/office/drawing/2014/main" id="{FCB2E2DC-9537-93B6-0439-72CEF02CD80D}"/>
                  </a:ext>
                </a:extLst>
              </p:cNvPr>
              <p:cNvGrpSpPr>
                <a:grpSpLocks/>
              </p:cNvGrpSpPr>
              <p:nvPr/>
            </p:nvGrpSpPr>
            <p:grpSpPr bwMode="auto">
              <a:xfrm>
                <a:off x="0" y="5757"/>
                <a:ext cx="1455" cy="403"/>
                <a:chOff x="0" y="5757"/>
                <a:chExt cx="1455" cy="403"/>
              </a:xfrm>
            </p:grpSpPr>
            <p:sp>
              <p:nvSpPr>
                <p:cNvPr id="92307" name="Rectangle 102">
                  <a:extLst>
                    <a:ext uri="{FF2B5EF4-FFF2-40B4-BE49-F238E27FC236}">
                      <a16:creationId xmlns:a16="http://schemas.microsoft.com/office/drawing/2014/main" id="{4B9AFB38-F0F7-7EDE-8055-D6FDDD0ABD0D}"/>
                    </a:ext>
                  </a:extLst>
                </p:cNvPr>
                <p:cNvSpPr>
                  <a:spLocks noChangeArrowheads="1"/>
                </p:cNvSpPr>
                <p:nvPr/>
              </p:nvSpPr>
              <p:spPr bwMode="auto">
                <a:xfrm>
                  <a:off x="43" y="5757"/>
                  <a:ext cx="136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b="1">
                      <a:latin typeface="Arial" panose="020B0604020202020204" pitchFamily="34" charset="0"/>
                      <a:cs typeface="Arial" panose="020B0604020202020204" pitchFamily="34" charset="0"/>
                    </a:rPr>
                    <a:t>SW Tools</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308" name="Rectangle 312">
                  <a:extLst>
                    <a:ext uri="{FF2B5EF4-FFF2-40B4-BE49-F238E27FC236}">
                      <a16:creationId xmlns:a16="http://schemas.microsoft.com/office/drawing/2014/main" id="{7F22A98D-DE81-EB2F-50BC-44E5427E65D2}"/>
                    </a:ext>
                  </a:extLst>
                </p:cNvPr>
                <p:cNvSpPr>
                  <a:spLocks noChangeArrowheads="1"/>
                </p:cNvSpPr>
                <p:nvPr/>
              </p:nvSpPr>
              <p:spPr bwMode="auto">
                <a:xfrm>
                  <a:off x="0" y="5757"/>
                  <a:ext cx="1455"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68" name="Group 315">
                <a:extLst>
                  <a:ext uri="{FF2B5EF4-FFF2-40B4-BE49-F238E27FC236}">
                    <a16:creationId xmlns:a16="http://schemas.microsoft.com/office/drawing/2014/main" id="{A43F2155-35BB-6A80-5B26-781BD7F5D9E9}"/>
                  </a:ext>
                </a:extLst>
              </p:cNvPr>
              <p:cNvGrpSpPr>
                <a:grpSpLocks/>
              </p:cNvGrpSpPr>
              <p:nvPr/>
            </p:nvGrpSpPr>
            <p:grpSpPr bwMode="auto">
              <a:xfrm>
                <a:off x="1455" y="5757"/>
                <a:ext cx="409" cy="403"/>
                <a:chOff x="1455" y="5757"/>
                <a:chExt cx="409" cy="403"/>
              </a:xfrm>
            </p:grpSpPr>
            <p:sp>
              <p:nvSpPr>
                <p:cNvPr id="92305" name="Rectangle 103">
                  <a:extLst>
                    <a:ext uri="{FF2B5EF4-FFF2-40B4-BE49-F238E27FC236}">
                      <a16:creationId xmlns:a16="http://schemas.microsoft.com/office/drawing/2014/main" id="{72B0D2FB-DCCC-FAA3-7E00-2738D941458D}"/>
                    </a:ext>
                  </a:extLst>
                </p:cNvPr>
                <p:cNvSpPr>
                  <a:spLocks noChangeArrowheads="1"/>
                </p:cNvSpPr>
                <p:nvPr/>
              </p:nvSpPr>
              <p:spPr bwMode="auto">
                <a:xfrm>
                  <a:off x="1498" y="5757"/>
                  <a:ext cx="323"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1.24</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306" name="Rectangle 314">
                  <a:extLst>
                    <a:ext uri="{FF2B5EF4-FFF2-40B4-BE49-F238E27FC236}">
                      <a16:creationId xmlns:a16="http://schemas.microsoft.com/office/drawing/2014/main" id="{23085853-5371-757A-FF04-D6032333F536}"/>
                    </a:ext>
                  </a:extLst>
                </p:cNvPr>
                <p:cNvSpPr>
                  <a:spLocks noChangeArrowheads="1"/>
                </p:cNvSpPr>
                <p:nvPr/>
              </p:nvSpPr>
              <p:spPr bwMode="auto">
                <a:xfrm>
                  <a:off x="1455" y="5757"/>
                  <a:ext cx="409"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69" name="Group 317">
                <a:extLst>
                  <a:ext uri="{FF2B5EF4-FFF2-40B4-BE49-F238E27FC236}">
                    <a16:creationId xmlns:a16="http://schemas.microsoft.com/office/drawing/2014/main" id="{387EB877-F1EF-A010-D2AD-93A931FD88F9}"/>
                  </a:ext>
                </a:extLst>
              </p:cNvPr>
              <p:cNvGrpSpPr>
                <a:grpSpLocks/>
              </p:cNvGrpSpPr>
              <p:nvPr/>
            </p:nvGrpSpPr>
            <p:grpSpPr bwMode="auto">
              <a:xfrm>
                <a:off x="1864" y="5757"/>
                <a:ext cx="395" cy="403"/>
                <a:chOff x="1864" y="5757"/>
                <a:chExt cx="395" cy="403"/>
              </a:xfrm>
            </p:grpSpPr>
            <p:sp>
              <p:nvSpPr>
                <p:cNvPr id="92303" name="Rectangle 104">
                  <a:extLst>
                    <a:ext uri="{FF2B5EF4-FFF2-40B4-BE49-F238E27FC236}">
                      <a16:creationId xmlns:a16="http://schemas.microsoft.com/office/drawing/2014/main" id="{E6BC1143-E6D4-EDFA-B472-8E560DDF92C1}"/>
                    </a:ext>
                  </a:extLst>
                </p:cNvPr>
                <p:cNvSpPr>
                  <a:spLocks noChangeArrowheads="1"/>
                </p:cNvSpPr>
                <p:nvPr/>
              </p:nvSpPr>
              <p:spPr bwMode="auto">
                <a:xfrm>
                  <a:off x="1907" y="5757"/>
                  <a:ext cx="30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1.10</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304" name="Rectangle 316">
                  <a:extLst>
                    <a:ext uri="{FF2B5EF4-FFF2-40B4-BE49-F238E27FC236}">
                      <a16:creationId xmlns:a16="http://schemas.microsoft.com/office/drawing/2014/main" id="{AAA2CD86-504C-BC9F-093D-43D2DF0CD98E}"/>
                    </a:ext>
                  </a:extLst>
                </p:cNvPr>
                <p:cNvSpPr>
                  <a:spLocks noChangeArrowheads="1"/>
                </p:cNvSpPr>
                <p:nvPr/>
              </p:nvSpPr>
              <p:spPr bwMode="auto">
                <a:xfrm>
                  <a:off x="1864" y="5757"/>
                  <a:ext cx="395"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70" name="Group 319">
                <a:extLst>
                  <a:ext uri="{FF2B5EF4-FFF2-40B4-BE49-F238E27FC236}">
                    <a16:creationId xmlns:a16="http://schemas.microsoft.com/office/drawing/2014/main" id="{7C203994-10D5-4706-2825-9AB8074060D2}"/>
                  </a:ext>
                </a:extLst>
              </p:cNvPr>
              <p:cNvGrpSpPr>
                <a:grpSpLocks/>
              </p:cNvGrpSpPr>
              <p:nvPr/>
            </p:nvGrpSpPr>
            <p:grpSpPr bwMode="auto">
              <a:xfrm>
                <a:off x="2259" y="5757"/>
                <a:ext cx="581" cy="403"/>
                <a:chOff x="2259" y="5757"/>
                <a:chExt cx="581" cy="403"/>
              </a:xfrm>
            </p:grpSpPr>
            <p:sp>
              <p:nvSpPr>
                <p:cNvPr id="92301" name="Rectangle 105">
                  <a:extLst>
                    <a:ext uri="{FF2B5EF4-FFF2-40B4-BE49-F238E27FC236}">
                      <a16:creationId xmlns:a16="http://schemas.microsoft.com/office/drawing/2014/main" id="{4771B83C-8358-433F-5E85-E41BD53A444B}"/>
                    </a:ext>
                  </a:extLst>
                </p:cNvPr>
                <p:cNvSpPr>
                  <a:spLocks noChangeArrowheads="1"/>
                </p:cNvSpPr>
                <p:nvPr/>
              </p:nvSpPr>
              <p:spPr bwMode="auto">
                <a:xfrm>
                  <a:off x="2302" y="5757"/>
                  <a:ext cx="49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1.00</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302" name="Rectangle 318">
                  <a:extLst>
                    <a:ext uri="{FF2B5EF4-FFF2-40B4-BE49-F238E27FC236}">
                      <a16:creationId xmlns:a16="http://schemas.microsoft.com/office/drawing/2014/main" id="{A647A25E-BED1-B020-0F18-EC6488D49E43}"/>
                    </a:ext>
                  </a:extLst>
                </p:cNvPr>
                <p:cNvSpPr>
                  <a:spLocks noChangeArrowheads="1"/>
                </p:cNvSpPr>
                <p:nvPr/>
              </p:nvSpPr>
              <p:spPr bwMode="auto">
                <a:xfrm>
                  <a:off x="2259" y="5757"/>
                  <a:ext cx="58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71" name="Group 321">
                <a:extLst>
                  <a:ext uri="{FF2B5EF4-FFF2-40B4-BE49-F238E27FC236}">
                    <a16:creationId xmlns:a16="http://schemas.microsoft.com/office/drawing/2014/main" id="{25BDD3CB-2A28-5B9B-9AC7-C97536978909}"/>
                  </a:ext>
                </a:extLst>
              </p:cNvPr>
              <p:cNvGrpSpPr>
                <a:grpSpLocks/>
              </p:cNvGrpSpPr>
              <p:nvPr/>
            </p:nvGrpSpPr>
            <p:grpSpPr bwMode="auto">
              <a:xfrm>
                <a:off x="2840" y="5757"/>
                <a:ext cx="416" cy="403"/>
                <a:chOff x="2840" y="5757"/>
                <a:chExt cx="416" cy="403"/>
              </a:xfrm>
            </p:grpSpPr>
            <p:sp>
              <p:nvSpPr>
                <p:cNvPr id="92299" name="Rectangle 106">
                  <a:extLst>
                    <a:ext uri="{FF2B5EF4-FFF2-40B4-BE49-F238E27FC236}">
                      <a16:creationId xmlns:a16="http://schemas.microsoft.com/office/drawing/2014/main" id="{9B49E72D-BB94-8D7B-434A-B7082FE7DEBF}"/>
                    </a:ext>
                  </a:extLst>
                </p:cNvPr>
                <p:cNvSpPr>
                  <a:spLocks noChangeArrowheads="1"/>
                </p:cNvSpPr>
                <p:nvPr/>
              </p:nvSpPr>
              <p:spPr bwMode="auto">
                <a:xfrm>
                  <a:off x="2883" y="5757"/>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.91</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300" name="Rectangle 320">
                  <a:extLst>
                    <a:ext uri="{FF2B5EF4-FFF2-40B4-BE49-F238E27FC236}">
                      <a16:creationId xmlns:a16="http://schemas.microsoft.com/office/drawing/2014/main" id="{81AE8273-4985-2047-3FB4-F7AC3784DE07}"/>
                    </a:ext>
                  </a:extLst>
                </p:cNvPr>
                <p:cNvSpPr>
                  <a:spLocks noChangeArrowheads="1"/>
                </p:cNvSpPr>
                <p:nvPr/>
              </p:nvSpPr>
              <p:spPr bwMode="auto">
                <a:xfrm>
                  <a:off x="2840" y="5757"/>
                  <a:ext cx="41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72" name="Group 323">
                <a:extLst>
                  <a:ext uri="{FF2B5EF4-FFF2-40B4-BE49-F238E27FC236}">
                    <a16:creationId xmlns:a16="http://schemas.microsoft.com/office/drawing/2014/main" id="{955362DA-A797-DF81-A1A3-3ADAA01F3DEB}"/>
                  </a:ext>
                </a:extLst>
              </p:cNvPr>
              <p:cNvGrpSpPr>
                <a:grpSpLocks/>
              </p:cNvGrpSpPr>
              <p:nvPr/>
            </p:nvGrpSpPr>
            <p:grpSpPr bwMode="auto">
              <a:xfrm>
                <a:off x="3256" y="5757"/>
                <a:ext cx="416" cy="403"/>
                <a:chOff x="3256" y="5757"/>
                <a:chExt cx="416" cy="403"/>
              </a:xfrm>
            </p:grpSpPr>
            <p:sp>
              <p:nvSpPr>
                <p:cNvPr id="92297" name="Rectangle 107">
                  <a:extLst>
                    <a:ext uri="{FF2B5EF4-FFF2-40B4-BE49-F238E27FC236}">
                      <a16:creationId xmlns:a16="http://schemas.microsoft.com/office/drawing/2014/main" id="{764315F5-5A3B-6B5F-96CB-1B28261F2EFC}"/>
                    </a:ext>
                  </a:extLst>
                </p:cNvPr>
                <p:cNvSpPr>
                  <a:spLocks noChangeArrowheads="1"/>
                </p:cNvSpPr>
                <p:nvPr/>
              </p:nvSpPr>
              <p:spPr bwMode="auto">
                <a:xfrm>
                  <a:off x="3299" y="5757"/>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.83</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298" name="Rectangle 322">
                  <a:extLst>
                    <a:ext uri="{FF2B5EF4-FFF2-40B4-BE49-F238E27FC236}">
                      <a16:creationId xmlns:a16="http://schemas.microsoft.com/office/drawing/2014/main" id="{8365A107-C2DE-D934-AE49-B5FE2FC8AA06}"/>
                    </a:ext>
                  </a:extLst>
                </p:cNvPr>
                <p:cNvSpPr>
                  <a:spLocks noChangeArrowheads="1"/>
                </p:cNvSpPr>
                <p:nvPr/>
              </p:nvSpPr>
              <p:spPr bwMode="auto">
                <a:xfrm>
                  <a:off x="3256" y="5757"/>
                  <a:ext cx="41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73" name="Group 325">
                <a:extLst>
                  <a:ext uri="{FF2B5EF4-FFF2-40B4-BE49-F238E27FC236}">
                    <a16:creationId xmlns:a16="http://schemas.microsoft.com/office/drawing/2014/main" id="{8409EC0F-DE1C-C0BE-AF31-676AFB9AE3C8}"/>
                  </a:ext>
                </a:extLst>
              </p:cNvPr>
              <p:cNvGrpSpPr>
                <a:grpSpLocks/>
              </p:cNvGrpSpPr>
              <p:nvPr/>
            </p:nvGrpSpPr>
            <p:grpSpPr bwMode="auto">
              <a:xfrm>
                <a:off x="3672" y="5757"/>
                <a:ext cx="441" cy="403"/>
                <a:chOff x="3672" y="5757"/>
                <a:chExt cx="441" cy="403"/>
              </a:xfrm>
            </p:grpSpPr>
            <p:sp>
              <p:nvSpPr>
                <p:cNvPr id="92295" name="Rectangle 108">
                  <a:extLst>
                    <a:ext uri="{FF2B5EF4-FFF2-40B4-BE49-F238E27FC236}">
                      <a16:creationId xmlns:a16="http://schemas.microsoft.com/office/drawing/2014/main" id="{EAF29B68-8949-132C-37A7-A376B9115E4D}"/>
                    </a:ext>
                  </a:extLst>
                </p:cNvPr>
                <p:cNvSpPr>
                  <a:spLocks noChangeArrowheads="1"/>
                </p:cNvSpPr>
                <p:nvPr/>
              </p:nvSpPr>
              <p:spPr bwMode="auto">
                <a:xfrm>
                  <a:off x="3715" y="5757"/>
                  <a:ext cx="35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.83</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296" name="Rectangle 324">
                  <a:extLst>
                    <a:ext uri="{FF2B5EF4-FFF2-40B4-BE49-F238E27FC236}">
                      <a16:creationId xmlns:a16="http://schemas.microsoft.com/office/drawing/2014/main" id="{CA80439B-7AF5-918A-13A8-BA91088685D4}"/>
                    </a:ext>
                  </a:extLst>
                </p:cNvPr>
                <p:cNvSpPr>
                  <a:spLocks noChangeArrowheads="1"/>
                </p:cNvSpPr>
                <p:nvPr/>
              </p:nvSpPr>
              <p:spPr bwMode="auto">
                <a:xfrm>
                  <a:off x="3672" y="5757"/>
                  <a:ext cx="44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74" name="Group 327">
                <a:extLst>
                  <a:ext uri="{FF2B5EF4-FFF2-40B4-BE49-F238E27FC236}">
                    <a16:creationId xmlns:a16="http://schemas.microsoft.com/office/drawing/2014/main" id="{748E848D-4B13-AC91-5D4A-5BF6E204112C}"/>
                  </a:ext>
                </a:extLst>
              </p:cNvPr>
              <p:cNvGrpSpPr>
                <a:grpSpLocks/>
              </p:cNvGrpSpPr>
              <p:nvPr/>
            </p:nvGrpSpPr>
            <p:grpSpPr bwMode="auto">
              <a:xfrm>
                <a:off x="0" y="6160"/>
                <a:ext cx="1455" cy="403"/>
                <a:chOff x="0" y="6160"/>
                <a:chExt cx="1455" cy="403"/>
              </a:xfrm>
            </p:grpSpPr>
            <p:sp>
              <p:nvSpPr>
                <p:cNvPr id="92293" name="Rectangle 109">
                  <a:extLst>
                    <a:ext uri="{FF2B5EF4-FFF2-40B4-BE49-F238E27FC236}">
                      <a16:creationId xmlns:a16="http://schemas.microsoft.com/office/drawing/2014/main" id="{22337E6C-AE44-4A15-23F6-5F3A4E423627}"/>
                    </a:ext>
                  </a:extLst>
                </p:cNvPr>
                <p:cNvSpPr>
                  <a:spLocks noChangeArrowheads="1"/>
                </p:cNvSpPr>
                <p:nvPr/>
              </p:nvSpPr>
              <p:spPr bwMode="auto">
                <a:xfrm>
                  <a:off x="43" y="6160"/>
                  <a:ext cx="136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b="1">
                      <a:latin typeface="Arial" panose="020B0604020202020204" pitchFamily="34" charset="0"/>
                      <a:cs typeface="Arial" panose="020B0604020202020204" pitchFamily="34" charset="0"/>
                    </a:rPr>
                    <a:t>Required Dev Schedule</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294" name="Rectangle 326">
                  <a:extLst>
                    <a:ext uri="{FF2B5EF4-FFF2-40B4-BE49-F238E27FC236}">
                      <a16:creationId xmlns:a16="http://schemas.microsoft.com/office/drawing/2014/main" id="{525E8C99-0D45-0119-EA3A-DFC329B58CC7}"/>
                    </a:ext>
                  </a:extLst>
                </p:cNvPr>
                <p:cNvSpPr>
                  <a:spLocks noChangeArrowheads="1"/>
                </p:cNvSpPr>
                <p:nvPr/>
              </p:nvSpPr>
              <p:spPr bwMode="auto">
                <a:xfrm>
                  <a:off x="0" y="6160"/>
                  <a:ext cx="1455"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75" name="Group 329">
                <a:extLst>
                  <a:ext uri="{FF2B5EF4-FFF2-40B4-BE49-F238E27FC236}">
                    <a16:creationId xmlns:a16="http://schemas.microsoft.com/office/drawing/2014/main" id="{AE2CE7A3-A8F2-259C-8685-CADE9CB53BB4}"/>
                  </a:ext>
                </a:extLst>
              </p:cNvPr>
              <p:cNvGrpSpPr>
                <a:grpSpLocks/>
              </p:cNvGrpSpPr>
              <p:nvPr/>
            </p:nvGrpSpPr>
            <p:grpSpPr bwMode="auto">
              <a:xfrm>
                <a:off x="1455" y="6160"/>
                <a:ext cx="409" cy="403"/>
                <a:chOff x="1455" y="6160"/>
                <a:chExt cx="409" cy="403"/>
              </a:xfrm>
            </p:grpSpPr>
            <p:sp>
              <p:nvSpPr>
                <p:cNvPr id="92291" name="Rectangle 110">
                  <a:extLst>
                    <a:ext uri="{FF2B5EF4-FFF2-40B4-BE49-F238E27FC236}">
                      <a16:creationId xmlns:a16="http://schemas.microsoft.com/office/drawing/2014/main" id="{06A90ABE-C965-EB06-DA7E-83772DF3B74E}"/>
                    </a:ext>
                  </a:extLst>
                </p:cNvPr>
                <p:cNvSpPr>
                  <a:spLocks noChangeArrowheads="1"/>
                </p:cNvSpPr>
                <p:nvPr/>
              </p:nvSpPr>
              <p:spPr bwMode="auto">
                <a:xfrm>
                  <a:off x="1498" y="6160"/>
                  <a:ext cx="323"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1.23</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292" name="Rectangle 328">
                  <a:extLst>
                    <a:ext uri="{FF2B5EF4-FFF2-40B4-BE49-F238E27FC236}">
                      <a16:creationId xmlns:a16="http://schemas.microsoft.com/office/drawing/2014/main" id="{958CE9D2-2A3C-2C6B-2DA2-32E98037A0A4}"/>
                    </a:ext>
                  </a:extLst>
                </p:cNvPr>
                <p:cNvSpPr>
                  <a:spLocks noChangeArrowheads="1"/>
                </p:cNvSpPr>
                <p:nvPr/>
              </p:nvSpPr>
              <p:spPr bwMode="auto">
                <a:xfrm>
                  <a:off x="1455" y="6160"/>
                  <a:ext cx="409"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76" name="Group 331">
                <a:extLst>
                  <a:ext uri="{FF2B5EF4-FFF2-40B4-BE49-F238E27FC236}">
                    <a16:creationId xmlns:a16="http://schemas.microsoft.com/office/drawing/2014/main" id="{A6B0DE8A-29E4-B860-1C84-DE68B619CF2A}"/>
                  </a:ext>
                </a:extLst>
              </p:cNvPr>
              <p:cNvGrpSpPr>
                <a:grpSpLocks/>
              </p:cNvGrpSpPr>
              <p:nvPr/>
            </p:nvGrpSpPr>
            <p:grpSpPr bwMode="auto">
              <a:xfrm>
                <a:off x="1864" y="6160"/>
                <a:ext cx="395" cy="403"/>
                <a:chOff x="1864" y="6160"/>
                <a:chExt cx="395" cy="403"/>
              </a:xfrm>
            </p:grpSpPr>
            <p:sp>
              <p:nvSpPr>
                <p:cNvPr id="92289" name="Rectangle 111">
                  <a:extLst>
                    <a:ext uri="{FF2B5EF4-FFF2-40B4-BE49-F238E27FC236}">
                      <a16:creationId xmlns:a16="http://schemas.microsoft.com/office/drawing/2014/main" id="{37FDAFA1-3309-3AB6-CEFD-7479251AAF77}"/>
                    </a:ext>
                  </a:extLst>
                </p:cNvPr>
                <p:cNvSpPr>
                  <a:spLocks noChangeArrowheads="1"/>
                </p:cNvSpPr>
                <p:nvPr/>
              </p:nvSpPr>
              <p:spPr bwMode="auto">
                <a:xfrm>
                  <a:off x="1907" y="6160"/>
                  <a:ext cx="309"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1.08</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290" name="Rectangle 330">
                  <a:extLst>
                    <a:ext uri="{FF2B5EF4-FFF2-40B4-BE49-F238E27FC236}">
                      <a16:creationId xmlns:a16="http://schemas.microsoft.com/office/drawing/2014/main" id="{A7FBF0E5-DFB8-A55D-3495-C00E1E818791}"/>
                    </a:ext>
                  </a:extLst>
                </p:cNvPr>
                <p:cNvSpPr>
                  <a:spLocks noChangeArrowheads="1"/>
                </p:cNvSpPr>
                <p:nvPr/>
              </p:nvSpPr>
              <p:spPr bwMode="auto">
                <a:xfrm>
                  <a:off x="1864" y="6160"/>
                  <a:ext cx="395"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77" name="Group 333">
                <a:extLst>
                  <a:ext uri="{FF2B5EF4-FFF2-40B4-BE49-F238E27FC236}">
                    <a16:creationId xmlns:a16="http://schemas.microsoft.com/office/drawing/2014/main" id="{62EAD990-DF82-5D90-E572-C96D21F704EE}"/>
                  </a:ext>
                </a:extLst>
              </p:cNvPr>
              <p:cNvGrpSpPr>
                <a:grpSpLocks/>
              </p:cNvGrpSpPr>
              <p:nvPr/>
            </p:nvGrpSpPr>
            <p:grpSpPr bwMode="auto">
              <a:xfrm>
                <a:off x="2259" y="6160"/>
                <a:ext cx="581" cy="403"/>
                <a:chOff x="2259" y="6160"/>
                <a:chExt cx="581" cy="403"/>
              </a:xfrm>
            </p:grpSpPr>
            <p:sp>
              <p:nvSpPr>
                <p:cNvPr id="92287" name="Rectangle 112">
                  <a:extLst>
                    <a:ext uri="{FF2B5EF4-FFF2-40B4-BE49-F238E27FC236}">
                      <a16:creationId xmlns:a16="http://schemas.microsoft.com/office/drawing/2014/main" id="{A7B086CC-CD5E-1C1D-35CB-9294EBF088AD}"/>
                    </a:ext>
                  </a:extLst>
                </p:cNvPr>
                <p:cNvSpPr>
                  <a:spLocks noChangeArrowheads="1"/>
                </p:cNvSpPr>
                <p:nvPr/>
              </p:nvSpPr>
              <p:spPr bwMode="auto">
                <a:xfrm>
                  <a:off x="2302" y="6160"/>
                  <a:ext cx="49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1.00</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288" name="Rectangle 332">
                  <a:extLst>
                    <a:ext uri="{FF2B5EF4-FFF2-40B4-BE49-F238E27FC236}">
                      <a16:creationId xmlns:a16="http://schemas.microsoft.com/office/drawing/2014/main" id="{624A63DD-EB6A-A6E5-2622-DAD8AA54F05B}"/>
                    </a:ext>
                  </a:extLst>
                </p:cNvPr>
                <p:cNvSpPr>
                  <a:spLocks noChangeArrowheads="1"/>
                </p:cNvSpPr>
                <p:nvPr/>
              </p:nvSpPr>
              <p:spPr bwMode="auto">
                <a:xfrm>
                  <a:off x="2259" y="6160"/>
                  <a:ext cx="58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78" name="Group 335">
                <a:extLst>
                  <a:ext uri="{FF2B5EF4-FFF2-40B4-BE49-F238E27FC236}">
                    <a16:creationId xmlns:a16="http://schemas.microsoft.com/office/drawing/2014/main" id="{C698878F-E828-D888-5D15-4E938A513611}"/>
                  </a:ext>
                </a:extLst>
              </p:cNvPr>
              <p:cNvGrpSpPr>
                <a:grpSpLocks/>
              </p:cNvGrpSpPr>
              <p:nvPr/>
            </p:nvGrpSpPr>
            <p:grpSpPr bwMode="auto">
              <a:xfrm>
                <a:off x="2840" y="6160"/>
                <a:ext cx="416" cy="403"/>
                <a:chOff x="2840" y="6160"/>
                <a:chExt cx="416" cy="403"/>
              </a:xfrm>
            </p:grpSpPr>
            <p:sp>
              <p:nvSpPr>
                <p:cNvPr id="92285" name="Rectangle 113">
                  <a:extLst>
                    <a:ext uri="{FF2B5EF4-FFF2-40B4-BE49-F238E27FC236}">
                      <a16:creationId xmlns:a16="http://schemas.microsoft.com/office/drawing/2014/main" id="{82CF28B1-BFD0-465A-F771-87B16652995B}"/>
                    </a:ext>
                  </a:extLst>
                </p:cNvPr>
                <p:cNvSpPr>
                  <a:spLocks noChangeArrowheads="1"/>
                </p:cNvSpPr>
                <p:nvPr/>
              </p:nvSpPr>
              <p:spPr bwMode="auto">
                <a:xfrm>
                  <a:off x="2883" y="6160"/>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1.04</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286" name="Rectangle 334">
                  <a:extLst>
                    <a:ext uri="{FF2B5EF4-FFF2-40B4-BE49-F238E27FC236}">
                      <a16:creationId xmlns:a16="http://schemas.microsoft.com/office/drawing/2014/main" id="{894B9FB0-9217-CBE8-38B8-19785FCCE546}"/>
                    </a:ext>
                  </a:extLst>
                </p:cNvPr>
                <p:cNvSpPr>
                  <a:spLocks noChangeArrowheads="1"/>
                </p:cNvSpPr>
                <p:nvPr/>
              </p:nvSpPr>
              <p:spPr bwMode="auto">
                <a:xfrm>
                  <a:off x="2840" y="6160"/>
                  <a:ext cx="41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79" name="Group 337">
                <a:extLst>
                  <a:ext uri="{FF2B5EF4-FFF2-40B4-BE49-F238E27FC236}">
                    <a16:creationId xmlns:a16="http://schemas.microsoft.com/office/drawing/2014/main" id="{58138B91-48FB-3787-A9A6-E54E642B0C48}"/>
                  </a:ext>
                </a:extLst>
              </p:cNvPr>
              <p:cNvGrpSpPr>
                <a:grpSpLocks/>
              </p:cNvGrpSpPr>
              <p:nvPr/>
            </p:nvGrpSpPr>
            <p:grpSpPr bwMode="auto">
              <a:xfrm>
                <a:off x="3256" y="6160"/>
                <a:ext cx="416" cy="403"/>
                <a:chOff x="3256" y="6160"/>
                <a:chExt cx="416" cy="403"/>
              </a:xfrm>
            </p:grpSpPr>
            <p:sp>
              <p:nvSpPr>
                <p:cNvPr id="92283" name="Rectangle 114">
                  <a:extLst>
                    <a:ext uri="{FF2B5EF4-FFF2-40B4-BE49-F238E27FC236}">
                      <a16:creationId xmlns:a16="http://schemas.microsoft.com/office/drawing/2014/main" id="{3153984F-2647-D389-49CA-E1F5567CFAA1}"/>
                    </a:ext>
                  </a:extLst>
                </p:cNvPr>
                <p:cNvSpPr>
                  <a:spLocks noChangeArrowheads="1"/>
                </p:cNvSpPr>
                <p:nvPr/>
              </p:nvSpPr>
              <p:spPr bwMode="auto">
                <a:xfrm>
                  <a:off x="3299" y="6160"/>
                  <a:ext cx="33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1.10</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284" name="Rectangle 336">
                  <a:extLst>
                    <a:ext uri="{FF2B5EF4-FFF2-40B4-BE49-F238E27FC236}">
                      <a16:creationId xmlns:a16="http://schemas.microsoft.com/office/drawing/2014/main" id="{C1D4ECE9-053D-E574-FC32-6AD7125A23A3}"/>
                    </a:ext>
                  </a:extLst>
                </p:cNvPr>
                <p:cNvSpPr>
                  <a:spLocks noChangeArrowheads="1"/>
                </p:cNvSpPr>
                <p:nvPr/>
              </p:nvSpPr>
              <p:spPr bwMode="auto">
                <a:xfrm>
                  <a:off x="3256" y="6160"/>
                  <a:ext cx="41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nvGrpSpPr>
              <p:cNvPr id="92280" name="Group 339">
                <a:extLst>
                  <a:ext uri="{FF2B5EF4-FFF2-40B4-BE49-F238E27FC236}">
                    <a16:creationId xmlns:a16="http://schemas.microsoft.com/office/drawing/2014/main" id="{F10F87D8-7041-2B02-5CAA-33EE75A4A6CA}"/>
                  </a:ext>
                </a:extLst>
              </p:cNvPr>
              <p:cNvGrpSpPr>
                <a:grpSpLocks/>
              </p:cNvGrpSpPr>
              <p:nvPr/>
            </p:nvGrpSpPr>
            <p:grpSpPr bwMode="auto">
              <a:xfrm>
                <a:off x="3672" y="6160"/>
                <a:ext cx="441" cy="403"/>
                <a:chOff x="3672" y="6160"/>
                <a:chExt cx="441" cy="403"/>
              </a:xfrm>
            </p:grpSpPr>
            <p:sp>
              <p:nvSpPr>
                <p:cNvPr id="92281" name="Rectangle 115">
                  <a:extLst>
                    <a:ext uri="{FF2B5EF4-FFF2-40B4-BE49-F238E27FC236}">
                      <a16:creationId xmlns:a16="http://schemas.microsoft.com/office/drawing/2014/main" id="{C4DFCB6D-C51E-9528-C3EF-7F2E619924E8}"/>
                    </a:ext>
                  </a:extLst>
                </p:cNvPr>
                <p:cNvSpPr>
                  <a:spLocks noChangeArrowheads="1"/>
                </p:cNvSpPr>
                <p:nvPr/>
              </p:nvSpPr>
              <p:spPr bwMode="auto">
                <a:xfrm>
                  <a:off x="3715" y="6160"/>
                  <a:ext cx="35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CA" altLang="en-US" sz="1200">
                      <a:latin typeface="Arial" panose="020B0604020202020204" pitchFamily="34" charset="0"/>
                      <a:cs typeface="Arial" panose="020B0604020202020204" pitchFamily="34" charset="0"/>
                    </a:rPr>
                    <a:t>1,10</a:t>
                  </a:r>
                  <a:endParaRPr lang="en-CA" altLang="en-US" sz="1200">
                    <a:ea typeface="Arial Unicode MS" panose="020B0604020202020204" pitchFamily="34" charset="-128"/>
                    <a:cs typeface="Arial Unicode MS" panose="020B0604020202020204" pitchFamily="34" charset="-128"/>
                  </a:endParaRPr>
                </a:p>
                <a:p>
                  <a:pPr>
                    <a:spcBef>
                      <a:spcPct val="0"/>
                    </a:spcBef>
                    <a:buFontTx/>
                    <a:buNone/>
                  </a:pPr>
                  <a:endParaRPr lang="en-CA" altLang="en-US" sz="2400"/>
                </a:p>
              </p:txBody>
            </p:sp>
            <p:sp>
              <p:nvSpPr>
                <p:cNvPr id="92282" name="Rectangle 338">
                  <a:extLst>
                    <a:ext uri="{FF2B5EF4-FFF2-40B4-BE49-F238E27FC236}">
                      <a16:creationId xmlns:a16="http://schemas.microsoft.com/office/drawing/2014/main" id="{AEE2A09F-9E7D-C72F-3D90-353850F7708B}"/>
                    </a:ext>
                  </a:extLst>
                </p:cNvPr>
                <p:cNvSpPr>
                  <a:spLocks noChangeArrowheads="1"/>
                </p:cNvSpPr>
                <p:nvPr/>
              </p:nvSpPr>
              <p:spPr bwMode="auto">
                <a:xfrm>
                  <a:off x="3672" y="6160"/>
                  <a:ext cx="44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grpSp>
        <p:sp>
          <p:nvSpPr>
            <p:cNvPr id="92168" name="Rectangle 341">
              <a:extLst>
                <a:ext uri="{FF2B5EF4-FFF2-40B4-BE49-F238E27FC236}">
                  <a16:creationId xmlns:a16="http://schemas.microsoft.com/office/drawing/2014/main" id="{0D699519-E89B-4592-F539-64A6236B3246}"/>
                </a:ext>
              </a:extLst>
            </p:cNvPr>
            <p:cNvSpPr>
              <a:spLocks noChangeArrowheads="1"/>
            </p:cNvSpPr>
            <p:nvPr/>
          </p:nvSpPr>
          <p:spPr bwMode="auto">
            <a:xfrm>
              <a:off x="-2" y="-2"/>
              <a:ext cx="4117" cy="6567"/>
            </a:xfrm>
            <a:prstGeom prst="rect">
              <a:avLst/>
            </a:prstGeom>
            <a:noFill/>
            <a:ln w="793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p>
          </p:txBody>
        </p:sp>
      </p:grpSp>
      <p:sp>
        <p:nvSpPr>
          <p:cNvPr id="2" name="Rectangle 1">
            <a:extLst>
              <a:ext uri="{FF2B5EF4-FFF2-40B4-BE49-F238E27FC236}">
                <a16:creationId xmlns:a16="http://schemas.microsoft.com/office/drawing/2014/main" id="{E045CD67-6D83-FE31-17C5-CFDCEE755CD8}"/>
              </a:ext>
            </a:extLst>
          </p:cNvPr>
          <p:cNvSpPr/>
          <p:nvPr/>
        </p:nvSpPr>
        <p:spPr>
          <a:xfrm>
            <a:off x="69850" y="5640388"/>
            <a:ext cx="8872538" cy="1200150"/>
          </a:xfrm>
          <a:prstGeom prst="rect">
            <a:avLst/>
          </a:prstGeom>
        </p:spPr>
        <p:txBody>
          <a:bodyPr>
            <a:spAutoFit/>
          </a:bodyPr>
          <a:lstStyle/>
          <a:p>
            <a:pPr>
              <a:defRPr/>
            </a:pPr>
            <a:r>
              <a:rPr lang="en-US" altLang="en-US" sz="1800" b="1" dirty="0">
                <a:solidFill>
                  <a:schemeClr val="tx1">
                    <a:lumMod val="90000"/>
                  </a:schemeClr>
                </a:solidFill>
                <a:latin typeface="Arial" panose="020B0604020202020204" pitchFamily="34" charset="0"/>
                <a:ea typeface="Times New Roman" panose="02020603050405020304" pitchFamily="18" charset="0"/>
                <a:cs typeface="Arial" panose="020B0604020202020204" pitchFamily="34" charset="0"/>
              </a:rPr>
              <a:t>Each of the 15 attributes receives a rating on a six-point scale that ranges from "very low" to "extra high" (in importance or value). </a:t>
            </a:r>
          </a:p>
          <a:p>
            <a:pPr>
              <a:defRPr/>
            </a:pPr>
            <a:r>
              <a:rPr lang="en-US" altLang="en-US" sz="1800" b="1" dirty="0">
                <a:solidFill>
                  <a:schemeClr val="tx1">
                    <a:lumMod val="90000"/>
                  </a:schemeClr>
                </a:solidFill>
                <a:latin typeface="Arial" panose="020B0604020202020204" pitchFamily="34" charset="0"/>
                <a:ea typeface="Times New Roman" panose="02020603050405020304" pitchFamily="18" charset="0"/>
                <a:cs typeface="Arial" panose="020B0604020202020204" pitchFamily="34" charset="0"/>
              </a:rPr>
              <a:t>The product of all effort multipliers results in an</a:t>
            </a:r>
            <a:r>
              <a:rPr lang="en-US" altLang="en-US" sz="1800" b="1" dirty="0">
                <a:solidFill>
                  <a:schemeClr val="tx1">
                    <a:lumMod val="90000"/>
                  </a:schemeClr>
                </a:solidFill>
                <a:latin typeface="Calibri" panose="020F0502020204030204" pitchFamily="34" charset="0"/>
                <a:ea typeface="Times New Roman" panose="02020603050405020304" pitchFamily="18" charset="0"/>
                <a:cs typeface="Arial" panose="020B0604020202020204" pitchFamily="34" charset="0"/>
              </a:rPr>
              <a:t> </a:t>
            </a:r>
            <a:r>
              <a:rPr lang="en-US" altLang="en-US" sz="1800" b="1" i="1" dirty="0">
                <a:solidFill>
                  <a:schemeClr val="tx1">
                    <a:lumMod val="90000"/>
                  </a:schemeClr>
                </a:solidFill>
                <a:latin typeface="Arial" panose="020B0604020202020204" pitchFamily="34" charset="0"/>
                <a:ea typeface="Times New Roman" panose="02020603050405020304" pitchFamily="18" charset="0"/>
                <a:cs typeface="Arial" panose="020B0604020202020204" pitchFamily="34" charset="0"/>
              </a:rPr>
              <a:t>effort adjustment factor (EAF)</a:t>
            </a:r>
            <a:r>
              <a:rPr lang="en-US" altLang="en-US" sz="1800" b="1" dirty="0">
                <a:solidFill>
                  <a:schemeClr val="tx1">
                    <a:lumMod val="90000"/>
                  </a:schemeClr>
                </a:solidFill>
                <a:latin typeface="Arial" panose="020B0604020202020204" pitchFamily="34" charset="0"/>
                <a:ea typeface="Times New Roman" panose="02020603050405020304" pitchFamily="18" charset="0"/>
                <a:cs typeface="Arial" panose="020B0604020202020204" pitchFamily="34" charset="0"/>
              </a:rPr>
              <a:t>.</a:t>
            </a:r>
          </a:p>
          <a:p>
            <a:pPr>
              <a:defRPr/>
            </a:pPr>
            <a:r>
              <a:rPr lang="en-US" altLang="en-US" sz="1800" b="1" dirty="0">
                <a:solidFill>
                  <a:schemeClr val="tx1">
                    <a:lumMod val="90000"/>
                  </a:schemeClr>
                </a:solidFill>
                <a:latin typeface="Arial" panose="020B0604020202020204" pitchFamily="34" charset="0"/>
                <a:ea typeface="Times New Roman" panose="02020603050405020304" pitchFamily="18" charset="0"/>
                <a:cs typeface="Arial" panose="020B0604020202020204" pitchFamily="34" charset="0"/>
              </a:rPr>
              <a:t> </a:t>
            </a:r>
            <a:endParaRPr lang="en-US" altLang="en-US" sz="4400" dirty="0">
              <a:solidFill>
                <a:schemeClr val="tx1">
                  <a:lumMod val="90000"/>
                </a:schemeClr>
              </a:solidFill>
              <a:latin typeface="Arial" panose="020B0604020202020204" pitchFamily="34" charset="0"/>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EBF3D05A-6FE9-3736-1C3F-69FFFC3BC815}"/>
              </a:ext>
            </a:extLst>
          </p:cNvPr>
          <p:cNvSpPr>
            <a:spLocks noGrp="1" noChangeArrowheads="1"/>
          </p:cNvSpPr>
          <p:nvPr>
            <p:ph type="title"/>
          </p:nvPr>
        </p:nvSpPr>
        <p:spPr/>
        <p:txBody>
          <a:bodyPr/>
          <a:lstStyle/>
          <a:p>
            <a:pPr>
              <a:defRPr/>
            </a:pPr>
            <a:r>
              <a:rPr lang="en-US" altLang="en-US"/>
              <a:t>Effort Computation (..)</a:t>
            </a:r>
          </a:p>
        </p:txBody>
      </p:sp>
      <p:sp>
        <p:nvSpPr>
          <p:cNvPr id="94211" name="Rectangle 3">
            <a:extLst>
              <a:ext uri="{FF2B5EF4-FFF2-40B4-BE49-F238E27FC236}">
                <a16:creationId xmlns:a16="http://schemas.microsoft.com/office/drawing/2014/main" id="{30BD1EAE-FF83-A4BA-106B-0B35CEF27CEE}"/>
              </a:ext>
            </a:extLst>
          </p:cNvPr>
          <p:cNvSpPr>
            <a:spLocks noGrp="1" noChangeArrowheads="1"/>
          </p:cNvSpPr>
          <p:nvPr>
            <p:ph idx="1"/>
          </p:nvPr>
        </p:nvSpPr>
        <p:spPr/>
        <p:txBody>
          <a:bodyPr/>
          <a:lstStyle/>
          <a:p>
            <a:pPr>
              <a:buFontTx/>
              <a:buNone/>
            </a:pPr>
            <a:r>
              <a:rPr lang="en-CA" altLang="en-US" sz="3200" b="1">
                <a:cs typeface="Arial" panose="020B0604020202020204" pitchFamily="34" charset="0"/>
              </a:rPr>
              <a:t>Total EAF = </a:t>
            </a:r>
            <a:r>
              <a:rPr lang="en-CA" altLang="en-US" sz="3200">
                <a:cs typeface="Arial" panose="020B0604020202020204" pitchFamily="34" charset="0"/>
              </a:rPr>
              <a:t>Product of the selected factors</a:t>
            </a:r>
            <a:endParaRPr lang="en-CA" altLang="en-US" sz="3200">
              <a:ea typeface="Arial Unicode MS" panose="020B0604020202020204" pitchFamily="34" charset="-128"/>
              <a:cs typeface="Arial Unicode MS" panose="020B0604020202020204" pitchFamily="34" charset="-128"/>
            </a:endParaRPr>
          </a:p>
          <a:p>
            <a:pPr>
              <a:buFontTx/>
              <a:buNone/>
            </a:pPr>
            <a:r>
              <a:rPr lang="en-CA" altLang="en-US" sz="3200" b="1">
                <a:cs typeface="Arial" panose="020B0604020202020204" pitchFamily="34" charset="0"/>
              </a:rPr>
              <a:t> </a:t>
            </a:r>
            <a:endParaRPr lang="en-CA" altLang="en-US" sz="3200">
              <a:ea typeface="Arial Unicode MS" panose="020B0604020202020204" pitchFamily="34" charset="-128"/>
              <a:cs typeface="Arial Unicode MS" panose="020B0604020202020204" pitchFamily="34" charset="-128"/>
            </a:endParaRPr>
          </a:p>
          <a:p>
            <a:pPr>
              <a:buFontTx/>
              <a:buNone/>
            </a:pPr>
            <a:r>
              <a:rPr lang="en-CA" altLang="en-US" b="1">
                <a:cs typeface="Arial" panose="020B0604020202020204" pitchFamily="34" charset="0"/>
              </a:rPr>
              <a:t>Calculating Adjusted value of Effort or Adjusted Person Months:</a:t>
            </a:r>
            <a:endParaRPr lang="en-CA" altLang="en-US">
              <a:ea typeface="Arial Unicode MS" panose="020B0604020202020204" pitchFamily="34" charset="-128"/>
              <a:cs typeface="Arial Unicode MS" panose="020B0604020202020204" pitchFamily="34" charset="-128"/>
            </a:endParaRPr>
          </a:p>
          <a:p>
            <a:pPr>
              <a:buFontTx/>
              <a:buNone/>
            </a:pPr>
            <a:r>
              <a:rPr lang="en-CA" altLang="en-US" b="1">
                <a:latin typeface="Arial" panose="020B0604020202020204" pitchFamily="34" charset="0"/>
                <a:cs typeface="Arial" panose="020B0604020202020204" pitchFamily="34" charset="0"/>
              </a:rPr>
              <a:t>	     </a:t>
            </a:r>
          </a:p>
          <a:p>
            <a:pPr>
              <a:buFontTx/>
              <a:buNone/>
            </a:pPr>
            <a:r>
              <a:rPr lang="en-CA" altLang="en-US" b="1">
                <a:latin typeface="Arial" panose="020B0604020202020204" pitchFamily="34" charset="0"/>
                <a:cs typeface="Arial" panose="020B0604020202020204" pitchFamily="34" charset="0"/>
              </a:rPr>
              <a:t>		E= (Total EAF) * E</a:t>
            </a:r>
            <a:r>
              <a:rPr lang="en-CA" altLang="en-US" b="1" baseline="-25000">
                <a:latin typeface="Arial" panose="020B0604020202020204" pitchFamily="34" charset="0"/>
                <a:cs typeface="Arial" panose="020B0604020202020204" pitchFamily="34" charset="0"/>
              </a:rPr>
              <a:t>Nominal</a:t>
            </a:r>
            <a:endParaRPr lang="en-CA" altLang="en-US">
              <a:ea typeface="Arial Unicode MS" panose="020B0604020202020204" pitchFamily="34" charset="-128"/>
              <a:cs typeface="Arial Unicode MS" panose="020B0604020202020204" pitchFamily="34" charset="-128"/>
            </a:endParaRPr>
          </a:p>
          <a:p>
            <a:endParaRPr lang="en-US" altLang="en-US"/>
          </a:p>
        </p:txBody>
      </p:sp>
      <p:sp>
        <p:nvSpPr>
          <p:cNvPr id="94212" name="Slide Number Placeholder 5">
            <a:extLst>
              <a:ext uri="{FF2B5EF4-FFF2-40B4-BE49-F238E27FC236}">
                <a16:creationId xmlns:a16="http://schemas.microsoft.com/office/drawing/2014/main" id="{2BF5E10F-2EEC-57DC-FC32-D76D5C5179C7}"/>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C4C9A30-16BC-274A-83E3-25F7A7E0A5B0}" type="slidenum">
              <a:rPr lang="en-US" altLang="en-US" sz="1400"/>
              <a:pPr>
                <a:spcBef>
                  <a:spcPct val="0"/>
                </a:spcBef>
                <a:buFontTx/>
                <a:buNone/>
              </a:pPr>
              <a:t>73</a:t>
            </a:fld>
            <a:endParaRPr lang="en-US" altLang="en-US" sz="140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64F93939-8ACD-2654-A3D9-D789B7449B5D}"/>
              </a:ext>
            </a:extLst>
          </p:cNvPr>
          <p:cNvSpPr>
            <a:spLocks noGrp="1" noChangeArrowheads="1"/>
          </p:cNvSpPr>
          <p:nvPr>
            <p:ph type="title"/>
          </p:nvPr>
        </p:nvSpPr>
        <p:spPr>
          <a:xfrm>
            <a:off x="539750" y="1588"/>
            <a:ext cx="7886700" cy="1325562"/>
          </a:xfrm>
        </p:spPr>
        <p:txBody>
          <a:bodyPr/>
          <a:lstStyle/>
          <a:p>
            <a:pPr>
              <a:defRPr/>
            </a:pPr>
            <a:r>
              <a:rPr lang="en-US" altLang="en-US" dirty="0"/>
              <a:t>Example</a:t>
            </a:r>
          </a:p>
        </p:txBody>
      </p:sp>
      <p:sp>
        <p:nvSpPr>
          <p:cNvPr id="95235" name="Slide Number Placeholder 5">
            <a:extLst>
              <a:ext uri="{FF2B5EF4-FFF2-40B4-BE49-F238E27FC236}">
                <a16:creationId xmlns:a16="http://schemas.microsoft.com/office/drawing/2014/main" id="{111A48D7-C8BA-2A97-8AFE-4B768D42B49A}"/>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BB6BD758-CA77-934E-B5E4-03A805932151}" type="slidenum">
              <a:rPr lang="en-US" altLang="en-US" sz="1400"/>
              <a:pPr>
                <a:spcBef>
                  <a:spcPct val="0"/>
                </a:spcBef>
                <a:buFontTx/>
                <a:buNone/>
              </a:pPr>
              <a:t>74</a:t>
            </a:fld>
            <a:endParaRPr lang="en-US" altLang="en-US" sz="1400"/>
          </a:p>
        </p:txBody>
      </p:sp>
      <p:pic>
        <p:nvPicPr>
          <p:cNvPr id="95236" name="Picture 5" descr="CostEffort13">
            <a:extLst>
              <a:ext uri="{FF2B5EF4-FFF2-40B4-BE49-F238E27FC236}">
                <a16:creationId xmlns:a16="http://schemas.microsoft.com/office/drawing/2014/main" id="{96147029-6E75-9293-BB4B-55CAFD79EB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66800"/>
            <a:ext cx="472440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5237" name="Picture 7" descr="CostEffort14">
            <a:extLst>
              <a:ext uri="{FF2B5EF4-FFF2-40B4-BE49-F238E27FC236}">
                <a16:creationId xmlns:a16="http://schemas.microsoft.com/office/drawing/2014/main" id="{B60D0018-4553-8D42-5A41-A615DAE318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0200" y="990600"/>
            <a:ext cx="3429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5238" name="Picture 9" descr="CostEffort15">
            <a:extLst>
              <a:ext uri="{FF2B5EF4-FFF2-40B4-BE49-F238E27FC236}">
                <a16:creationId xmlns:a16="http://schemas.microsoft.com/office/drawing/2014/main" id="{75C1BB14-8E75-D805-4BB0-DD992AA8C87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3238" y="2728913"/>
            <a:ext cx="5715000" cy="406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5239" name="Line 10">
            <a:extLst>
              <a:ext uri="{FF2B5EF4-FFF2-40B4-BE49-F238E27FC236}">
                <a16:creationId xmlns:a16="http://schemas.microsoft.com/office/drawing/2014/main" id="{5056F056-71FC-77E1-B55F-F29CD536964A}"/>
              </a:ext>
            </a:extLst>
          </p:cNvPr>
          <p:cNvSpPr>
            <a:spLocks noChangeShapeType="1"/>
          </p:cNvSpPr>
          <p:nvPr/>
        </p:nvSpPr>
        <p:spPr bwMode="auto">
          <a:xfrm>
            <a:off x="228600" y="2286000"/>
            <a:ext cx="8610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4DB59ED6-96FA-794C-BF67-B69DB3DC28F3}"/>
              </a:ext>
            </a:extLst>
          </p:cNvPr>
          <p:cNvSpPr>
            <a:spLocks noGrp="1" noChangeArrowheads="1"/>
          </p:cNvSpPr>
          <p:nvPr>
            <p:ph type="title"/>
          </p:nvPr>
        </p:nvSpPr>
        <p:spPr/>
        <p:txBody>
          <a:bodyPr/>
          <a:lstStyle/>
          <a:p>
            <a:pPr>
              <a:defRPr/>
            </a:pPr>
            <a:r>
              <a:rPr lang="en-US" altLang="en-US"/>
              <a:t>Software Development Time</a:t>
            </a:r>
          </a:p>
        </p:txBody>
      </p:sp>
      <p:sp>
        <p:nvSpPr>
          <p:cNvPr id="96259" name="Rectangle 3">
            <a:extLst>
              <a:ext uri="{FF2B5EF4-FFF2-40B4-BE49-F238E27FC236}">
                <a16:creationId xmlns:a16="http://schemas.microsoft.com/office/drawing/2014/main" id="{E408D13B-E4FD-619E-D380-92DC5018ADA5}"/>
              </a:ext>
            </a:extLst>
          </p:cNvPr>
          <p:cNvSpPr>
            <a:spLocks noGrp="1" noChangeArrowheads="1"/>
          </p:cNvSpPr>
          <p:nvPr>
            <p:ph idx="1"/>
          </p:nvPr>
        </p:nvSpPr>
        <p:spPr>
          <a:xfrm>
            <a:off x="76200" y="1676400"/>
            <a:ext cx="8839200" cy="4800600"/>
          </a:xfrm>
        </p:spPr>
        <p:txBody>
          <a:bodyPr/>
          <a:lstStyle/>
          <a:p>
            <a:r>
              <a:rPr lang="en-CA" altLang="en-US" sz="2400" b="1" u="sng">
                <a:latin typeface="Arial" panose="020B0604020202020204" pitchFamily="34" charset="0"/>
                <a:cs typeface="Arial" panose="020B0604020202020204" pitchFamily="34" charset="0"/>
              </a:rPr>
              <a:t>Development Time Equation Parameter Table:</a:t>
            </a:r>
            <a:r>
              <a:rPr lang="en-CA" altLang="en-US" sz="2400" b="1">
                <a:latin typeface="Arial" panose="020B0604020202020204" pitchFamily="34" charset="0"/>
                <a:cs typeface="Arial" panose="020B0604020202020204" pitchFamily="34" charset="0"/>
              </a:rPr>
              <a:t>	</a:t>
            </a:r>
            <a:endParaRPr lang="en-CA" altLang="en-US" sz="2400">
              <a:ea typeface="Arial Unicode MS" panose="020B0604020202020204" pitchFamily="34" charset="-128"/>
              <a:cs typeface="Arial Unicode MS" panose="020B0604020202020204" pitchFamily="34" charset="-128"/>
            </a:endParaRPr>
          </a:p>
          <a:p>
            <a:pPr>
              <a:buFontTx/>
              <a:buNone/>
            </a:pPr>
            <a:endParaRPr lang="en-CA" altLang="en-US" sz="2400" b="1">
              <a:latin typeface="Arial" panose="020B0604020202020204" pitchFamily="34" charset="0"/>
              <a:cs typeface="Arial" panose="020B0604020202020204" pitchFamily="34" charset="0"/>
            </a:endParaRPr>
          </a:p>
          <a:p>
            <a:pPr>
              <a:buFontTx/>
              <a:buNone/>
            </a:pPr>
            <a:endParaRPr lang="en-CA" altLang="en-US" sz="2400" b="1">
              <a:latin typeface="Arial" panose="020B0604020202020204" pitchFamily="34" charset="0"/>
              <a:cs typeface="Arial" panose="020B0604020202020204" pitchFamily="34" charset="0"/>
            </a:endParaRPr>
          </a:p>
          <a:p>
            <a:pPr>
              <a:buFontTx/>
              <a:buNone/>
            </a:pPr>
            <a:endParaRPr lang="en-CA" altLang="en-US" sz="2400" b="1">
              <a:latin typeface="Arial" panose="020B0604020202020204" pitchFamily="34" charset="0"/>
              <a:cs typeface="Arial" panose="020B0604020202020204" pitchFamily="34" charset="0"/>
            </a:endParaRPr>
          </a:p>
          <a:p>
            <a:pPr>
              <a:buFontTx/>
              <a:buNone/>
            </a:pPr>
            <a:endParaRPr lang="en-CA" altLang="en-US" sz="2400" b="1">
              <a:latin typeface="Arial" panose="020B0604020202020204" pitchFamily="34" charset="0"/>
              <a:cs typeface="Arial" panose="020B0604020202020204" pitchFamily="34" charset="0"/>
            </a:endParaRPr>
          </a:p>
          <a:p>
            <a:pPr>
              <a:buFontTx/>
              <a:buNone/>
            </a:pPr>
            <a:r>
              <a:rPr lang="en-CA" altLang="en-US" sz="2400">
                <a:latin typeface="Arial" panose="020B0604020202020204" pitchFamily="34" charset="0"/>
                <a:cs typeface="Arial" panose="020B0604020202020204" pitchFamily="34" charset="0"/>
              </a:rPr>
              <a:t> </a:t>
            </a:r>
          </a:p>
          <a:p>
            <a:pPr>
              <a:buFontTx/>
              <a:buNone/>
            </a:pPr>
            <a:r>
              <a:rPr lang="en-CA" altLang="en-US" sz="2400">
                <a:latin typeface="Arial" panose="020B0604020202020204" pitchFamily="34" charset="0"/>
                <a:cs typeface="Arial" panose="020B0604020202020204" pitchFamily="34" charset="0"/>
              </a:rPr>
              <a:t>Development Time,</a:t>
            </a:r>
            <a:r>
              <a:rPr lang="en-CA" altLang="en-US" sz="2400" b="1">
                <a:latin typeface="Arial" panose="020B0604020202020204" pitchFamily="34" charset="0"/>
                <a:cs typeface="Arial" panose="020B0604020202020204" pitchFamily="34" charset="0"/>
              </a:rPr>
              <a:t> 	TDEV = C * E </a:t>
            </a:r>
            <a:r>
              <a:rPr lang="en-CA" altLang="en-US" sz="2400" b="1" baseline="30000">
                <a:latin typeface="Arial" panose="020B0604020202020204" pitchFamily="34" charset="0"/>
                <a:cs typeface="Arial" panose="020B0604020202020204" pitchFamily="34" charset="0"/>
              </a:rPr>
              <a:t>D</a:t>
            </a:r>
            <a:r>
              <a:rPr lang="en-US" altLang="en-US" sz="2400"/>
              <a:t> </a:t>
            </a:r>
          </a:p>
          <a:p>
            <a:pPr>
              <a:buFontTx/>
              <a:buNone/>
            </a:pPr>
            <a:endParaRPr lang="en-US" altLang="en-US" sz="2400"/>
          </a:p>
          <a:p>
            <a:pPr>
              <a:buFontTx/>
              <a:buNone/>
            </a:pPr>
            <a:r>
              <a:rPr lang="en-CA" altLang="en-US" sz="2400">
                <a:latin typeface="Arial" panose="020B0604020202020204" pitchFamily="34" charset="0"/>
                <a:ea typeface="Arial Unicode MS" panose="020B0604020202020204" pitchFamily="34" charset="-128"/>
                <a:cs typeface="Arial Unicode MS" panose="020B0604020202020204" pitchFamily="34" charset="-128"/>
              </a:rPr>
              <a:t>Number of Personnel</a:t>
            </a:r>
            <a:r>
              <a:rPr lang="en-CA" altLang="en-US" sz="2400" b="1">
                <a:latin typeface="Arial" panose="020B0604020202020204" pitchFamily="34" charset="0"/>
                <a:ea typeface="Arial Unicode MS" panose="020B0604020202020204" pitchFamily="34" charset="-128"/>
                <a:cs typeface="Arial Unicode MS" panose="020B0604020202020204" pitchFamily="34" charset="-128"/>
              </a:rPr>
              <a:t>, 	NP = E/ TDEV</a:t>
            </a:r>
          </a:p>
          <a:p>
            <a:pPr>
              <a:buFontTx/>
              <a:buNone/>
            </a:pPr>
            <a:endParaRPr lang="en-US" altLang="en-US" sz="2400"/>
          </a:p>
          <a:p>
            <a:pPr>
              <a:buFontTx/>
              <a:buNone/>
            </a:pPr>
            <a:r>
              <a:rPr lang="en-US" altLang="en-US" sz="2400"/>
              <a:t>where E is the Adjusted Effort</a:t>
            </a:r>
          </a:p>
          <a:p>
            <a:endParaRPr lang="en-US" altLang="en-US" sz="2400"/>
          </a:p>
        </p:txBody>
      </p:sp>
      <p:sp>
        <p:nvSpPr>
          <p:cNvPr id="96260" name="Slide Number Placeholder 5">
            <a:extLst>
              <a:ext uri="{FF2B5EF4-FFF2-40B4-BE49-F238E27FC236}">
                <a16:creationId xmlns:a16="http://schemas.microsoft.com/office/drawing/2014/main" id="{2D5A4CB3-07B1-0510-2EC0-36792265780F}"/>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3A7E45F-753F-F646-AC62-5D57A1C25A5D}" type="slidenum">
              <a:rPr lang="en-US" altLang="en-US" sz="1400"/>
              <a:pPr>
                <a:spcBef>
                  <a:spcPct val="0"/>
                </a:spcBef>
                <a:buFontTx/>
                <a:buNone/>
              </a:pPr>
              <a:t>75</a:t>
            </a:fld>
            <a:endParaRPr lang="en-US" altLang="en-US" sz="1400"/>
          </a:p>
        </p:txBody>
      </p:sp>
      <p:graphicFrame>
        <p:nvGraphicFramePr>
          <p:cNvPr id="44038" name="Group 6">
            <a:extLst>
              <a:ext uri="{FF2B5EF4-FFF2-40B4-BE49-F238E27FC236}">
                <a16:creationId xmlns:a16="http://schemas.microsoft.com/office/drawing/2014/main" id="{95C4E3BA-1BD4-F30D-8454-D367DC99E0A9}"/>
              </a:ext>
            </a:extLst>
          </p:cNvPr>
          <p:cNvGraphicFramePr>
            <a:graphicFrameLocks noGrp="1"/>
          </p:cNvGraphicFramePr>
          <p:nvPr/>
        </p:nvGraphicFramePr>
        <p:xfrm>
          <a:off x="1752600" y="2590800"/>
          <a:ext cx="4800600" cy="1406525"/>
        </p:xfrm>
        <a:graphic>
          <a:graphicData uri="http://schemas.openxmlformats.org/drawingml/2006/table">
            <a:tbl>
              <a:tblPr/>
              <a:tblGrid>
                <a:gridCol w="1200150">
                  <a:extLst>
                    <a:ext uri="{9D8B030D-6E8A-4147-A177-3AD203B41FA5}">
                      <a16:colId xmlns:a16="http://schemas.microsoft.com/office/drawing/2014/main" val="20000"/>
                    </a:ext>
                  </a:extLst>
                </a:gridCol>
                <a:gridCol w="1200150">
                  <a:extLst>
                    <a:ext uri="{9D8B030D-6E8A-4147-A177-3AD203B41FA5}">
                      <a16:colId xmlns:a16="http://schemas.microsoft.com/office/drawing/2014/main" val="20001"/>
                    </a:ext>
                  </a:extLst>
                </a:gridCol>
                <a:gridCol w="1200150">
                  <a:extLst>
                    <a:ext uri="{9D8B030D-6E8A-4147-A177-3AD203B41FA5}">
                      <a16:colId xmlns:a16="http://schemas.microsoft.com/office/drawing/2014/main" val="20002"/>
                    </a:ext>
                  </a:extLst>
                </a:gridCol>
                <a:gridCol w="1200150">
                  <a:extLst>
                    <a:ext uri="{9D8B030D-6E8A-4147-A177-3AD203B41FA5}">
                      <a16:colId xmlns:a16="http://schemas.microsoft.com/office/drawing/2014/main" val="20003"/>
                    </a:ext>
                  </a:extLst>
                </a:gridCol>
              </a:tblGrid>
              <a:tr h="609600">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700" b="1" i="0" u="none" strike="noStrike" cap="none" normalizeH="0" baseline="0">
                          <a:ln>
                            <a:noFill/>
                          </a:ln>
                          <a:solidFill>
                            <a:schemeClr val="tx1"/>
                          </a:solidFill>
                          <a:effectLst/>
                          <a:latin typeface="Times New Roman" panose="02020603050405020304" pitchFamily="18" charset="0"/>
                        </a:rPr>
                        <a:t>Parameter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700" b="1" i="0" u="none" strike="noStrike" cap="none" normalizeH="0" baseline="0">
                          <a:ln>
                            <a:noFill/>
                          </a:ln>
                          <a:solidFill>
                            <a:schemeClr val="tx1"/>
                          </a:solidFill>
                          <a:effectLst/>
                          <a:latin typeface="Times New Roman" panose="02020603050405020304" pitchFamily="18" charset="0"/>
                        </a:rPr>
                        <a:t>Organic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700" b="1" i="0" u="none" strike="noStrike" cap="none" normalizeH="0" baseline="0">
                          <a:ln>
                            <a:noFill/>
                          </a:ln>
                          <a:solidFill>
                            <a:schemeClr val="tx1"/>
                          </a:solidFill>
                          <a:effectLst/>
                          <a:latin typeface="Times New Roman" panose="02020603050405020304" pitchFamily="18" charset="0"/>
                        </a:rPr>
                        <a:t>Semi-detached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700" b="1" i="0" u="none" strike="noStrike" cap="none" normalizeH="0" baseline="0">
                          <a:ln>
                            <a:noFill/>
                          </a:ln>
                          <a:solidFill>
                            <a:schemeClr val="tx1"/>
                          </a:solidFill>
                          <a:effectLst/>
                          <a:latin typeface="Times New Roman" panose="02020603050405020304" pitchFamily="18" charset="0"/>
                        </a:rPr>
                        <a:t>Embedded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8463">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700" b="1" i="1" u="none" strike="noStrike" cap="none" normalizeH="0" baseline="0">
                          <a:ln>
                            <a:noFill/>
                          </a:ln>
                          <a:solidFill>
                            <a:schemeClr val="tx1"/>
                          </a:solidFill>
                          <a:effectLst/>
                          <a:latin typeface="Times New Roman" panose="02020603050405020304" pitchFamily="18" charset="0"/>
                        </a:rPr>
                        <a:t>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700" b="0" i="0" u="none" strike="noStrike" cap="none" normalizeH="0" baseline="0">
                          <a:ln>
                            <a:noFill/>
                          </a:ln>
                          <a:solidFill>
                            <a:schemeClr val="tx1"/>
                          </a:solidFill>
                          <a:effectLst/>
                          <a:latin typeface="Times New Roman" panose="02020603050405020304" pitchFamily="18" charset="0"/>
                        </a:rPr>
                        <a:t>2.5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700" b="0" i="0" u="none" strike="noStrike" cap="none" normalizeH="0" baseline="0">
                          <a:ln>
                            <a:noFill/>
                          </a:ln>
                          <a:solidFill>
                            <a:schemeClr val="tx1"/>
                          </a:solidFill>
                          <a:effectLst/>
                          <a:latin typeface="Times New Roman" panose="02020603050405020304" pitchFamily="18" charset="0"/>
                        </a:rPr>
                        <a:t>2.5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700" b="0" i="0" u="none" strike="noStrike" cap="none" normalizeH="0" baseline="0">
                          <a:ln>
                            <a:noFill/>
                          </a:ln>
                          <a:solidFill>
                            <a:schemeClr val="tx1"/>
                          </a:solidFill>
                          <a:effectLst/>
                          <a:latin typeface="Times New Roman" panose="02020603050405020304" pitchFamily="18" charset="0"/>
                        </a:rPr>
                        <a:t>2.5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8463">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700" b="1" i="1" u="none" strike="noStrike" cap="none" normalizeH="0" baseline="0">
                          <a:ln>
                            <a:noFill/>
                          </a:ln>
                          <a:solidFill>
                            <a:schemeClr val="tx1"/>
                          </a:solidFill>
                          <a:effectLst/>
                          <a:latin typeface="Times New Roman" panose="02020603050405020304" pitchFamily="18" charset="0"/>
                        </a:rPr>
                        <a:t>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700" b="0" i="0" u="none" strike="noStrike" cap="none" normalizeH="0" baseline="0">
                          <a:ln>
                            <a:noFill/>
                          </a:ln>
                          <a:solidFill>
                            <a:schemeClr val="tx1"/>
                          </a:solidFill>
                          <a:effectLst/>
                          <a:latin typeface="Times New Roman" panose="02020603050405020304" pitchFamily="18" charset="0"/>
                        </a:rPr>
                        <a:t>0.38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700" b="0" i="0" u="none" strike="noStrike" cap="none" normalizeH="0" baseline="0">
                          <a:ln>
                            <a:noFill/>
                          </a:ln>
                          <a:solidFill>
                            <a:schemeClr val="tx1"/>
                          </a:solidFill>
                          <a:effectLst/>
                          <a:latin typeface="Times New Roman" panose="02020603050405020304" pitchFamily="18" charset="0"/>
                        </a:rPr>
                        <a:t>0.35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700" b="0" i="0" u="none" strike="noStrike" cap="none" normalizeH="0" baseline="0" dirty="0">
                          <a:ln>
                            <a:noFill/>
                          </a:ln>
                          <a:solidFill>
                            <a:schemeClr val="tx1"/>
                          </a:solidFill>
                          <a:effectLst/>
                          <a:latin typeface="Times New Roman" panose="02020603050405020304" pitchFamily="18" charset="0"/>
                        </a:rPr>
                        <a:t>0.32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9" name="Rectangle 2">
            <a:extLst>
              <a:ext uri="{FF2B5EF4-FFF2-40B4-BE49-F238E27FC236}">
                <a16:creationId xmlns:a16="http://schemas.microsoft.com/office/drawing/2014/main" id="{AFE068A6-ABEB-2002-C329-0D6CE26D37D8}"/>
              </a:ext>
            </a:extLst>
          </p:cNvPr>
          <p:cNvSpPr>
            <a:spLocks noGrp="1" noChangeArrowheads="1"/>
          </p:cNvSpPr>
          <p:nvPr>
            <p:ph type="title"/>
          </p:nvPr>
        </p:nvSpPr>
        <p:spPr/>
        <p:txBody>
          <a:bodyPr/>
          <a:lstStyle/>
          <a:p>
            <a:pPr eaLnBrk="1" hangingPunct="1">
              <a:defRPr/>
            </a:pPr>
            <a:r>
              <a:rPr lang="en-US"/>
              <a:t>COCOMO  II</a:t>
            </a:r>
          </a:p>
        </p:txBody>
      </p:sp>
      <p:sp>
        <p:nvSpPr>
          <p:cNvPr id="97283" name="Rectangle 3">
            <a:extLst>
              <a:ext uri="{FF2B5EF4-FFF2-40B4-BE49-F238E27FC236}">
                <a16:creationId xmlns:a16="http://schemas.microsoft.com/office/drawing/2014/main" id="{F7DA9CC0-0555-E377-1231-084A48102489}"/>
              </a:ext>
            </a:extLst>
          </p:cNvPr>
          <p:cNvSpPr>
            <a:spLocks noGrp="1" noChangeArrowheads="1"/>
          </p:cNvSpPr>
          <p:nvPr>
            <p:ph idx="1"/>
          </p:nvPr>
        </p:nvSpPr>
        <p:spPr/>
        <p:txBody>
          <a:bodyPr/>
          <a:lstStyle/>
          <a:p>
            <a:pPr eaLnBrk="1" hangingPunct="1"/>
            <a:r>
              <a:rPr lang="en-US" altLang="en-US"/>
              <a:t>COCOMO II  was developed to address several issues that did not exist when the original COCOMO was developed </a:t>
            </a:r>
          </a:p>
          <a:p>
            <a:pPr lvl="1" eaLnBrk="1" hangingPunct="1"/>
            <a:r>
              <a:rPr lang="en-US" altLang="en-US"/>
              <a:t>The waterfall model was </a:t>
            </a:r>
            <a:r>
              <a:rPr lang="en-US" altLang="en-US" b="1"/>
              <a:t>the</a:t>
            </a:r>
            <a:r>
              <a:rPr lang="en-US" altLang="en-US"/>
              <a:t> software lifecycle development model</a:t>
            </a:r>
          </a:p>
          <a:p>
            <a:pPr lvl="1" eaLnBrk="1" hangingPunct="1"/>
            <a:r>
              <a:rPr lang="en-US" altLang="en-US"/>
              <a:t>Most software ran on mainframes</a:t>
            </a:r>
          </a:p>
          <a:p>
            <a:pPr lvl="1" eaLnBrk="1" hangingPunct="1"/>
            <a:r>
              <a:rPr lang="en-US" altLang="en-US"/>
              <a:t>Client-server and object oriented technologies were unknown, or at least were not widely used</a:t>
            </a:r>
          </a:p>
          <a:p>
            <a:pPr lvl="1" eaLnBrk="1" hangingPunct="1"/>
            <a:r>
              <a:rPr lang="en-US" altLang="en-US"/>
              <a:t>Simple reuse in effect – no inheritance, etc</a:t>
            </a:r>
          </a:p>
        </p:txBody>
      </p:sp>
      <p:sp>
        <p:nvSpPr>
          <p:cNvPr id="97284" name="Date Placeholder 3">
            <a:extLst>
              <a:ext uri="{FF2B5EF4-FFF2-40B4-BE49-F238E27FC236}">
                <a16:creationId xmlns:a16="http://schemas.microsoft.com/office/drawing/2014/main" id="{72068F24-C05F-639E-E909-E10F53E002F6}"/>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a:latin typeface="Arial" panose="020B0604020202020204" pitchFamily="34" charset="0"/>
              </a:rPr>
              <a:t> </a:t>
            </a:r>
          </a:p>
        </p:txBody>
      </p:sp>
      <p:sp>
        <p:nvSpPr>
          <p:cNvPr id="97285" name="Slide Number Placeholder 1">
            <a:extLst>
              <a:ext uri="{FF2B5EF4-FFF2-40B4-BE49-F238E27FC236}">
                <a16:creationId xmlns:a16="http://schemas.microsoft.com/office/drawing/2014/main" id="{FEF8DE66-136C-6308-48DE-9CA238A2CDD6}"/>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9D170B5-CBC1-874F-A988-63FC35F0D8F1}" type="slidenum">
              <a:rPr lang="en-US" altLang="en-US" sz="1400"/>
              <a:pPr>
                <a:spcBef>
                  <a:spcPct val="0"/>
                </a:spcBef>
                <a:buFontTx/>
                <a:buNone/>
              </a:pPr>
              <a:t>76</a:t>
            </a:fld>
            <a:endParaRPr lang="en-US" altLang="en-US" sz="140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3" name="Rectangle 2">
            <a:extLst>
              <a:ext uri="{FF2B5EF4-FFF2-40B4-BE49-F238E27FC236}">
                <a16:creationId xmlns:a16="http://schemas.microsoft.com/office/drawing/2014/main" id="{581F0763-1479-47DC-E58A-5EFA308C7771}"/>
              </a:ext>
            </a:extLst>
          </p:cNvPr>
          <p:cNvSpPr>
            <a:spLocks noGrp="1" noChangeArrowheads="1"/>
          </p:cNvSpPr>
          <p:nvPr>
            <p:ph type="title"/>
          </p:nvPr>
        </p:nvSpPr>
        <p:spPr/>
        <p:txBody>
          <a:bodyPr/>
          <a:lstStyle/>
          <a:p>
            <a:pPr eaLnBrk="1" hangingPunct="1">
              <a:defRPr/>
            </a:pPr>
            <a:r>
              <a:rPr lang="en-US"/>
              <a:t>COCOMO  II (cont)</a:t>
            </a:r>
          </a:p>
        </p:txBody>
      </p:sp>
      <p:sp>
        <p:nvSpPr>
          <p:cNvPr id="98307" name="Rectangle 3">
            <a:extLst>
              <a:ext uri="{FF2B5EF4-FFF2-40B4-BE49-F238E27FC236}">
                <a16:creationId xmlns:a16="http://schemas.microsoft.com/office/drawing/2014/main" id="{E4BD8680-136D-C8C3-D94A-FF37CDF3650C}"/>
              </a:ext>
            </a:extLst>
          </p:cNvPr>
          <p:cNvSpPr>
            <a:spLocks noGrp="1" noChangeArrowheads="1"/>
          </p:cNvSpPr>
          <p:nvPr>
            <p:ph idx="1"/>
          </p:nvPr>
        </p:nvSpPr>
        <p:spPr/>
        <p:txBody>
          <a:bodyPr/>
          <a:lstStyle/>
          <a:p>
            <a:pPr eaLnBrk="1" hangingPunct="1">
              <a:lnSpc>
                <a:spcPct val="90000"/>
              </a:lnSpc>
            </a:pPr>
            <a:r>
              <a:rPr lang="en-US" altLang="en-US"/>
              <a:t>Major differences</a:t>
            </a:r>
          </a:p>
          <a:p>
            <a:pPr lvl="1" eaLnBrk="1" hangingPunct="1">
              <a:lnSpc>
                <a:spcPct val="90000"/>
              </a:lnSpc>
            </a:pPr>
            <a:r>
              <a:rPr lang="en-US" altLang="en-US"/>
              <a:t>COCOMO was based upon lines of codes estimate</a:t>
            </a:r>
          </a:p>
          <a:p>
            <a:pPr lvl="2" eaLnBrk="1" hangingPunct="1">
              <a:lnSpc>
                <a:spcPct val="90000"/>
              </a:lnSpc>
            </a:pPr>
            <a:r>
              <a:rPr lang="en-US" altLang="en-US" sz="2000"/>
              <a:t>COCOMO II allows the use of other metrics, i.e. function points</a:t>
            </a:r>
          </a:p>
          <a:p>
            <a:pPr lvl="1" eaLnBrk="1" hangingPunct="1">
              <a:lnSpc>
                <a:spcPct val="90000"/>
              </a:lnSpc>
            </a:pPr>
            <a:r>
              <a:rPr lang="en-US" altLang="en-US"/>
              <a:t>COCOMO had a constant exponent, depending upon which of three modes is selected</a:t>
            </a:r>
          </a:p>
          <a:p>
            <a:pPr lvl="2" eaLnBrk="1" hangingPunct="1">
              <a:lnSpc>
                <a:spcPct val="90000"/>
              </a:lnSpc>
            </a:pPr>
            <a:r>
              <a:rPr lang="en-US" altLang="en-US" sz="2000"/>
              <a:t>COCOMO II allows the exponent to continuously vary between 1.01 and 1.26</a:t>
            </a:r>
          </a:p>
          <a:p>
            <a:pPr lvl="1" eaLnBrk="1" hangingPunct="1">
              <a:lnSpc>
                <a:spcPct val="90000"/>
              </a:lnSpc>
            </a:pPr>
            <a:r>
              <a:rPr lang="en-US" altLang="en-US"/>
              <a:t>COCOMO assumes that savings due to reuse are directly proportional to the amount of reuse</a:t>
            </a:r>
          </a:p>
          <a:p>
            <a:pPr lvl="2" eaLnBrk="1" hangingPunct="1">
              <a:lnSpc>
                <a:spcPct val="90000"/>
              </a:lnSpc>
            </a:pPr>
            <a:r>
              <a:rPr lang="en-US" altLang="en-US" sz="2000"/>
              <a:t>COCOMO II uses a non linear model – even a small amount of reuse may incur a huge effort in understanding the code</a:t>
            </a:r>
          </a:p>
        </p:txBody>
      </p:sp>
      <p:sp>
        <p:nvSpPr>
          <p:cNvPr id="98308" name="Date Placeholder 3">
            <a:extLst>
              <a:ext uri="{FF2B5EF4-FFF2-40B4-BE49-F238E27FC236}">
                <a16:creationId xmlns:a16="http://schemas.microsoft.com/office/drawing/2014/main" id="{ADD1D941-B46B-3799-3C2B-BE0D385279D8}"/>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a:latin typeface="Arial" panose="020B0604020202020204" pitchFamily="34" charset="0"/>
              </a:rPr>
              <a:t> </a:t>
            </a:r>
          </a:p>
        </p:txBody>
      </p:sp>
      <p:sp>
        <p:nvSpPr>
          <p:cNvPr id="98309" name="Slide Number Placeholder 1">
            <a:extLst>
              <a:ext uri="{FF2B5EF4-FFF2-40B4-BE49-F238E27FC236}">
                <a16:creationId xmlns:a16="http://schemas.microsoft.com/office/drawing/2014/main" id="{1DBC0FF8-6948-9DE5-E0C3-39ECA7FF117A}"/>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7913329-9CA1-E24C-85C4-36F7307FBA6F}" type="slidenum">
              <a:rPr lang="en-US" altLang="en-US" sz="1400"/>
              <a:pPr>
                <a:spcBef>
                  <a:spcPct val="0"/>
                </a:spcBef>
                <a:buFontTx/>
                <a:buNone/>
              </a:pPr>
              <a:t>77</a:t>
            </a:fld>
            <a:endParaRPr lang="en-US" altLang="en-US" sz="140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p:cNvGrpSpPr/>
        <p:nvPr/>
      </p:nvGrpSpPr>
      <p:grpSpPr>
        <a:xfrm>
          <a:off x="0" y="0"/>
          <a:ext cx="0" cy="0"/>
          <a:chOff x="0" y="0"/>
          <a:chExt cx="0" cy="0"/>
        </a:xfrm>
      </p:grpSpPr>
      <p:sp>
        <p:nvSpPr>
          <p:cNvPr id="49157" name="Rectangle 2">
            <a:extLst>
              <a:ext uri="{FF2B5EF4-FFF2-40B4-BE49-F238E27FC236}">
                <a16:creationId xmlns:a16="http://schemas.microsoft.com/office/drawing/2014/main" id="{27B8353C-501B-C7A8-B8FB-95543F55873B}"/>
              </a:ext>
            </a:extLst>
          </p:cNvPr>
          <p:cNvSpPr>
            <a:spLocks noGrp="1" noChangeArrowheads="1"/>
          </p:cNvSpPr>
          <p:nvPr>
            <p:ph type="title"/>
          </p:nvPr>
        </p:nvSpPr>
        <p:spPr/>
        <p:txBody>
          <a:bodyPr/>
          <a:lstStyle/>
          <a:p>
            <a:pPr eaLnBrk="1" hangingPunct="1">
              <a:defRPr/>
            </a:pPr>
            <a:r>
              <a:rPr lang="en-US"/>
              <a:t>COCOMO  II (cont)</a:t>
            </a:r>
          </a:p>
        </p:txBody>
      </p:sp>
      <p:sp>
        <p:nvSpPr>
          <p:cNvPr id="99331" name="Rectangle 3">
            <a:extLst>
              <a:ext uri="{FF2B5EF4-FFF2-40B4-BE49-F238E27FC236}">
                <a16:creationId xmlns:a16="http://schemas.microsoft.com/office/drawing/2014/main" id="{C6EE29A9-7922-FCBE-A7A4-A299560394F6}"/>
              </a:ext>
            </a:extLst>
          </p:cNvPr>
          <p:cNvSpPr>
            <a:spLocks noGrp="1" noChangeArrowheads="1"/>
          </p:cNvSpPr>
          <p:nvPr>
            <p:ph idx="1"/>
          </p:nvPr>
        </p:nvSpPr>
        <p:spPr/>
        <p:txBody>
          <a:bodyPr/>
          <a:lstStyle/>
          <a:p>
            <a:pPr lvl="1" eaLnBrk="1" hangingPunct="1"/>
            <a:r>
              <a:rPr lang="en-US" altLang="en-US"/>
              <a:t>COCOMO II modified the difficulty factors </a:t>
            </a:r>
          </a:p>
          <a:p>
            <a:pPr lvl="1" eaLnBrk="1" hangingPunct="1"/>
            <a:r>
              <a:rPr lang="en-US" altLang="en-US"/>
              <a:t>COCOMO II was calibrated with 83 projects</a:t>
            </a:r>
          </a:p>
          <a:p>
            <a:pPr eaLnBrk="1" hangingPunct="1"/>
            <a:endParaRPr lang="en-US" altLang="en-US"/>
          </a:p>
          <a:p>
            <a:pPr eaLnBrk="1" hangingPunct="1"/>
            <a:endParaRPr lang="en-US" altLang="en-US"/>
          </a:p>
          <a:p>
            <a:pPr eaLnBrk="1" hangingPunct="1"/>
            <a:endParaRPr lang="en-US" altLang="en-US"/>
          </a:p>
        </p:txBody>
      </p:sp>
      <p:sp>
        <p:nvSpPr>
          <p:cNvPr id="99332" name="Date Placeholder 3">
            <a:extLst>
              <a:ext uri="{FF2B5EF4-FFF2-40B4-BE49-F238E27FC236}">
                <a16:creationId xmlns:a16="http://schemas.microsoft.com/office/drawing/2014/main" id="{3833201F-8AD5-E371-90AB-4FA47583B3D3}"/>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a:latin typeface="Arial" panose="020B0604020202020204" pitchFamily="34" charset="0"/>
              </a:rPr>
              <a:t> </a:t>
            </a:r>
          </a:p>
        </p:txBody>
      </p:sp>
      <p:sp>
        <p:nvSpPr>
          <p:cNvPr id="99333" name="Slide Number Placeholder 1">
            <a:extLst>
              <a:ext uri="{FF2B5EF4-FFF2-40B4-BE49-F238E27FC236}">
                <a16:creationId xmlns:a16="http://schemas.microsoft.com/office/drawing/2014/main" id="{426F61BF-D2D4-D69A-A634-489768613907}"/>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8946045-E8A1-AC4C-9C22-AA66A9E68CFE}" type="slidenum">
              <a:rPr lang="en-US" altLang="en-US" sz="1400"/>
              <a:pPr>
                <a:spcBef>
                  <a:spcPct val="0"/>
                </a:spcBef>
                <a:buFontTx/>
                <a:buNone/>
              </a:pPr>
              <a:t>78</a:t>
            </a:fld>
            <a:endParaRPr lang="en-US" altLang="en-US" sz="140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Date Placeholder 3">
            <a:extLst>
              <a:ext uri="{FF2B5EF4-FFF2-40B4-BE49-F238E27FC236}">
                <a16:creationId xmlns:a16="http://schemas.microsoft.com/office/drawing/2014/main" id="{4A1235F0-C612-8E57-403E-B894B0C51101}"/>
              </a:ext>
            </a:extLst>
          </p:cNvPr>
          <p:cNvSpPr>
            <a:spLocks noGrp="1"/>
          </p:cNvSpPr>
          <p:nvPr>
            <p:ph type="dt" sz="quarter" idx="10"/>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tr-TR" sz="1400"/>
              <a:t>26/12/2016</a:t>
            </a:r>
          </a:p>
        </p:txBody>
      </p:sp>
      <p:sp>
        <p:nvSpPr>
          <p:cNvPr id="100355" name="Footer Placeholder 4">
            <a:extLst>
              <a:ext uri="{FF2B5EF4-FFF2-40B4-BE49-F238E27FC236}">
                <a16:creationId xmlns:a16="http://schemas.microsoft.com/office/drawing/2014/main" id="{0443DAD0-8F08-5BAF-DEF3-8F03AA6D460C}"/>
              </a:ext>
            </a:extLst>
          </p:cNvPr>
          <p:cNvSpPr>
            <a:spLocks noGrp="1"/>
          </p:cNvSpPr>
          <p:nvPr>
            <p:ph type="ftr" sz="quarter" idx="11"/>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tr-TR" sz="1400"/>
          </a:p>
        </p:txBody>
      </p:sp>
      <p:sp>
        <p:nvSpPr>
          <p:cNvPr id="100356" name="Slide Number Placeholder 5">
            <a:extLst>
              <a:ext uri="{FF2B5EF4-FFF2-40B4-BE49-F238E27FC236}">
                <a16:creationId xmlns:a16="http://schemas.microsoft.com/office/drawing/2014/main" id="{F180D6FD-2DB0-EE4A-5386-31DED99DBA2A}"/>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D01DC37-8145-B143-9F58-17C0145FD593}" type="slidenum">
              <a:rPr lang="en-US" altLang="tr-TR" sz="1400"/>
              <a:pPr>
                <a:spcBef>
                  <a:spcPct val="0"/>
                </a:spcBef>
                <a:buFontTx/>
                <a:buNone/>
              </a:pPr>
              <a:t>79</a:t>
            </a:fld>
            <a:endParaRPr lang="en-US" altLang="tr-TR" sz="1400"/>
          </a:p>
        </p:txBody>
      </p:sp>
      <p:sp>
        <p:nvSpPr>
          <p:cNvPr id="48130" name="Rectangle 2">
            <a:extLst>
              <a:ext uri="{FF2B5EF4-FFF2-40B4-BE49-F238E27FC236}">
                <a16:creationId xmlns:a16="http://schemas.microsoft.com/office/drawing/2014/main" id="{1B21F75A-9478-012B-B35B-5AA7A2A5EF5C}"/>
              </a:ext>
            </a:extLst>
          </p:cNvPr>
          <p:cNvSpPr>
            <a:spLocks noGrp="1" noChangeArrowheads="1"/>
          </p:cNvSpPr>
          <p:nvPr>
            <p:ph type="title"/>
          </p:nvPr>
        </p:nvSpPr>
        <p:spPr/>
        <p:txBody>
          <a:bodyPr/>
          <a:lstStyle/>
          <a:p>
            <a:pPr>
              <a:defRPr/>
            </a:pPr>
            <a:r>
              <a:rPr lang="en-US" altLang="tr-TR"/>
              <a:t>Distribution of Effort</a:t>
            </a:r>
          </a:p>
        </p:txBody>
      </p:sp>
      <p:sp>
        <p:nvSpPr>
          <p:cNvPr id="48131" name="Rectangle 3">
            <a:extLst>
              <a:ext uri="{FF2B5EF4-FFF2-40B4-BE49-F238E27FC236}">
                <a16:creationId xmlns:a16="http://schemas.microsoft.com/office/drawing/2014/main" id="{B29536EA-D83B-54E4-23A6-7E431039EACE}"/>
              </a:ext>
            </a:extLst>
          </p:cNvPr>
          <p:cNvSpPr>
            <a:spLocks noGrp="1" noChangeArrowheads="1"/>
          </p:cNvSpPr>
          <p:nvPr>
            <p:ph type="body" idx="1"/>
          </p:nvPr>
        </p:nvSpPr>
        <p:spPr/>
        <p:txBody>
          <a:bodyPr/>
          <a:lstStyle/>
          <a:p>
            <a:pPr>
              <a:defRPr/>
            </a:pPr>
            <a:r>
              <a:rPr lang="en-CA" altLang="tr-TR" dirty="0">
                <a:latin typeface="Arial" panose="020B0604020202020204" pitchFamily="34" charset="0"/>
                <a:cs typeface="Arial" panose="020B0604020202020204" pitchFamily="34" charset="0"/>
              </a:rPr>
              <a:t>A development process typically consists of the following stages:</a:t>
            </a:r>
            <a:endParaRPr lang="tr-TR" altLang="tr-TR" dirty="0">
              <a:ea typeface="Arial Unicode MS" panose="020B0604020202020204" pitchFamily="34" charset="-128"/>
              <a:cs typeface="Arial Unicode MS" panose="020B0604020202020204" pitchFamily="34" charset="-128"/>
            </a:endParaRPr>
          </a:p>
          <a:p>
            <a:pPr lvl="1">
              <a:defRPr/>
            </a:pPr>
            <a:r>
              <a:rPr lang="en-CA" altLang="tr-TR" b="1" dirty="0">
                <a:latin typeface="+mj-lt"/>
                <a:cs typeface="Arial" panose="020B0604020202020204" pitchFamily="34" charset="0"/>
              </a:rPr>
              <a:t>Requirements Analysis</a:t>
            </a:r>
            <a:endParaRPr lang="tr-TR" altLang="tr-TR" dirty="0">
              <a:latin typeface="+mj-lt"/>
              <a:ea typeface="Arial Unicode MS" panose="020B0604020202020204" pitchFamily="34" charset="-128"/>
              <a:cs typeface="Arial Unicode MS" panose="020B0604020202020204" pitchFamily="34" charset="-128"/>
            </a:endParaRPr>
          </a:p>
          <a:p>
            <a:pPr lvl="1">
              <a:defRPr/>
            </a:pPr>
            <a:r>
              <a:rPr lang="en-CA" altLang="tr-TR" b="1" dirty="0">
                <a:latin typeface="Arial" panose="020B0604020202020204" pitchFamily="34" charset="0"/>
                <a:cs typeface="Arial" panose="020B0604020202020204" pitchFamily="34" charset="0"/>
              </a:rPr>
              <a:t>Design (High Level + Detailed)</a:t>
            </a:r>
            <a:endParaRPr lang="tr-TR" altLang="tr-TR" dirty="0">
              <a:ea typeface="Arial Unicode MS" panose="020B0604020202020204" pitchFamily="34" charset="-128"/>
              <a:cs typeface="Arial Unicode MS" panose="020B0604020202020204" pitchFamily="34" charset="-128"/>
            </a:endParaRPr>
          </a:p>
          <a:p>
            <a:pPr lvl="1">
              <a:defRPr/>
            </a:pPr>
            <a:r>
              <a:rPr lang="en-CA" altLang="tr-TR" b="1" dirty="0">
                <a:latin typeface="Arial" panose="020B0604020202020204" pitchFamily="34" charset="0"/>
                <a:cs typeface="Arial" panose="020B0604020202020204" pitchFamily="34" charset="0"/>
              </a:rPr>
              <a:t>Implementation &amp; Coding</a:t>
            </a:r>
            <a:endParaRPr lang="tr-TR" altLang="tr-TR" dirty="0">
              <a:ea typeface="Arial Unicode MS" panose="020B0604020202020204" pitchFamily="34" charset="-128"/>
              <a:cs typeface="Arial Unicode MS" panose="020B0604020202020204" pitchFamily="34" charset="-128"/>
            </a:endParaRPr>
          </a:p>
          <a:p>
            <a:pPr lvl="1">
              <a:defRPr/>
            </a:pPr>
            <a:r>
              <a:rPr lang="en-CA" altLang="tr-TR" b="1" dirty="0">
                <a:latin typeface="Arial" panose="020B0604020202020204" pitchFamily="34" charset="0"/>
                <a:cs typeface="Arial" panose="020B0604020202020204" pitchFamily="34" charset="0"/>
              </a:rPr>
              <a:t>Testing (Unit + Integration)</a:t>
            </a:r>
            <a:endParaRPr lang="en-CA" altLang="tr-TR" dirty="0">
              <a:ea typeface="Arial Unicode MS" panose="020B0604020202020204" pitchFamily="34" charset="-128"/>
              <a:cs typeface="Arial Unicode MS" panose="020B0604020202020204" pitchFamily="34" charset="-128"/>
            </a:endParaRPr>
          </a:p>
          <a:p>
            <a:pPr>
              <a:defRPr/>
            </a:pPr>
            <a:endParaRPr lang="en-US" altLang="tr-TR" sz="24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Date Placeholder 3">
            <a:extLst>
              <a:ext uri="{FF2B5EF4-FFF2-40B4-BE49-F238E27FC236}">
                <a16:creationId xmlns:a16="http://schemas.microsoft.com/office/drawing/2014/main" id="{ED8C359D-B803-8159-0EC7-2B2957BE8534}"/>
              </a:ext>
            </a:extLst>
          </p:cNvPr>
          <p:cNvSpPr>
            <a:spLocks noGrp="1"/>
          </p:cNvSpPr>
          <p:nvPr>
            <p:ph type="dt" sz="quarter" idx="10"/>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tr-TR" sz="1400"/>
              <a:t>26/12/2016</a:t>
            </a:r>
          </a:p>
        </p:txBody>
      </p:sp>
      <p:sp>
        <p:nvSpPr>
          <p:cNvPr id="101379" name="Footer Placeholder 4">
            <a:extLst>
              <a:ext uri="{FF2B5EF4-FFF2-40B4-BE49-F238E27FC236}">
                <a16:creationId xmlns:a16="http://schemas.microsoft.com/office/drawing/2014/main" id="{9467BDF7-5C0A-D199-B02B-2BEB71047404}"/>
              </a:ext>
            </a:extLst>
          </p:cNvPr>
          <p:cNvSpPr>
            <a:spLocks noGrp="1"/>
          </p:cNvSpPr>
          <p:nvPr>
            <p:ph type="ftr" sz="quarter" idx="11"/>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tr-TR" sz="1400"/>
          </a:p>
        </p:txBody>
      </p:sp>
      <p:sp>
        <p:nvSpPr>
          <p:cNvPr id="101380" name="Slide Number Placeholder 5">
            <a:extLst>
              <a:ext uri="{FF2B5EF4-FFF2-40B4-BE49-F238E27FC236}">
                <a16:creationId xmlns:a16="http://schemas.microsoft.com/office/drawing/2014/main" id="{11500D6E-DAF9-30C6-C39B-B166ABBCABCC}"/>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B07E8AC-9E18-B546-90BB-FD35893EAFB7}" type="slidenum">
              <a:rPr lang="en-US" altLang="tr-TR" sz="1400"/>
              <a:pPr>
                <a:spcBef>
                  <a:spcPct val="0"/>
                </a:spcBef>
                <a:buFontTx/>
                <a:buNone/>
              </a:pPr>
              <a:t>80</a:t>
            </a:fld>
            <a:endParaRPr lang="en-US" altLang="tr-TR" sz="1400"/>
          </a:p>
        </p:txBody>
      </p:sp>
      <p:sp>
        <p:nvSpPr>
          <p:cNvPr id="49154" name="Rectangle 2">
            <a:extLst>
              <a:ext uri="{FF2B5EF4-FFF2-40B4-BE49-F238E27FC236}">
                <a16:creationId xmlns:a16="http://schemas.microsoft.com/office/drawing/2014/main" id="{211BB5B5-658E-23E8-D7AE-6999B31411BC}"/>
              </a:ext>
            </a:extLst>
          </p:cNvPr>
          <p:cNvSpPr>
            <a:spLocks noGrp="1" noChangeArrowheads="1"/>
          </p:cNvSpPr>
          <p:nvPr>
            <p:ph type="title"/>
          </p:nvPr>
        </p:nvSpPr>
        <p:spPr/>
        <p:txBody>
          <a:bodyPr/>
          <a:lstStyle/>
          <a:p>
            <a:pPr>
              <a:defRPr/>
            </a:pPr>
            <a:r>
              <a:rPr lang="en-US" altLang="tr-TR"/>
              <a:t>Distribution of Effort (.)</a:t>
            </a:r>
          </a:p>
        </p:txBody>
      </p:sp>
      <p:sp>
        <p:nvSpPr>
          <p:cNvPr id="101382" name="Rectangle 3">
            <a:extLst>
              <a:ext uri="{FF2B5EF4-FFF2-40B4-BE49-F238E27FC236}">
                <a16:creationId xmlns:a16="http://schemas.microsoft.com/office/drawing/2014/main" id="{17D3AA5D-114C-CD31-57B1-EC7E411D7E75}"/>
              </a:ext>
            </a:extLst>
          </p:cNvPr>
          <p:cNvSpPr>
            <a:spLocks noGrp="1" noChangeArrowheads="1"/>
          </p:cNvSpPr>
          <p:nvPr>
            <p:ph type="body" idx="1"/>
          </p:nvPr>
        </p:nvSpPr>
        <p:spPr/>
        <p:txBody>
          <a:bodyPr/>
          <a:lstStyle/>
          <a:p>
            <a:pPr>
              <a:buFontTx/>
              <a:buNone/>
            </a:pPr>
            <a:r>
              <a:rPr lang="en-CA" altLang="tr-TR" sz="2000">
                <a:latin typeface="Arial" panose="020B0604020202020204" pitchFamily="34" charset="0"/>
                <a:ea typeface="Arial Unicode MS" panose="020B0604020202020204" pitchFamily="34" charset="-128"/>
                <a:cs typeface="Arial Unicode MS" panose="020B0604020202020204" pitchFamily="34" charset="-128"/>
              </a:rPr>
              <a:t>The following table gives the recommended </a:t>
            </a:r>
            <a:r>
              <a:rPr lang="en-CA" altLang="tr-TR" sz="2000" b="1">
                <a:latin typeface="Arial" panose="020B0604020202020204" pitchFamily="34" charset="0"/>
                <a:ea typeface="Arial Unicode MS" panose="020B0604020202020204" pitchFamily="34" charset="-128"/>
                <a:cs typeface="Arial Unicode MS" panose="020B0604020202020204" pitchFamily="34" charset="-128"/>
              </a:rPr>
              <a:t>percentage distribution of Effort (APM) </a:t>
            </a:r>
            <a:r>
              <a:rPr lang="en-CA" altLang="tr-TR" sz="2000">
                <a:latin typeface="Arial" panose="020B0604020202020204" pitchFamily="34" charset="0"/>
                <a:ea typeface="Arial Unicode MS" panose="020B0604020202020204" pitchFamily="34" charset="-128"/>
                <a:cs typeface="Arial Unicode MS" panose="020B0604020202020204" pitchFamily="34" charset="-128"/>
              </a:rPr>
              <a:t>and </a:t>
            </a:r>
            <a:r>
              <a:rPr lang="en-CA" altLang="tr-TR" sz="2000" b="1">
                <a:latin typeface="Arial" panose="020B0604020202020204" pitchFamily="34" charset="0"/>
                <a:ea typeface="Arial Unicode MS" panose="020B0604020202020204" pitchFamily="34" charset="-128"/>
                <a:cs typeface="Arial Unicode MS" panose="020B0604020202020204" pitchFamily="34" charset="-128"/>
              </a:rPr>
              <a:t>TDEV</a:t>
            </a:r>
            <a:r>
              <a:rPr lang="en-CA" altLang="tr-TR" sz="2000">
                <a:latin typeface="Arial" panose="020B0604020202020204" pitchFamily="34" charset="0"/>
                <a:ea typeface="Arial Unicode MS" panose="020B0604020202020204" pitchFamily="34" charset="-128"/>
                <a:cs typeface="Arial Unicode MS" panose="020B0604020202020204" pitchFamily="34" charset="-128"/>
              </a:rPr>
              <a:t> for these stages:</a:t>
            </a:r>
          </a:p>
          <a:p>
            <a:pPr>
              <a:buFontTx/>
              <a:buNone/>
            </a:pPr>
            <a:r>
              <a:rPr lang="en-CA" altLang="tr-TR" sz="2000" b="1">
                <a:latin typeface="Arial" panose="020B0604020202020204" pitchFamily="34" charset="0"/>
                <a:cs typeface="Arial" panose="020B0604020202020204" pitchFamily="34" charset="0"/>
              </a:rPr>
              <a:t> </a:t>
            </a:r>
            <a:endParaRPr lang="en-CA" altLang="tr-TR" sz="2000">
              <a:ea typeface="Arial Unicode MS" panose="020B0604020202020204" pitchFamily="34" charset="-128"/>
              <a:cs typeface="Arial Unicode MS" panose="020B0604020202020204" pitchFamily="34" charset="-128"/>
            </a:endParaRPr>
          </a:p>
          <a:p>
            <a:pPr>
              <a:buFontTx/>
              <a:buNone/>
            </a:pPr>
            <a:r>
              <a:rPr lang="en-CA" altLang="tr-TR" sz="2000" b="1" u="sng">
                <a:latin typeface="Arial" panose="020B0604020202020204" pitchFamily="34" charset="0"/>
                <a:cs typeface="Arial" panose="020B0604020202020204" pitchFamily="34" charset="0"/>
              </a:rPr>
              <a:t>Percentage Distribution of Effort and Time Table:</a:t>
            </a:r>
          </a:p>
        </p:txBody>
      </p:sp>
      <p:grpSp>
        <p:nvGrpSpPr>
          <p:cNvPr id="101383" name="Group 60">
            <a:extLst>
              <a:ext uri="{FF2B5EF4-FFF2-40B4-BE49-F238E27FC236}">
                <a16:creationId xmlns:a16="http://schemas.microsoft.com/office/drawing/2014/main" id="{5D212945-211C-49D5-CC5F-88BE83D4263E}"/>
              </a:ext>
            </a:extLst>
          </p:cNvPr>
          <p:cNvGrpSpPr>
            <a:grpSpLocks/>
          </p:cNvGrpSpPr>
          <p:nvPr/>
        </p:nvGrpSpPr>
        <p:grpSpPr bwMode="auto">
          <a:xfrm>
            <a:off x="1066800" y="3657600"/>
            <a:ext cx="5726113" cy="1143000"/>
            <a:chOff x="-2" y="-2"/>
            <a:chExt cx="3607" cy="1443"/>
          </a:xfrm>
        </p:grpSpPr>
        <p:grpSp>
          <p:nvGrpSpPr>
            <p:cNvPr id="101384" name="Group 58">
              <a:extLst>
                <a:ext uri="{FF2B5EF4-FFF2-40B4-BE49-F238E27FC236}">
                  <a16:creationId xmlns:a16="http://schemas.microsoft.com/office/drawing/2014/main" id="{0FC82B5F-4F29-BD4E-5EB7-67ED842A798C}"/>
                </a:ext>
              </a:extLst>
            </p:cNvPr>
            <p:cNvGrpSpPr>
              <a:grpSpLocks/>
            </p:cNvGrpSpPr>
            <p:nvPr/>
          </p:nvGrpSpPr>
          <p:grpSpPr bwMode="auto">
            <a:xfrm>
              <a:off x="0" y="0"/>
              <a:ext cx="3603" cy="1439"/>
              <a:chOff x="0" y="0"/>
              <a:chExt cx="3603" cy="1439"/>
            </a:xfrm>
          </p:grpSpPr>
          <p:grpSp>
            <p:nvGrpSpPr>
              <p:cNvPr id="101386" name="Group 23">
                <a:extLst>
                  <a:ext uri="{FF2B5EF4-FFF2-40B4-BE49-F238E27FC236}">
                    <a16:creationId xmlns:a16="http://schemas.microsoft.com/office/drawing/2014/main" id="{1D9C57E5-E2DF-A484-8CA9-90EB1C5F3F2E}"/>
                  </a:ext>
                </a:extLst>
              </p:cNvPr>
              <p:cNvGrpSpPr>
                <a:grpSpLocks/>
              </p:cNvGrpSpPr>
              <p:nvPr/>
            </p:nvGrpSpPr>
            <p:grpSpPr bwMode="auto">
              <a:xfrm>
                <a:off x="0" y="0"/>
                <a:ext cx="458" cy="633"/>
                <a:chOff x="0" y="0"/>
                <a:chExt cx="458" cy="633"/>
              </a:xfrm>
            </p:grpSpPr>
            <p:sp>
              <p:nvSpPr>
                <p:cNvPr id="101438" name="Rectangle 4">
                  <a:extLst>
                    <a:ext uri="{FF2B5EF4-FFF2-40B4-BE49-F238E27FC236}">
                      <a16:creationId xmlns:a16="http://schemas.microsoft.com/office/drawing/2014/main" id="{9A14C8B9-8449-7D9E-9093-5DB386694CB3}"/>
                    </a:ext>
                  </a:extLst>
                </p:cNvPr>
                <p:cNvSpPr>
                  <a:spLocks noChangeArrowheads="1"/>
                </p:cNvSpPr>
                <p:nvPr/>
              </p:nvSpPr>
              <p:spPr bwMode="auto">
                <a:xfrm>
                  <a:off x="43" y="0"/>
                  <a:ext cx="372" cy="6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br>
                    <a:rPr lang="en-CA" altLang="tr-TR" sz="1200" b="1">
                      <a:latin typeface="Arial" panose="020B0604020202020204" pitchFamily="34" charset="0"/>
                      <a:cs typeface="Arial" panose="020B0604020202020204" pitchFamily="34" charset="0"/>
                    </a:rPr>
                  </a:br>
                  <a:br>
                    <a:rPr lang="en-CA" altLang="tr-TR" sz="1200" b="1">
                      <a:latin typeface="Arial" panose="020B0604020202020204" pitchFamily="34" charset="0"/>
                      <a:cs typeface="Arial" panose="020B0604020202020204" pitchFamily="34" charset="0"/>
                    </a:rPr>
                  </a:br>
                  <a:endParaRPr lang="en-CA" altLang="tr-TR" sz="1200">
                    <a:ea typeface="Arial Unicode MS" panose="020B0604020202020204" pitchFamily="34" charset="-128"/>
                    <a:cs typeface="Arial Unicode MS" panose="020B0604020202020204" pitchFamily="34" charset="-128"/>
                  </a:endParaRPr>
                </a:p>
                <a:p>
                  <a:pPr algn="ctr">
                    <a:spcBef>
                      <a:spcPct val="0"/>
                    </a:spcBef>
                    <a:buFontTx/>
                    <a:buNone/>
                  </a:pPr>
                  <a:endParaRPr lang="en-CA" altLang="tr-TR" sz="2400"/>
                </a:p>
              </p:txBody>
            </p:sp>
            <p:sp>
              <p:nvSpPr>
                <p:cNvPr id="101439" name="Rectangle 22">
                  <a:extLst>
                    <a:ext uri="{FF2B5EF4-FFF2-40B4-BE49-F238E27FC236}">
                      <a16:creationId xmlns:a16="http://schemas.microsoft.com/office/drawing/2014/main" id="{33FE94D9-19C8-8435-011C-EA8BE6BB7524}"/>
                    </a:ext>
                  </a:extLst>
                </p:cNvPr>
                <p:cNvSpPr>
                  <a:spLocks noChangeArrowheads="1"/>
                </p:cNvSpPr>
                <p:nvPr/>
              </p:nvSpPr>
              <p:spPr bwMode="auto">
                <a:xfrm>
                  <a:off x="0" y="0"/>
                  <a:ext cx="458" cy="63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tr-TR" altLang="en-US" sz="2400"/>
                </a:p>
              </p:txBody>
            </p:sp>
          </p:grpSp>
          <p:grpSp>
            <p:nvGrpSpPr>
              <p:cNvPr id="101387" name="Group 25">
                <a:extLst>
                  <a:ext uri="{FF2B5EF4-FFF2-40B4-BE49-F238E27FC236}">
                    <a16:creationId xmlns:a16="http://schemas.microsoft.com/office/drawing/2014/main" id="{FBAB7E9B-05FF-27D2-32F0-05628F40D01B}"/>
                  </a:ext>
                </a:extLst>
              </p:cNvPr>
              <p:cNvGrpSpPr>
                <a:grpSpLocks/>
              </p:cNvGrpSpPr>
              <p:nvPr/>
            </p:nvGrpSpPr>
            <p:grpSpPr bwMode="auto">
              <a:xfrm>
                <a:off x="458" y="0"/>
                <a:ext cx="596" cy="633"/>
                <a:chOff x="458" y="0"/>
                <a:chExt cx="596" cy="633"/>
              </a:xfrm>
            </p:grpSpPr>
            <p:sp>
              <p:nvSpPr>
                <p:cNvPr id="101436" name="Rectangle 5">
                  <a:extLst>
                    <a:ext uri="{FF2B5EF4-FFF2-40B4-BE49-F238E27FC236}">
                      <a16:creationId xmlns:a16="http://schemas.microsoft.com/office/drawing/2014/main" id="{42B4CCE0-55D8-F704-5027-98C08C160309}"/>
                    </a:ext>
                  </a:extLst>
                </p:cNvPr>
                <p:cNvSpPr>
                  <a:spLocks noChangeArrowheads="1"/>
                </p:cNvSpPr>
                <p:nvPr/>
              </p:nvSpPr>
              <p:spPr bwMode="auto">
                <a:xfrm>
                  <a:off x="501" y="0"/>
                  <a:ext cx="510" cy="6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CA" altLang="tr-TR" sz="1200" b="1">
                      <a:latin typeface="Arial" panose="020B0604020202020204" pitchFamily="34" charset="0"/>
                      <a:cs typeface="Arial" panose="020B0604020202020204" pitchFamily="34" charset="0"/>
                    </a:rPr>
                    <a:t>Req </a:t>
                  </a:r>
                  <a:br>
                    <a:rPr lang="en-CA" altLang="tr-TR" sz="1200" b="1">
                      <a:latin typeface="Arial" panose="020B0604020202020204" pitchFamily="34" charset="0"/>
                      <a:cs typeface="Arial" panose="020B0604020202020204" pitchFamily="34" charset="0"/>
                    </a:rPr>
                  </a:br>
                  <a:r>
                    <a:rPr lang="en-CA" altLang="tr-TR" sz="1200" b="1">
                      <a:latin typeface="Arial" panose="020B0604020202020204" pitchFamily="34" charset="0"/>
                      <a:cs typeface="Arial" panose="020B0604020202020204" pitchFamily="34" charset="0"/>
                    </a:rPr>
                    <a:t>Analysis</a:t>
                  </a:r>
                  <a:endParaRPr lang="en-CA" altLang="tr-TR" sz="1200">
                    <a:ea typeface="Arial Unicode MS" panose="020B0604020202020204" pitchFamily="34" charset="-128"/>
                    <a:cs typeface="Arial Unicode MS" panose="020B0604020202020204" pitchFamily="34" charset="-128"/>
                  </a:endParaRPr>
                </a:p>
                <a:p>
                  <a:pPr algn="ctr">
                    <a:spcBef>
                      <a:spcPct val="0"/>
                    </a:spcBef>
                    <a:buFontTx/>
                    <a:buNone/>
                  </a:pPr>
                  <a:endParaRPr lang="en-CA" altLang="tr-TR" sz="2400"/>
                </a:p>
              </p:txBody>
            </p:sp>
            <p:sp>
              <p:nvSpPr>
                <p:cNvPr id="101437" name="Rectangle 24">
                  <a:extLst>
                    <a:ext uri="{FF2B5EF4-FFF2-40B4-BE49-F238E27FC236}">
                      <a16:creationId xmlns:a16="http://schemas.microsoft.com/office/drawing/2014/main" id="{550E6741-8C93-CA24-7BFF-FC3D86B1857A}"/>
                    </a:ext>
                  </a:extLst>
                </p:cNvPr>
                <p:cNvSpPr>
                  <a:spLocks noChangeArrowheads="1"/>
                </p:cNvSpPr>
                <p:nvPr/>
              </p:nvSpPr>
              <p:spPr bwMode="auto">
                <a:xfrm>
                  <a:off x="458" y="0"/>
                  <a:ext cx="596" cy="63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tr-TR" altLang="en-US" sz="2400"/>
                </a:p>
              </p:txBody>
            </p:sp>
          </p:grpSp>
          <p:grpSp>
            <p:nvGrpSpPr>
              <p:cNvPr id="101388" name="Group 27">
                <a:extLst>
                  <a:ext uri="{FF2B5EF4-FFF2-40B4-BE49-F238E27FC236}">
                    <a16:creationId xmlns:a16="http://schemas.microsoft.com/office/drawing/2014/main" id="{58D80FD1-CC25-3AAA-701C-01D1FDDF1BB9}"/>
                  </a:ext>
                </a:extLst>
              </p:cNvPr>
              <p:cNvGrpSpPr>
                <a:grpSpLocks/>
              </p:cNvGrpSpPr>
              <p:nvPr/>
            </p:nvGrpSpPr>
            <p:grpSpPr bwMode="auto">
              <a:xfrm>
                <a:off x="1054" y="0"/>
                <a:ext cx="647" cy="633"/>
                <a:chOff x="1054" y="0"/>
                <a:chExt cx="647" cy="633"/>
              </a:xfrm>
            </p:grpSpPr>
            <p:sp>
              <p:nvSpPr>
                <p:cNvPr id="101434" name="Rectangle 6">
                  <a:extLst>
                    <a:ext uri="{FF2B5EF4-FFF2-40B4-BE49-F238E27FC236}">
                      <a16:creationId xmlns:a16="http://schemas.microsoft.com/office/drawing/2014/main" id="{C8E62E2B-0962-C640-F286-0ECE1214D73E}"/>
                    </a:ext>
                  </a:extLst>
                </p:cNvPr>
                <p:cNvSpPr>
                  <a:spLocks noChangeArrowheads="1"/>
                </p:cNvSpPr>
                <p:nvPr/>
              </p:nvSpPr>
              <p:spPr bwMode="auto">
                <a:xfrm>
                  <a:off x="1097" y="0"/>
                  <a:ext cx="561" cy="6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CA" altLang="tr-TR" sz="1200" b="1">
                      <a:latin typeface="Arial" panose="020B0604020202020204" pitchFamily="34" charset="0"/>
                      <a:cs typeface="Arial" panose="020B0604020202020204" pitchFamily="34" charset="0"/>
                    </a:rPr>
                    <a:t>Design, </a:t>
                  </a:r>
                  <a:br>
                    <a:rPr lang="en-CA" altLang="tr-TR" sz="1200" b="1">
                      <a:latin typeface="Arial" panose="020B0604020202020204" pitchFamily="34" charset="0"/>
                      <a:cs typeface="Arial" panose="020B0604020202020204" pitchFamily="34" charset="0"/>
                    </a:rPr>
                  </a:br>
                  <a:r>
                    <a:rPr lang="en-CA" altLang="tr-TR" sz="1200" b="1">
                      <a:latin typeface="Arial" panose="020B0604020202020204" pitchFamily="34" charset="0"/>
                      <a:cs typeface="Arial" panose="020B0604020202020204" pitchFamily="34" charset="0"/>
                    </a:rPr>
                    <a:t>HLD + DD</a:t>
                  </a:r>
                  <a:endParaRPr lang="en-CA" altLang="tr-TR" sz="1200">
                    <a:ea typeface="Arial Unicode MS" panose="020B0604020202020204" pitchFamily="34" charset="-128"/>
                    <a:cs typeface="Arial Unicode MS" panose="020B0604020202020204" pitchFamily="34" charset="-128"/>
                  </a:endParaRPr>
                </a:p>
                <a:p>
                  <a:pPr algn="ctr">
                    <a:spcBef>
                      <a:spcPct val="0"/>
                    </a:spcBef>
                    <a:buFontTx/>
                    <a:buNone/>
                  </a:pPr>
                  <a:endParaRPr lang="en-CA" altLang="tr-TR" sz="2400"/>
                </a:p>
              </p:txBody>
            </p:sp>
            <p:sp>
              <p:nvSpPr>
                <p:cNvPr id="101435" name="Rectangle 26">
                  <a:extLst>
                    <a:ext uri="{FF2B5EF4-FFF2-40B4-BE49-F238E27FC236}">
                      <a16:creationId xmlns:a16="http://schemas.microsoft.com/office/drawing/2014/main" id="{BC0FD180-DF01-9410-124C-152FB5F759D7}"/>
                    </a:ext>
                  </a:extLst>
                </p:cNvPr>
                <p:cNvSpPr>
                  <a:spLocks noChangeArrowheads="1"/>
                </p:cNvSpPr>
                <p:nvPr/>
              </p:nvSpPr>
              <p:spPr bwMode="auto">
                <a:xfrm>
                  <a:off x="1054" y="0"/>
                  <a:ext cx="647" cy="63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tr-TR" altLang="en-US" sz="2400"/>
                </a:p>
              </p:txBody>
            </p:sp>
          </p:grpSp>
          <p:grpSp>
            <p:nvGrpSpPr>
              <p:cNvPr id="101389" name="Group 29">
                <a:extLst>
                  <a:ext uri="{FF2B5EF4-FFF2-40B4-BE49-F238E27FC236}">
                    <a16:creationId xmlns:a16="http://schemas.microsoft.com/office/drawing/2014/main" id="{60D6F4B9-B67A-4036-D841-16710C15AAFA}"/>
                  </a:ext>
                </a:extLst>
              </p:cNvPr>
              <p:cNvGrpSpPr>
                <a:grpSpLocks/>
              </p:cNvGrpSpPr>
              <p:nvPr/>
            </p:nvGrpSpPr>
            <p:grpSpPr bwMode="auto">
              <a:xfrm>
                <a:off x="1701" y="0"/>
                <a:ext cx="912" cy="633"/>
                <a:chOff x="1701" y="0"/>
                <a:chExt cx="912" cy="633"/>
              </a:xfrm>
            </p:grpSpPr>
            <p:sp>
              <p:nvSpPr>
                <p:cNvPr id="101432" name="Rectangle 7">
                  <a:extLst>
                    <a:ext uri="{FF2B5EF4-FFF2-40B4-BE49-F238E27FC236}">
                      <a16:creationId xmlns:a16="http://schemas.microsoft.com/office/drawing/2014/main" id="{AC3CC5EB-0A2E-38C5-8115-CF44E0828050}"/>
                    </a:ext>
                  </a:extLst>
                </p:cNvPr>
                <p:cNvSpPr>
                  <a:spLocks noChangeArrowheads="1"/>
                </p:cNvSpPr>
                <p:nvPr/>
              </p:nvSpPr>
              <p:spPr bwMode="auto">
                <a:xfrm>
                  <a:off x="1744" y="0"/>
                  <a:ext cx="826" cy="6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CA" altLang="tr-TR" sz="1200" b="1">
                      <a:latin typeface="Arial" panose="020B0604020202020204" pitchFamily="34" charset="0"/>
                      <a:cs typeface="Arial" panose="020B0604020202020204" pitchFamily="34" charset="0"/>
                    </a:rPr>
                    <a:t>Implementation</a:t>
                  </a:r>
                  <a:endParaRPr lang="en-CA" altLang="tr-TR" sz="1200">
                    <a:ea typeface="Arial Unicode MS" panose="020B0604020202020204" pitchFamily="34" charset="-128"/>
                    <a:cs typeface="Arial Unicode MS" panose="020B0604020202020204" pitchFamily="34" charset="-128"/>
                  </a:endParaRPr>
                </a:p>
                <a:p>
                  <a:pPr algn="ctr">
                    <a:spcBef>
                      <a:spcPct val="0"/>
                    </a:spcBef>
                    <a:buFontTx/>
                    <a:buNone/>
                  </a:pPr>
                  <a:endParaRPr lang="en-CA" altLang="tr-TR" sz="2400"/>
                </a:p>
              </p:txBody>
            </p:sp>
            <p:sp>
              <p:nvSpPr>
                <p:cNvPr id="101433" name="Rectangle 28">
                  <a:extLst>
                    <a:ext uri="{FF2B5EF4-FFF2-40B4-BE49-F238E27FC236}">
                      <a16:creationId xmlns:a16="http://schemas.microsoft.com/office/drawing/2014/main" id="{21E3E773-0B2C-2855-6002-539ABCDAC12C}"/>
                    </a:ext>
                  </a:extLst>
                </p:cNvPr>
                <p:cNvSpPr>
                  <a:spLocks noChangeArrowheads="1"/>
                </p:cNvSpPr>
                <p:nvPr/>
              </p:nvSpPr>
              <p:spPr bwMode="auto">
                <a:xfrm>
                  <a:off x="1701" y="0"/>
                  <a:ext cx="912" cy="63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tr-TR" altLang="en-US" sz="2400"/>
                </a:p>
              </p:txBody>
            </p:sp>
          </p:grpSp>
          <p:grpSp>
            <p:nvGrpSpPr>
              <p:cNvPr id="101390" name="Group 31">
                <a:extLst>
                  <a:ext uri="{FF2B5EF4-FFF2-40B4-BE49-F238E27FC236}">
                    <a16:creationId xmlns:a16="http://schemas.microsoft.com/office/drawing/2014/main" id="{FCB69548-3911-A5C0-E857-FEAE371AA39C}"/>
                  </a:ext>
                </a:extLst>
              </p:cNvPr>
              <p:cNvGrpSpPr>
                <a:grpSpLocks/>
              </p:cNvGrpSpPr>
              <p:nvPr/>
            </p:nvGrpSpPr>
            <p:grpSpPr bwMode="auto">
              <a:xfrm>
                <a:off x="2613" y="0"/>
                <a:ext cx="544" cy="633"/>
                <a:chOff x="2613" y="0"/>
                <a:chExt cx="544" cy="633"/>
              </a:xfrm>
            </p:grpSpPr>
            <p:sp>
              <p:nvSpPr>
                <p:cNvPr id="101430" name="Rectangle 8">
                  <a:extLst>
                    <a:ext uri="{FF2B5EF4-FFF2-40B4-BE49-F238E27FC236}">
                      <a16:creationId xmlns:a16="http://schemas.microsoft.com/office/drawing/2014/main" id="{34792439-66A2-4C31-A749-8F89AEABEFBC}"/>
                    </a:ext>
                  </a:extLst>
                </p:cNvPr>
                <p:cNvSpPr>
                  <a:spLocks noChangeArrowheads="1"/>
                </p:cNvSpPr>
                <p:nvPr/>
              </p:nvSpPr>
              <p:spPr bwMode="auto">
                <a:xfrm>
                  <a:off x="2656" y="0"/>
                  <a:ext cx="458" cy="6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CA" altLang="tr-TR" sz="1200" b="1">
                      <a:latin typeface="Arial" panose="020B0604020202020204" pitchFamily="34" charset="0"/>
                      <a:cs typeface="Arial" panose="020B0604020202020204" pitchFamily="34" charset="0"/>
                    </a:rPr>
                    <a:t>Testing</a:t>
                  </a:r>
                  <a:endParaRPr lang="en-CA" altLang="tr-TR" sz="1200">
                    <a:ea typeface="Arial Unicode MS" panose="020B0604020202020204" pitchFamily="34" charset="-128"/>
                    <a:cs typeface="Arial Unicode MS" panose="020B0604020202020204" pitchFamily="34" charset="-128"/>
                  </a:endParaRPr>
                </a:p>
                <a:p>
                  <a:pPr algn="ctr">
                    <a:spcBef>
                      <a:spcPct val="0"/>
                    </a:spcBef>
                    <a:buFontTx/>
                    <a:buNone/>
                  </a:pPr>
                  <a:endParaRPr lang="en-CA" altLang="tr-TR" sz="2400"/>
                </a:p>
              </p:txBody>
            </p:sp>
            <p:sp>
              <p:nvSpPr>
                <p:cNvPr id="101431" name="Rectangle 30">
                  <a:extLst>
                    <a:ext uri="{FF2B5EF4-FFF2-40B4-BE49-F238E27FC236}">
                      <a16:creationId xmlns:a16="http://schemas.microsoft.com/office/drawing/2014/main" id="{E9DDA651-D713-60BF-93CD-9D4083319441}"/>
                    </a:ext>
                  </a:extLst>
                </p:cNvPr>
                <p:cNvSpPr>
                  <a:spLocks noChangeArrowheads="1"/>
                </p:cNvSpPr>
                <p:nvPr/>
              </p:nvSpPr>
              <p:spPr bwMode="auto">
                <a:xfrm>
                  <a:off x="2613" y="0"/>
                  <a:ext cx="544" cy="63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tr-TR" altLang="en-US" sz="2400"/>
                </a:p>
              </p:txBody>
            </p:sp>
          </p:grpSp>
          <p:grpSp>
            <p:nvGrpSpPr>
              <p:cNvPr id="101391" name="Group 33">
                <a:extLst>
                  <a:ext uri="{FF2B5EF4-FFF2-40B4-BE49-F238E27FC236}">
                    <a16:creationId xmlns:a16="http://schemas.microsoft.com/office/drawing/2014/main" id="{6285B6AF-6EE1-30FE-70C5-376A09AD0825}"/>
                  </a:ext>
                </a:extLst>
              </p:cNvPr>
              <p:cNvGrpSpPr>
                <a:grpSpLocks/>
              </p:cNvGrpSpPr>
              <p:nvPr/>
            </p:nvGrpSpPr>
            <p:grpSpPr bwMode="auto">
              <a:xfrm>
                <a:off x="3157" y="0"/>
                <a:ext cx="446" cy="633"/>
                <a:chOff x="3157" y="0"/>
                <a:chExt cx="446" cy="633"/>
              </a:xfrm>
            </p:grpSpPr>
            <p:sp>
              <p:nvSpPr>
                <p:cNvPr id="101428" name="Rectangle 9">
                  <a:extLst>
                    <a:ext uri="{FF2B5EF4-FFF2-40B4-BE49-F238E27FC236}">
                      <a16:creationId xmlns:a16="http://schemas.microsoft.com/office/drawing/2014/main" id="{B78E447A-5233-4620-E24E-71DB7FC77328}"/>
                    </a:ext>
                  </a:extLst>
                </p:cNvPr>
                <p:cNvSpPr>
                  <a:spLocks noChangeArrowheads="1"/>
                </p:cNvSpPr>
                <p:nvPr/>
              </p:nvSpPr>
              <p:spPr bwMode="auto">
                <a:xfrm>
                  <a:off x="3200" y="0"/>
                  <a:ext cx="360" cy="6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CA" altLang="tr-TR" sz="1200">
                      <a:ea typeface="Arial Unicode MS" panose="020B0604020202020204" pitchFamily="34" charset="-128"/>
                      <a:cs typeface="Arial Unicode MS" panose="020B0604020202020204" pitchFamily="34" charset="-128"/>
                    </a:rPr>
                    <a:t> </a:t>
                  </a:r>
                </a:p>
                <a:p>
                  <a:pPr algn="ctr">
                    <a:spcBef>
                      <a:spcPct val="0"/>
                    </a:spcBef>
                    <a:buFontTx/>
                    <a:buNone/>
                  </a:pPr>
                  <a:endParaRPr lang="en-CA" altLang="tr-TR" sz="2400"/>
                </a:p>
              </p:txBody>
            </p:sp>
            <p:sp>
              <p:nvSpPr>
                <p:cNvPr id="101429" name="Rectangle 32">
                  <a:extLst>
                    <a:ext uri="{FF2B5EF4-FFF2-40B4-BE49-F238E27FC236}">
                      <a16:creationId xmlns:a16="http://schemas.microsoft.com/office/drawing/2014/main" id="{6505E3C0-CCA3-B748-F931-BE7DAE3E69A5}"/>
                    </a:ext>
                  </a:extLst>
                </p:cNvPr>
                <p:cNvSpPr>
                  <a:spLocks noChangeArrowheads="1"/>
                </p:cNvSpPr>
                <p:nvPr/>
              </p:nvSpPr>
              <p:spPr bwMode="auto">
                <a:xfrm>
                  <a:off x="3157" y="0"/>
                  <a:ext cx="446" cy="63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tr-TR" altLang="en-US" sz="2400"/>
                </a:p>
              </p:txBody>
            </p:sp>
          </p:grpSp>
          <p:grpSp>
            <p:nvGrpSpPr>
              <p:cNvPr id="101392" name="Group 35">
                <a:extLst>
                  <a:ext uri="{FF2B5EF4-FFF2-40B4-BE49-F238E27FC236}">
                    <a16:creationId xmlns:a16="http://schemas.microsoft.com/office/drawing/2014/main" id="{F8D504D4-8C49-7CB0-20CD-C1FF111E7DF7}"/>
                  </a:ext>
                </a:extLst>
              </p:cNvPr>
              <p:cNvGrpSpPr>
                <a:grpSpLocks/>
              </p:cNvGrpSpPr>
              <p:nvPr/>
            </p:nvGrpSpPr>
            <p:grpSpPr bwMode="auto">
              <a:xfrm>
                <a:off x="0" y="633"/>
                <a:ext cx="458" cy="403"/>
                <a:chOff x="0" y="633"/>
                <a:chExt cx="458" cy="403"/>
              </a:xfrm>
            </p:grpSpPr>
            <p:sp>
              <p:nvSpPr>
                <p:cNvPr id="101426" name="Rectangle 10">
                  <a:extLst>
                    <a:ext uri="{FF2B5EF4-FFF2-40B4-BE49-F238E27FC236}">
                      <a16:creationId xmlns:a16="http://schemas.microsoft.com/office/drawing/2014/main" id="{611CA68D-1E3C-E796-7B08-E7DEB4D0FC0C}"/>
                    </a:ext>
                  </a:extLst>
                </p:cNvPr>
                <p:cNvSpPr>
                  <a:spLocks noChangeArrowheads="1"/>
                </p:cNvSpPr>
                <p:nvPr/>
              </p:nvSpPr>
              <p:spPr bwMode="auto">
                <a:xfrm>
                  <a:off x="43" y="633"/>
                  <a:ext cx="372"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CA" altLang="tr-TR" sz="1200" b="1">
                      <a:latin typeface="Arial" panose="020B0604020202020204" pitchFamily="34" charset="0"/>
                      <a:cs typeface="Arial" panose="020B0604020202020204" pitchFamily="34" charset="0"/>
                    </a:rPr>
                    <a:t>Effort</a:t>
                  </a:r>
                  <a:endParaRPr lang="en-CA" altLang="tr-TR" sz="1200">
                    <a:ea typeface="Arial Unicode MS" panose="020B0604020202020204" pitchFamily="34" charset="-128"/>
                    <a:cs typeface="Arial Unicode MS" panose="020B0604020202020204" pitchFamily="34" charset="-128"/>
                  </a:endParaRPr>
                </a:p>
                <a:p>
                  <a:pPr algn="ctr">
                    <a:spcBef>
                      <a:spcPct val="0"/>
                    </a:spcBef>
                    <a:buFontTx/>
                    <a:buNone/>
                  </a:pPr>
                  <a:endParaRPr lang="en-CA" altLang="tr-TR" sz="2400"/>
                </a:p>
              </p:txBody>
            </p:sp>
            <p:sp>
              <p:nvSpPr>
                <p:cNvPr id="101427" name="Rectangle 34">
                  <a:extLst>
                    <a:ext uri="{FF2B5EF4-FFF2-40B4-BE49-F238E27FC236}">
                      <a16:creationId xmlns:a16="http://schemas.microsoft.com/office/drawing/2014/main" id="{4E3A1012-33CA-D803-F00A-E9376C404D35}"/>
                    </a:ext>
                  </a:extLst>
                </p:cNvPr>
                <p:cNvSpPr>
                  <a:spLocks noChangeArrowheads="1"/>
                </p:cNvSpPr>
                <p:nvPr/>
              </p:nvSpPr>
              <p:spPr bwMode="auto">
                <a:xfrm>
                  <a:off x="0" y="633"/>
                  <a:ext cx="458"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tr-TR" altLang="en-US" sz="2400"/>
                </a:p>
              </p:txBody>
            </p:sp>
          </p:grpSp>
          <p:grpSp>
            <p:nvGrpSpPr>
              <p:cNvPr id="101393" name="Group 37">
                <a:extLst>
                  <a:ext uri="{FF2B5EF4-FFF2-40B4-BE49-F238E27FC236}">
                    <a16:creationId xmlns:a16="http://schemas.microsoft.com/office/drawing/2014/main" id="{C5944F55-18EC-BC58-252C-EE72614658E9}"/>
                  </a:ext>
                </a:extLst>
              </p:cNvPr>
              <p:cNvGrpSpPr>
                <a:grpSpLocks/>
              </p:cNvGrpSpPr>
              <p:nvPr/>
            </p:nvGrpSpPr>
            <p:grpSpPr bwMode="auto">
              <a:xfrm>
                <a:off x="458" y="633"/>
                <a:ext cx="596" cy="403"/>
                <a:chOff x="458" y="633"/>
                <a:chExt cx="596" cy="403"/>
              </a:xfrm>
            </p:grpSpPr>
            <p:sp>
              <p:nvSpPr>
                <p:cNvPr id="101424" name="Rectangle 11">
                  <a:extLst>
                    <a:ext uri="{FF2B5EF4-FFF2-40B4-BE49-F238E27FC236}">
                      <a16:creationId xmlns:a16="http://schemas.microsoft.com/office/drawing/2014/main" id="{22A40412-2A45-2057-5144-D6C9F5782E54}"/>
                    </a:ext>
                  </a:extLst>
                </p:cNvPr>
                <p:cNvSpPr>
                  <a:spLocks noChangeArrowheads="1"/>
                </p:cNvSpPr>
                <p:nvPr/>
              </p:nvSpPr>
              <p:spPr bwMode="auto">
                <a:xfrm>
                  <a:off x="501" y="633"/>
                  <a:ext cx="51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CA" altLang="tr-TR" sz="1200" b="1">
                      <a:latin typeface="Arial" panose="020B0604020202020204" pitchFamily="34" charset="0"/>
                      <a:cs typeface="Arial" panose="020B0604020202020204" pitchFamily="34" charset="0"/>
                    </a:rPr>
                    <a:t>23%</a:t>
                  </a:r>
                  <a:endParaRPr lang="en-CA" altLang="tr-TR" sz="1200">
                    <a:ea typeface="Arial Unicode MS" panose="020B0604020202020204" pitchFamily="34" charset="-128"/>
                    <a:cs typeface="Arial Unicode MS" panose="020B0604020202020204" pitchFamily="34" charset="-128"/>
                  </a:endParaRPr>
                </a:p>
                <a:p>
                  <a:pPr algn="ctr">
                    <a:spcBef>
                      <a:spcPct val="0"/>
                    </a:spcBef>
                    <a:buFontTx/>
                    <a:buNone/>
                  </a:pPr>
                  <a:endParaRPr lang="en-CA" altLang="tr-TR" sz="2400"/>
                </a:p>
              </p:txBody>
            </p:sp>
            <p:sp>
              <p:nvSpPr>
                <p:cNvPr id="101425" name="Rectangle 36">
                  <a:extLst>
                    <a:ext uri="{FF2B5EF4-FFF2-40B4-BE49-F238E27FC236}">
                      <a16:creationId xmlns:a16="http://schemas.microsoft.com/office/drawing/2014/main" id="{70FE4355-E0A9-B046-44C0-E9A75636E0E7}"/>
                    </a:ext>
                  </a:extLst>
                </p:cNvPr>
                <p:cNvSpPr>
                  <a:spLocks noChangeArrowheads="1"/>
                </p:cNvSpPr>
                <p:nvPr/>
              </p:nvSpPr>
              <p:spPr bwMode="auto">
                <a:xfrm>
                  <a:off x="458" y="633"/>
                  <a:ext cx="59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tr-TR" altLang="en-US" sz="2400"/>
                </a:p>
              </p:txBody>
            </p:sp>
          </p:grpSp>
          <p:grpSp>
            <p:nvGrpSpPr>
              <p:cNvPr id="101394" name="Group 39">
                <a:extLst>
                  <a:ext uri="{FF2B5EF4-FFF2-40B4-BE49-F238E27FC236}">
                    <a16:creationId xmlns:a16="http://schemas.microsoft.com/office/drawing/2014/main" id="{4DDB3C05-173F-E817-BA5D-B74AB3B089D5}"/>
                  </a:ext>
                </a:extLst>
              </p:cNvPr>
              <p:cNvGrpSpPr>
                <a:grpSpLocks/>
              </p:cNvGrpSpPr>
              <p:nvPr/>
            </p:nvGrpSpPr>
            <p:grpSpPr bwMode="auto">
              <a:xfrm>
                <a:off x="1054" y="633"/>
                <a:ext cx="647" cy="403"/>
                <a:chOff x="1054" y="633"/>
                <a:chExt cx="647" cy="403"/>
              </a:xfrm>
            </p:grpSpPr>
            <p:sp>
              <p:nvSpPr>
                <p:cNvPr id="101422" name="Rectangle 12">
                  <a:extLst>
                    <a:ext uri="{FF2B5EF4-FFF2-40B4-BE49-F238E27FC236}">
                      <a16:creationId xmlns:a16="http://schemas.microsoft.com/office/drawing/2014/main" id="{75E82DF3-88DE-7A91-041D-DAD0FE66D84B}"/>
                    </a:ext>
                  </a:extLst>
                </p:cNvPr>
                <p:cNvSpPr>
                  <a:spLocks noChangeArrowheads="1"/>
                </p:cNvSpPr>
                <p:nvPr/>
              </p:nvSpPr>
              <p:spPr bwMode="auto">
                <a:xfrm>
                  <a:off x="1097" y="633"/>
                  <a:ext cx="56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CA" altLang="tr-TR" sz="1200" b="1">
                      <a:latin typeface="Arial" panose="020B0604020202020204" pitchFamily="34" charset="0"/>
                      <a:cs typeface="Arial" panose="020B0604020202020204" pitchFamily="34" charset="0"/>
                    </a:rPr>
                    <a:t>29%</a:t>
                  </a:r>
                  <a:endParaRPr lang="en-CA" altLang="tr-TR" sz="1200">
                    <a:ea typeface="Arial Unicode MS" panose="020B0604020202020204" pitchFamily="34" charset="-128"/>
                    <a:cs typeface="Arial Unicode MS" panose="020B0604020202020204" pitchFamily="34" charset="-128"/>
                  </a:endParaRPr>
                </a:p>
                <a:p>
                  <a:pPr algn="ctr">
                    <a:spcBef>
                      <a:spcPct val="0"/>
                    </a:spcBef>
                    <a:buFontTx/>
                    <a:buNone/>
                  </a:pPr>
                  <a:endParaRPr lang="en-CA" altLang="tr-TR" sz="2400"/>
                </a:p>
              </p:txBody>
            </p:sp>
            <p:sp>
              <p:nvSpPr>
                <p:cNvPr id="101423" name="Rectangle 38">
                  <a:extLst>
                    <a:ext uri="{FF2B5EF4-FFF2-40B4-BE49-F238E27FC236}">
                      <a16:creationId xmlns:a16="http://schemas.microsoft.com/office/drawing/2014/main" id="{EB8D99A5-6E59-966B-160B-1ACC8481F07D}"/>
                    </a:ext>
                  </a:extLst>
                </p:cNvPr>
                <p:cNvSpPr>
                  <a:spLocks noChangeArrowheads="1"/>
                </p:cNvSpPr>
                <p:nvPr/>
              </p:nvSpPr>
              <p:spPr bwMode="auto">
                <a:xfrm>
                  <a:off x="1054" y="633"/>
                  <a:ext cx="64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tr-TR" altLang="en-US" sz="2400"/>
                </a:p>
              </p:txBody>
            </p:sp>
          </p:grpSp>
          <p:grpSp>
            <p:nvGrpSpPr>
              <p:cNvPr id="101395" name="Group 41">
                <a:extLst>
                  <a:ext uri="{FF2B5EF4-FFF2-40B4-BE49-F238E27FC236}">
                    <a16:creationId xmlns:a16="http://schemas.microsoft.com/office/drawing/2014/main" id="{6DDDED8A-3506-7709-34D9-B7F584D02872}"/>
                  </a:ext>
                </a:extLst>
              </p:cNvPr>
              <p:cNvGrpSpPr>
                <a:grpSpLocks/>
              </p:cNvGrpSpPr>
              <p:nvPr/>
            </p:nvGrpSpPr>
            <p:grpSpPr bwMode="auto">
              <a:xfrm>
                <a:off x="1701" y="633"/>
                <a:ext cx="912" cy="403"/>
                <a:chOff x="1701" y="633"/>
                <a:chExt cx="912" cy="403"/>
              </a:xfrm>
            </p:grpSpPr>
            <p:sp>
              <p:nvSpPr>
                <p:cNvPr id="101420" name="Rectangle 13">
                  <a:extLst>
                    <a:ext uri="{FF2B5EF4-FFF2-40B4-BE49-F238E27FC236}">
                      <a16:creationId xmlns:a16="http://schemas.microsoft.com/office/drawing/2014/main" id="{1A370190-05A0-5E20-485F-097F77B78BEA}"/>
                    </a:ext>
                  </a:extLst>
                </p:cNvPr>
                <p:cNvSpPr>
                  <a:spLocks noChangeArrowheads="1"/>
                </p:cNvSpPr>
                <p:nvPr/>
              </p:nvSpPr>
              <p:spPr bwMode="auto">
                <a:xfrm>
                  <a:off x="1744" y="633"/>
                  <a:ext cx="826"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CA" altLang="tr-TR" sz="1200" b="1">
                      <a:latin typeface="Arial" panose="020B0604020202020204" pitchFamily="34" charset="0"/>
                      <a:cs typeface="Arial" panose="020B0604020202020204" pitchFamily="34" charset="0"/>
                    </a:rPr>
                    <a:t>22%</a:t>
                  </a:r>
                  <a:endParaRPr lang="en-CA" altLang="tr-TR" sz="1200">
                    <a:ea typeface="Arial Unicode MS" panose="020B0604020202020204" pitchFamily="34" charset="-128"/>
                    <a:cs typeface="Arial Unicode MS" panose="020B0604020202020204" pitchFamily="34" charset="-128"/>
                  </a:endParaRPr>
                </a:p>
                <a:p>
                  <a:pPr algn="ctr">
                    <a:spcBef>
                      <a:spcPct val="0"/>
                    </a:spcBef>
                    <a:buFontTx/>
                    <a:buNone/>
                  </a:pPr>
                  <a:endParaRPr lang="en-CA" altLang="tr-TR" sz="2400"/>
                </a:p>
              </p:txBody>
            </p:sp>
            <p:sp>
              <p:nvSpPr>
                <p:cNvPr id="101421" name="Rectangle 40">
                  <a:extLst>
                    <a:ext uri="{FF2B5EF4-FFF2-40B4-BE49-F238E27FC236}">
                      <a16:creationId xmlns:a16="http://schemas.microsoft.com/office/drawing/2014/main" id="{C7B55121-6155-7D83-5A6A-6CA5E5B0843F}"/>
                    </a:ext>
                  </a:extLst>
                </p:cNvPr>
                <p:cNvSpPr>
                  <a:spLocks noChangeArrowheads="1"/>
                </p:cNvSpPr>
                <p:nvPr/>
              </p:nvSpPr>
              <p:spPr bwMode="auto">
                <a:xfrm>
                  <a:off x="1701" y="633"/>
                  <a:ext cx="912"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tr-TR" altLang="en-US" sz="2400"/>
                </a:p>
              </p:txBody>
            </p:sp>
          </p:grpSp>
          <p:grpSp>
            <p:nvGrpSpPr>
              <p:cNvPr id="101396" name="Group 43">
                <a:extLst>
                  <a:ext uri="{FF2B5EF4-FFF2-40B4-BE49-F238E27FC236}">
                    <a16:creationId xmlns:a16="http://schemas.microsoft.com/office/drawing/2014/main" id="{D3410300-3753-4BD5-B6D9-663A596F4FD2}"/>
                  </a:ext>
                </a:extLst>
              </p:cNvPr>
              <p:cNvGrpSpPr>
                <a:grpSpLocks/>
              </p:cNvGrpSpPr>
              <p:nvPr/>
            </p:nvGrpSpPr>
            <p:grpSpPr bwMode="auto">
              <a:xfrm>
                <a:off x="2613" y="633"/>
                <a:ext cx="544" cy="403"/>
                <a:chOff x="2613" y="633"/>
                <a:chExt cx="544" cy="403"/>
              </a:xfrm>
            </p:grpSpPr>
            <p:sp>
              <p:nvSpPr>
                <p:cNvPr id="101418" name="Rectangle 14">
                  <a:extLst>
                    <a:ext uri="{FF2B5EF4-FFF2-40B4-BE49-F238E27FC236}">
                      <a16:creationId xmlns:a16="http://schemas.microsoft.com/office/drawing/2014/main" id="{61FAA611-F4D4-1FB4-3F8A-ADB77F625E70}"/>
                    </a:ext>
                  </a:extLst>
                </p:cNvPr>
                <p:cNvSpPr>
                  <a:spLocks noChangeArrowheads="1"/>
                </p:cNvSpPr>
                <p:nvPr/>
              </p:nvSpPr>
              <p:spPr bwMode="auto">
                <a:xfrm>
                  <a:off x="2656" y="633"/>
                  <a:ext cx="458"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CA" altLang="tr-TR" sz="1200" b="1">
                      <a:latin typeface="Arial" panose="020B0604020202020204" pitchFamily="34" charset="0"/>
                      <a:cs typeface="Arial" panose="020B0604020202020204" pitchFamily="34" charset="0"/>
                    </a:rPr>
                    <a:t>21%</a:t>
                  </a:r>
                  <a:endParaRPr lang="en-CA" altLang="tr-TR" sz="1200">
                    <a:ea typeface="Arial Unicode MS" panose="020B0604020202020204" pitchFamily="34" charset="-128"/>
                    <a:cs typeface="Arial Unicode MS" panose="020B0604020202020204" pitchFamily="34" charset="-128"/>
                  </a:endParaRPr>
                </a:p>
                <a:p>
                  <a:pPr algn="ctr">
                    <a:spcBef>
                      <a:spcPct val="0"/>
                    </a:spcBef>
                    <a:buFontTx/>
                    <a:buNone/>
                  </a:pPr>
                  <a:endParaRPr lang="en-CA" altLang="tr-TR" sz="2400"/>
                </a:p>
              </p:txBody>
            </p:sp>
            <p:sp>
              <p:nvSpPr>
                <p:cNvPr id="101419" name="Rectangle 42">
                  <a:extLst>
                    <a:ext uri="{FF2B5EF4-FFF2-40B4-BE49-F238E27FC236}">
                      <a16:creationId xmlns:a16="http://schemas.microsoft.com/office/drawing/2014/main" id="{BF0EBE58-E228-BDD6-BC98-4C07134599B3}"/>
                    </a:ext>
                  </a:extLst>
                </p:cNvPr>
                <p:cNvSpPr>
                  <a:spLocks noChangeArrowheads="1"/>
                </p:cNvSpPr>
                <p:nvPr/>
              </p:nvSpPr>
              <p:spPr bwMode="auto">
                <a:xfrm>
                  <a:off x="2613" y="633"/>
                  <a:ext cx="544"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tr-TR" altLang="en-US" sz="2400"/>
                </a:p>
              </p:txBody>
            </p:sp>
          </p:grpSp>
          <p:grpSp>
            <p:nvGrpSpPr>
              <p:cNvPr id="101397" name="Group 45">
                <a:extLst>
                  <a:ext uri="{FF2B5EF4-FFF2-40B4-BE49-F238E27FC236}">
                    <a16:creationId xmlns:a16="http://schemas.microsoft.com/office/drawing/2014/main" id="{AF897FEC-56C0-920A-644A-2F53C748AC46}"/>
                  </a:ext>
                </a:extLst>
              </p:cNvPr>
              <p:cNvGrpSpPr>
                <a:grpSpLocks/>
              </p:cNvGrpSpPr>
              <p:nvPr/>
            </p:nvGrpSpPr>
            <p:grpSpPr bwMode="auto">
              <a:xfrm>
                <a:off x="3157" y="633"/>
                <a:ext cx="446" cy="403"/>
                <a:chOff x="3157" y="633"/>
                <a:chExt cx="446" cy="403"/>
              </a:xfrm>
            </p:grpSpPr>
            <p:sp>
              <p:nvSpPr>
                <p:cNvPr id="101416" name="Rectangle 15">
                  <a:extLst>
                    <a:ext uri="{FF2B5EF4-FFF2-40B4-BE49-F238E27FC236}">
                      <a16:creationId xmlns:a16="http://schemas.microsoft.com/office/drawing/2014/main" id="{93A95F44-28D1-0425-AE70-2138926556D2}"/>
                    </a:ext>
                  </a:extLst>
                </p:cNvPr>
                <p:cNvSpPr>
                  <a:spLocks noChangeArrowheads="1"/>
                </p:cNvSpPr>
                <p:nvPr/>
              </p:nvSpPr>
              <p:spPr bwMode="auto">
                <a:xfrm>
                  <a:off x="3200" y="633"/>
                  <a:ext cx="36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CA" altLang="tr-TR" sz="1200" b="1">
                      <a:latin typeface="Arial" panose="020B0604020202020204" pitchFamily="34" charset="0"/>
                      <a:cs typeface="Arial" panose="020B0604020202020204" pitchFamily="34" charset="0"/>
                    </a:rPr>
                    <a:t>100%</a:t>
                  </a:r>
                  <a:endParaRPr lang="en-CA" altLang="tr-TR" sz="1200">
                    <a:ea typeface="Arial Unicode MS" panose="020B0604020202020204" pitchFamily="34" charset="-128"/>
                    <a:cs typeface="Arial Unicode MS" panose="020B0604020202020204" pitchFamily="34" charset="-128"/>
                  </a:endParaRPr>
                </a:p>
                <a:p>
                  <a:pPr algn="ctr">
                    <a:spcBef>
                      <a:spcPct val="0"/>
                    </a:spcBef>
                    <a:buFontTx/>
                    <a:buNone/>
                  </a:pPr>
                  <a:endParaRPr lang="en-CA" altLang="tr-TR" sz="2400"/>
                </a:p>
              </p:txBody>
            </p:sp>
            <p:sp>
              <p:nvSpPr>
                <p:cNvPr id="101417" name="Rectangle 44">
                  <a:extLst>
                    <a:ext uri="{FF2B5EF4-FFF2-40B4-BE49-F238E27FC236}">
                      <a16:creationId xmlns:a16="http://schemas.microsoft.com/office/drawing/2014/main" id="{533DC593-E985-C7DC-990D-DD779F36C345}"/>
                    </a:ext>
                  </a:extLst>
                </p:cNvPr>
                <p:cNvSpPr>
                  <a:spLocks noChangeArrowheads="1"/>
                </p:cNvSpPr>
                <p:nvPr/>
              </p:nvSpPr>
              <p:spPr bwMode="auto">
                <a:xfrm>
                  <a:off x="3157" y="633"/>
                  <a:ext cx="44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tr-TR" altLang="en-US" sz="2400"/>
                </a:p>
              </p:txBody>
            </p:sp>
          </p:grpSp>
          <p:grpSp>
            <p:nvGrpSpPr>
              <p:cNvPr id="101398" name="Group 47">
                <a:extLst>
                  <a:ext uri="{FF2B5EF4-FFF2-40B4-BE49-F238E27FC236}">
                    <a16:creationId xmlns:a16="http://schemas.microsoft.com/office/drawing/2014/main" id="{8E62C38E-16BD-580C-DDFD-533ED69AE4E1}"/>
                  </a:ext>
                </a:extLst>
              </p:cNvPr>
              <p:cNvGrpSpPr>
                <a:grpSpLocks/>
              </p:cNvGrpSpPr>
              <p:nvPr/>
            </p:nvGrpSpPr>
            <p:grpSpPr bwMode="auto">
              <a:xfrm>
                <a:off x="0" y="1036"/>
                <a:ext cx="458" cy="403"/>
                <a:chOff x="0" y="1036"/>
                <a:chExt cx="458" cy="403"/>
              </a:xfrm>
            </p:grpSpPr>
            <p:sp>
              <p:nvSpPr>
                <p:cNvPr id="101414" name="Rectangle 16">
                  <a:extLst>
                    <a:ext uri="{FF2B5EF4-FFF2-40B4-BE49-F238E27FC236}">
                      <a16:creationId xmlns:a16="http://schemas.microsoft.com/office/drawing/2014/main" id="{EA18846A-3F7B-725D-634E-DFA18139BB15}"/>
                    </a:ext>
                  </a:extLst>
                </p:cNvPr>
                <p:cNvSpPr>
                  <a:spLocks noChangeArrowheads="1"/>
                </p:cNvSpPr>
                <p:nvPr/>
              </p:nvSpPr>
              <p:spPr bwMode="auto">
                <a:xfrm>
                  <a:off x="43" y="1036"/>
                  <a:ext cx="372"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CA" altLang="tr-TR" sz="1200" b="1">
                      <a:latin typeface="Arial" panose="020B0604020202020204" pitchFamily="34" charset="0"/>
                      <a:cs typeface="Arial" panose="020B0604020202020204" pitchFamily="34" charset="0"/>
                    </a:rPr>
                    <a:t>TDEV</a:t>
                  </a:r>
                  <a:endParaRPr lang="en-CA" altLang="tr-TR" sz="1200">
                    <a:ea typeface="Arial Unicode MS" panose="020B0604020202020204" pitchFamily="34" charset="-128"/>
                    <a:cs typeface="Arial Unicode MS" panose="020B0604020202020204" pitchFamily="34" charset="-128"/>
                  </a:endParaRPr>
                </a:p>
                <a:p>
                  <a:pPr algn="ctr">
                    <a:spcBef>
                      <a:spcPct val="0"/>
                    </a:spcBef>
                    <a:buFontTx/>
                    <a:buNone/>
                  </a:pPr>
                  <a:endParaRPr lang="en-CA" altLang="tr-TR" sz="2400"/>
                </a:p>
              </p:txBody>
            </p:sp>
            <p:sp>
              <p:nvSpPr>
                <p:cNvPr id="101415" name="Rectangle 46">
                  <a:extLst>
                    <a:ext uri="{FF2B5EF4-FFF2-40B4-BE49-F238E27FC236}">
                      <a16:creationId xmlns:a16="http://schemas.microsoft.com/office/drawing/2014/main" id="{62D903AF-10ED-6195-7571-2678C1370301}"/>
                    </a:ext>
                  </a:extLst>
                </p:cNvPr>
                <p:cNvSpPr>
                  <a:spLocks noChangeArrowheads="1"/>
                </p:cNvSpPr>
                <p:nvPr/>
              </p:nvSpPr>
              <p:spPr bwMode="auto">
                <a:xfrm>
                  <a:off x="0" y="1036"/>
                  <a:ext cx="458"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tr-TR" altLang="en-US" sz="2400"/>
                </a:p>
              </p:txBody>
            </p:sp>
          </p:grpSp>
          <p:grpSp>
            <p:nvGrpSpPr>
              <p:cNvPr id="101399" name="Group 49">
                <a:extLst>
                  <a:ext uri="{FF2B5EF4-FFF2-40B4-BE49-F238E27FC236}">
                    <a16:creationId xmlns:a16="http://schemas.microsoft.com/office/drawing/2014/main" id="{83DB5F6E-3CC2-443E-C9F7-6AD366D8020D}"/>
                  </a:ext>
                </a:extLst>
              </p:cNvPr>
              <p:cNvGrpSpPr>
                <a:grpSpLocks/>
              </p:cNvGrpSpPr>
              <p:nvPr/>
            </p:nvGrpSpPr>
            <p:grpSpPr bwMode="auto">
              <a:xfrm>
                <a:off x="458" y="1036"/>
                <a:ext cx="596" cy="403"/>
                <a:chOff x="458" y="1036"/>
                <a:chExt cx="596" cy="403"/>
              </a:xfrm>
            </p:grpSpPr>
            <p:sp>
              <p:nvSpPr>
                <p:cNvPr id="101412" name="Rectangle 17">
                  <a:extLst>
                    <a:ext uri="{FF2B5EF4-FFF2-40B4-BE49-F238E27FC236}">
                      <a16:creationId xmlns:a16="http://schemas.microsoft.com/office/drawing/2014/main" id="{DBBAA567-C0A5-F70D-FB1E-F3E2A6865A4D}"/>
                    </a:ext>
                  </a:extLst>
                </p:cNvPr>
                <p:cNvSpPr>
                  <a:spLocks noChangeArrowheads="1"/>
                </p:cNvSpPr>
                <p:nvPr/>
              </p:nvSpPr>
              <p:spPr bwMode="auto">
                <a:xfrm>
                  <a:off x="501" y="1036"/>
                  <a:ext cx="51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CA" altLang="tr-TR" sz="1200" b="1">
                      <a:latin typeface="Arial" panose="020B0604020202020204" pitchFamily="34" charset="0"/>
                      <a:cs typeface="Arial" panose="020B0604020202020204" pitchFamily="34" charset="0"/>
                    </a:rPr>
                    <a:t>39%</a:t>
                  </a:r>
                  <a:endParaRPr lang="en-CA" altLang="tr-TR" sz="1200">
                    <a:ea typeface="Arial Unicode MS" panose="020B0604020202020204" pitchFamily="34" charset="-128"/>
                    <a:cs typeface="Arial Unicode MS" panose="020B0604020202020204" pitchFamily="34" charset="-128"/>
                  </a:endParaRPr>
                </a:p>
                <a:p>
                  <a:pPr algn="ctr">
                    <a:spcBef>
                      <a:spcPct val="0"/>
                    </a:spcBef>
                    <a:buFontTx/>
                    <a:buNone/>
                  </a:pPr>
                  <a:endParaRPr lang="en-CA" altLang="tr-TR" sz="2400"/>
                </a:p>
              </p:txBody>
            </p:sp>
            <p:sp>
              <p:nvSpPr>
                <p:cNvPr id="101413" name="Rectangle 48">
                  <a:extLst>
                    <a:ext uri="{FF2B5EF4-FFF2-40B4-BE49-F238E27FC236}">
                      <a16:creationId xmlns:a16="http://schemas.microsoft.com/office/drawing/2014/main" id="{C872EE67-B65C-581F-1B9C-2B36BE9EF6A1}"/>
                    </a:ext>
                  </a:extLst>
                </p:cNvPr>
                <p:cNvSpPr>
                  <a:spLocks noChangeArrowheads="1"/>
                </p:cNvSpPr>
                <p:nvPr/>
              </p:nvSpPr>
              <p:spPr bwMode="auto">
                <a:xfrm>
                  <a:off x="458" y="1036"/>
                  <a:ext cx="59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tr-TR" altLang="en-US" sz="2400"/>
                </a:p>
              </p:txBody>
            </p:sp>
          </p:grpSp>
          <p:grpSp>
            <p:nvGrpSpPr>
              <p:cNvPr id="101400" name="Group 51">
                <a:extLst>
                  <a:ext uri="{FF2B5EF4-FFF2-40B4-BE49-F238E27FC236}">
                    <a16:creationId xmlns:a16="http://schemas.microsoft.com/office/drawing/2014/main" id="{B77FD65E-61E2-E2D1-953F-43AB5D77FA93}"/>
                  </a:ext>
                </a:extLst>
              </p:cNvPr>
              <p:cNvGrpSpPr>
                <a:grpSpLocks/>
              </p:cNvGrpSpPr>
              <p:nvPr/>
            </p:nvGrpSpPr>
            <p:grpSpPr bwMode="auto">
              <a:xfrm>
                <a:off x="1054" y="1036"/>
                <a:ext cx="647" cy="403"/>
                <a:chOff x="1054" y="1036"/>
                <a:chExt cx="647" cy="403"/>
              </a:xfrm>
            </p:grpSpPr>
            <p:sp>
              <p:nvSpPr>
                <p:cNvPr id="101410" name="Rectangle 18">
                  <a:extLst>
                    <a:ext uri="{FF2B5EF4-FFF2-40B4-BE49-F238E27FC236}">
                      <a16:creationId xmlns:a16="http://schemas.microsoft.com/office/drawing/2014/main" id="{81D3B635-6997-8BDA-F12E-1D5C0416E0AE}"/>
                    </a:ext>
                  </a:extLst>
                </p:cNvPr>
                <p:cNvSpPr>
                  <a:spLocks noChangeArrowheads="1"/>
                </p:cNvSpPr>
                <p:nvPr/>
              </p:nvSpPr>
              <p:spPr bwMode="auto">
                <a:xfrm>
                  <a:off x="1097" y="1036"/>
                  <a:ext cx="561"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CA" altLang="tr-TR" sz="1200" b="1">
                      <a:latin typeface="Arial" panose="020B0604020202020204" pitchFamily="34" charset="0"/>
                      <a:cs typeface="Arial" panose="020B0604020202020204" pitchFamily="34" charset="0"/>
                    </a:rPr>
                    <a:t>25%</a:t>
                  </a:r>
                  <a:endParaRPr lang="en-CA" altLang="tr-TR" sz="1200">
                    <a:ea typeface="Arial Unicode MS" panose="020B0604020202020204" pitchFamily="34" charset="-128"/>
                    <a:cs typeface="Arial Unicode MS" panose="020B0604020202020204" pitchFamily="34" charset="-128"/>
                  </a:endParaRPr>
                </a:p>
                <a:p>
                  <a:pPr algn="ctr">
                    <a:spcBef>
                      <a:spcPct val="0"/>
                    </a:spcBef>
                    <a:buFontTx/>
                    <a:buNone/>
                  </a:pPr>
                  <a:endParaRPr lang="en-CA" altLang="tr-TR" sz="2400"/>
                </a:p>
              </p:txBody>
            </p:sp>
            <p:sp>
              <p:nvSpPr>
                <p:cNvPr id="101411" name="Rectangle 50">
                  <a:extLst>
                    <a:ext uri="{FF2B5EF4-FFF2-40B4-BE49-F238E27FC236}">
                      <a16:creationId xmlns:a16="http://schemas.microsoft.com/office/drawing/2014/main" id="{9178A059-F6AE-9282-89DF-9C6F1D64CBE2}"/>
                    </a:ext>
                  </a:extLst>
                </p:cNvPr>
                <p:cNvSpPr>
                  <a:spLocks noChangeArrowheads="1"/>
                </p:cNvSpPr>
                <p:nvPr/>
              </p:nvSpPr>
              <p:spPr bwMode="auto">
                <a:xfrm>
                  <a:off x="1054" y="1036"/>
                  <a:ext cx="64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tr-TR" altLang="en-US" sz="2400"/>
                </a:p>
              </p:txBody>
            </p:sp>
          </p:grpSp>
          <p:grpSp>
            <p:nvGrpSpPr>
              <p:cNvPr id="101401" name="Group 53">
                <a:extLst>
                  <a:ext uri="{FF2B5EF4-FFF2-40B4-BE49-F238E27FC236}">
                    <a16:creationId xmlns:a16="http://schemas.microsoft.com/office/drawing/2014/main" id="{565D0C68-6681-0659-54BE-09EB5777C8B7}"/>
                  </a:ext>
                </a:extLst>
              </p:cNvPr>
              <p:cNvGrpSpPr>
                <a:grpSpLocks/>
              </p:cNvGrpSpPr>
              <p:nvPr/>
            </p:nvGrpSpPr>
            <p:grpSpPr bwMode="auto">
              <a:xfrm>
                <a:off x="1701" y="1036"/>
                <a:ext cx="912" cy="403"/>
                <a:chOff x="1701" y="1036"/>
                <a:chExt cx="912" cy="403"/>
              </a:xfrm>
            </p:grpSpPr>
            <p:sp>
              <p:nvSpPr>
                <p:cNvPr id="101408" name="Rectangle 19">
                  <a:extLst>
                    <a:ext uri="{FF2B5EF4-FFF2-40B4-BE49-F238E27FC236}">
                      <a16:creationId xmlns:a16="http://schemas.microsoft.com/office/drawing/2014/main" id="{E49B925A-C325-FD51-910D-9AA4B98C7255}"/>
                    </a:ext>
                  </a:extLst>
                </p:cNvPr>
                <p:cNvSpPr>
                  <a:spLocks noChangeArrowheads="1"/>
                </p:cNvSpPr>
                <p:nvPr/>
              </p:nvSpPr>
              <p:spPr bwMode="auto">
                <a:xfrm>
                  <a:off x="1744" y="1036"/>
                  <a:ext cx="826"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CA" altLang="tr-TR" sz="1200" b="1">
                      <a:latin typeface="Arial" panose="020B0604020202020204" pitchFamily="34" charset="0"/>
                      <a:cs typeface="Arial" panose="020B0604020202020204" pitchFamily="34" charset="0"/>
                    </a:rPr>
                    <a:t>15%</a:t>
                  </a:r>
                  <a:endParaRPr lang="en-CA" altLang="tr-TR" sz="1200">
                    <a:ea typeface="Arial Unicode MS" panose="020B0604020202020204" pitchFamily="34" charset="-128"/>
                    <a:cs typeface="Arial Unicode MS" panose="020B0604020202020204" pitchFamily="34" charset="-128"/>
                  </a:endParaRPr>
                </a:p>
                <a:p>
                  <a:pPr algn="ctr">
                    <a:spcBef>
                      <a:spcPct val="0"/>
                    </a:spcBef>
                    <a:buFontTx/>
                    <a:buNone/>
                  </a:pPr>
                  <a:endParaRPr lang="en-CA" altLang="tr-TR" sz="2400"/>
                </a:p>
              </p:txBody>
            </p:sp>
            <p:sp>
              <p:nvSpPr>
                <p:cNvPr id="101409" name="Rectangle 52">
                  <a:extLst>
                    <a:ext uri="{FF2B5EF4-FFF2-40B4-BE49-F238E27FC236}">
                      <a16:creationId xmlns:a16="http://schemas.microsoft.com/office/drawing/2014/main" id="{DDBB25FD-D716-4C85-28D1-7A0186069A21}"/>
                    </a:ext>
                  </a:extLst>
                </p:cNvPr>
                <p:cNvSpPr>
                  <a:spLocks noChangeArrowheads="1"/>
                </p:cNvSpPr>
                <p:nvPr/>
              </p:nvSpPr>
              <p:spPr bwMode="auto">
                <a:xfrm>
                  <a:off x="1701" y="1036"/>
                  <a:ext cx="912"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tr-TR" altLang="en-US" sz="2400"/>
                </a:p>
              </p:txBody>
            </p:sp>
          </p:grpSp>
          <p:grpSp>
            <p:nvGrpSpPr>
              <p:cNvPr id="101402" name="Group 55">
                <a:extLst>
                  <a:ext uri="{FF2B5EF4-FFF2-40B4-BE49-F238E27FC236}">
                    <a16:creationId xmlns:a16="http://schemas.microsoft.com/office/drawing/2014/main" id="{CEA8BE0B-FCF8-0A1A-5FDA-D17B13939C0A}"/>
                  </a:ext>
                </a:extLst>
              </p:cNvPr>
              <p:cNvGrpSpPr>
                <a:grpSpLocks/>
              </p:cNvGrpSpPr>
              <p:nvPr/>
            </p:nvGrpSpPr>
            <p:grpSpPr bwMode="auto">
              <a:xfrm>
                <a:off x="2613" y="1036"/>
                <a:ext cx="544" cy="403"/>
                <a:chOff x="2613" y="1036"/>
                <a:chExt cx="544" cy="403"/>
              </a:xfrm>
            </p:grpSpPr>
            <p:sp>
              <p:nvSpPr>
                <p:cNvPr id="101406" name="Rectangle 20">
                  <a:extLst>
                    <a:ext uri="{FF2B5EF4-FFF2-40B4-BE49-F238E27FC236}">
                      <a16:creationId xmlns:a16="http://schemas.microsoft.com/office/drawing/2014/main" id="{5F7620D4-004D-DE2F-5AB8-B914D64E4B7F}"/>
                    </a:ext>
                  </a:extLst>
                </p:cNvPr>
                <p:cNvSpPr>
                  <a:spLocks noChangeArrowheads="1"/>
                </p:cNvSpPr>
                <p:nvPr/>
              </p:nvSpPr>
              <p:spPr bwMode="auto">
                <a:xfrm>
                  <a:off x="2656" y="1036"/>
                  <a:ext cx="458"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CA" altLang="tr-TR" sz="1200" b="1">
                      <a:latin typeface="Arial" panose="020B0604020202020204" pitchFamily="34" charset="0"/>
                      <a:cs typeface="Arial" panose="020B0604020202020204" pitchFamily="34" charset="0"/>
                    </a:rPr>
                    <a:t>21%</a:t>
                  </a:r>
                  <a:endParaRPr lang="en-CA" altLang="tr-TR" sz="1200">
                    <a:ea typeface="Arial Unicode MS" panose="020B0604020202020204" pitchFamily="34" charset="-128"/>
                    <a:cs typeface="Arial Unicode MS" panose="020B0604020202020204" pitchFamily="34" charset="-128"/>
                  </a:endParaRPr>
                </a:p>
                <a:p>
                  <a:pPr algn="ctr">
                    <a:spcBef>
                      <a:spcPct val="0"/>
                    </a:spcBef>
                    <a:buFontTx/>
                    <a:buNone/>
                  </a:pPr>
                  <a:endParaRPr lang="en-CA" altLang="tr-TR" sz="2400"/>
                </a:p>
              </p:txBody>
            </p:sp>
            <p:sp>
              <p:nvSpPr>
                <p:cNvPr id="101407" name="Rectangle 54">
                  <a:extLst>
                    <a:ext uri="{FF2B5EF4-FFF2-40B4-BE49-F238E27FC236}">
                      <a16:creationId xmlns:a16="http://schemas.microsoft.com/office/drawing/2014/main" id="{59EB75D9-28EF-07DA-1763-A7B0403B6CD9}"/>
                    </a:ext>
                  </a:extLst>
                </p:cNvPr>
                <p:cNvSpPr>
                  <a:spLocks noChangeArrowheads="1"/>
                </p:cNvSpPr>
                <p:nvPr/>
              </p:nvSpPr>
              <p:spPr bwMode="auto">
                <a:xfrm>
                  <a:off x="2613" y="1036"/>
                  <a:ext cx="544"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tr-TR" altLang="en-US" sz="2400"/>
                </a:p>
              </p:txBody>
            </p:sp>
          </p:grpSp>
          <p:grpSp>
            <p:nvGrpSpPr>
              <p:cNvPr id="101403" name="Group 57">
                <a:extLst>
                  <a:ext uri="{FF2B5EF4-FFF2-40B4-BE49-F238E27FC236}">
                    <a16:creationId xmlns:a16="http://schemas.microsoft.com/office/drawing/2014/main" id="{D7CB593D-4904-AFDC-9BD5-1B13F8A617FA}"/>
                  </a:ext>
                </a:extLst>
              </p:cNvPr>
              <p:cNvGrpSpPr>
                <a:grpSpLocks/>
              </p:cNvGrpSpPr>
              <p:nvPr/>
            </p:nvGrpSpPr>
            <p:grpSpPr bwMode="auto">
              <a:xfrm>
                <a:off x="3157" y="1036"/>
                <a:ext cx="446" cy="403"/>
                <a:chOff x="3157" y="1036"/>
                <a:chExt cx="446" cy="403"/>
              </a:xfrm>
            </p:grpSpPr>
            <p:sp>
              <p:nvSpPr>
                <p:cNvPr id="101404" name="Rectangle 21">
                  <a:extLst>
                    <a:ext uri="{FF2B5EF4-FFF2-40B4-BE49-F238E27FC236}">
                      <a16:creationId xmlns:a16="http://schemas.microsoft.com/office/drawing/2014/main" id="{53677D3C-923A-AEA0-FDA9-8FC3B6393CD7}"/>
                    </a:ext>
                  </a:extLst>
                </p:cNvPr>
                <p:cNvSpPr>
                  <a:spLocks noChangeArrowheads="1"/>
                </p:cNvSpPr>
                <p:nvPr/>
              </p:nvSpPr>
              <p:spPr bwMode="auto">
                <a:xfrm>
                  <a:off x="3200" y="1036"/>
                  <a:ext cx="36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CA" altLang="tr-TR" sz="1200" b="1">
                      <a:latin typeface="Arial" panose="020B0604020202020204" pitchFamily="34" charset="0"/>
                      <a:cs typeface="Arial" panose="020B0604020202020204" pitchFamily="34" charset="0"/>
                    </a:rPr>
                    <a:t>100%</a:t>
                  </a:r>
                  <a:endParaRPr lang="en-CA" altLang="tr-TR" sz="1200">
                    <a:ea typeface="Arial Unicode MS" panose="020B0604020202020204" pitchFamily="34" charset="-128"/>
                    <a:cs typeface="Arial Unicode MS" panose="020B0604020202020204" pitchFamily="34" charset="-128"/>
                  </a:endParaRPr>
                </a:p>
                <a:p>
                  <a:pPr algn="ctr">
                    <a:spcBef>
                      <a:spcPct val="0"/>
                    </a:spcBef>
                    <a:buFontTx/>
                    <a:buNone/>
                  </a:pPr>
                  <a:endParaRPr lang="en-CA" altLang="tr-TR" sz="2400"/>
                </a:p>
              </p:txBody>
            </p:sp>
            <p:sp>
              <p:nvSpPr>
                <p:cNvPr id="101405" name="Rectangle 56">
                  <a:extLst>
                    <a:ext uri="{FF2B5EF4-FFF2-40B4-BE49-F238E27FC236}">
                      <a16:creationId xmlns:a16="http://schemas.microsoft.com/office/drawing/2014/main" id="{BB807CC7-3017-DFBE-9D1E-5120832ED55A}"/>
                    </a:ext>
                  </a:extLst>
                </p:cNvPr>
                <p:cNvSpPr>
                  <a:spLocks noChangeArrowheads="1"/>
                </p:cNvSpPr>
                <p:nvPr/>
              </p:nvSpPr>
              <p:spPr bwMode="auto">
                <a:xfrm>
                  <a:off x="3157" y="1036"/>
                  <a:ext cx="44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tr-TR" altLang="en-US" sz="2400"/>
                </a:p>
              </p:txBody>
            </p:sp>
          </p:grpSp>
        </p:grpSp>
        <p:sp>
          <p:nvSpPr>
            <p:cNvPr id="101385" name="Rectangle 59">
              <a:extLst>
                <a:ext uri="{FF2B5EF4-FFF2-40B4-BE49-F238E27FC236}">
                  <a16:creationId xmlns:a16="http://schemas.microsoft.com/office/drawing/2014/main" id="{210D7FBD-2B07-165D-200E-B59D5D1E1BA0}"/>
                </a:ext>
              </a:extLst>
            </p:cNvPr>
            <p:cNvSpPr>
              <a:spLocks noChangeArrowheads="1"/>
            </p:cNvSpPr>
            <p:nvPr/>
          </p:nvSpPr>
          <p:spPr bwMode="auto">
            <a:xfrm>
              <a:off x="-2" y="-2"/>
              <a:ext cx="3607" cy="1443"/>
            </a:xfrm>
            <a:prstGeom prst="rect">
              <a:avLst/>
            </a:prstGeom>
            <a:noFill/>
            <a:ln w="793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tr-TR" altLang="en-US" sz="2400"/>
            </a:p>
          </p:txBody>
        </p:sp>
      </p:gr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Date Placeholder 3">
            <a:extLst>
              <a:ext uri="{FF2B5EF4-FFF2-40B4-BE49-F238E27FC236}">
                <a16:creationId xmlns:a16="http://schemas.microsoft.com/office/drawing/2014/main" id="{5EF9BD3F-5BD1-6464-EFE6-995DA95BF1DA}"/>
              </a:ext>
            </a:extLst>
          </p:cNvPr>
          <p:cNvSpPr>
            <a:spLocks noGrp="1"/>
          </p:cNvSpPr>
          <p:nvPr>
            <p:ph type="dt" sz="quarter" idx="10"/>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tr-TR" sz="1400"/>
              <a:t>26/12/2016</a:t>
            </a:r>
          </a:p>
        </p:txBody>
      </p:sp>
      <p:sp>
        <p:nvSpPr>
          <p:cNvPr id="102403" name="Footer Placeholder 4">
            <a:extLst>
              <a:ext uri="{FF2B5EF4-FFF2-40B4-BE49-F238E27FC236}">
                <a16:creationId xmlns:a16="http://schemas.microsoft.com/office/drawing/2014/main" id="{3EB033DA-3151-CCFD-ED1B-28C2FC575112}"/>
              </a:ext>
            </a:extLst>
          </p:cNvPr>
          <p:cNvSpPr>
            <a:spLocks noGrp="1"/>
          </p:cNvSpPr>
          <p:nvPr>
            <p:ph type="ftr" sz="quarter" idx="11"/>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tr-TR" sz="1400"/>
          </a:p>
        </p:txBody>
      </p:sp>
      <p:sp>
        <p:nvSpPr>
          <p:cNvPr id="102404" name="Slide Number Placeholder 5">
            <a:extLst>
              <a:ext uri="{FF2B5EF4-FFF2-40B4-BE49-F238E27FC236}">
                <a16:creationId xmlns:a16="http://schemas.microsoft.com/office/drawing/2014/main" id="{9E19F7BF-D617-2B8B-F2AF-CA46C1A0AA12}"/>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BD7B9455-FB13-8845-8F6F-D721B4AF2296}" type="slidenum">
              <a:rPr lang="en-US" altLang="tr-TR" sz="1400"/>
              <a:pPr>
                <a:spcBef>
                  <a:spcPct val="0"/>
                </a:spcBef>
                <a:buFontTx/>
                <a:buNone/>
              </a:pPr>
              <a:t>81</a:t>
            </a:fld>
            <a:endParaRPr lang="en-US" altLang="tr-TR" sz="1400"/>
          </a:p>
        </p:txBody>
      </p:sp>
      <p:sp>
        <p:nvSpPr>
          <p:cNvPr id="50178" name="Rectangle 2">
            <a:extLst>
              <a:ext uri="{FF2B5EF4-FFF2-40B4-BE49-F238E27FC236}">
                <a16:creationId xmlns:a16="http://schemas.microsoft.com/office/drawing/2014/main" id="{1459A022-DC44-BE5B-120E-70387E4FD318}"/>
              </a:ext>
            </a:extLst>
          </p:cNvPr>
          <p:cNvSpPr>
            <a:spLocks noGrp="1" noChangeArrowheads="1"/>
          </p:cNvSpPr>
          <p:nvPr>
            <p:ph type="title"/>
          </p:nvPr>
        </p:nvSpPr>
        <p:spPr/>
        <p:txBody>
          <a:bodyPr/>
          <a:lstStyle/>
          <a:p>
            <a:pPr>
              <a:defRPr/>
            </a:pPr>
            <a:r>
              <a:rPr lang="en-US" altLang="tr-TR"/>
              <a:t>Error Estimation</a:t>
            </a:r>
          </a:p>
        </p:txBody>
      </p:sp>
      <p:sp>
        <p:nvSpPr>
          <p:cNvPr id="102406" name="Rectangle 3">
            <a:extLst>
              <a:ext uri="{FF2B5EF4-FFF2-40B4-BE49-F238E27FC236}">
                <a16:creationId xmlns:a16="http://schemas.microsoft.com/office/drawing/2014/main" id="{B5296519-429A-D3FA-4B85-764506825ED6}"/>
              </a:ext>
            </a:extLst>
          </p:cNvPr>
          <p:cNvSpPr>
            <a:spLocks noGrp="1" noChangeArrowheads="1"/>
          </p:cNvSpPr>
          <p:nvPr>
            <p:ph type="body" idx="1"/>
          </p:nvPr>
        </p:nvSpPr>
        <p:spPr/>
        <p:txBody>
          <a:bodyPr/>
          <a:lstStyle/>
          <a:p>
            <a:r>
              <a:rPr lang="en-US" altLang="zh-CN" sz="1600">
                <a:ea typeface="SimSun" panose="02010600030101010101" pitchFamily="2" charset="-122"/>
              </a:rPr>
              <a:t>Calculate the estimated number of errors in your design, i.e.total errors found in requirements, specifications, code, user manuals, and bad fixes:</a:t>
            </a:r>
          </a:p>
          <a:p>
            <a:pPr lvl="1"/>
            <a:r>
              <a:rPr lang="en-US" altLang="zh-CN" sz="1600">
                <a:ea typeface="SimSun" panose="02010600030101010101" pitchFamily="2" charset="-122"/>
              </a:rPr>
              <a:t>Adjust the </a:t>
            </a:r>
            <a:r>
              <a:rPr lang="en-US" altLang="zh-CN" sz="1600" b="1">
                <a:ea typeface="SimSun" panose="02010600030101010101" pitchFamily="2" charset="-122"/>
              </a:rPr>
              <a:t>Function Point</a:t>
            </a:r>
            <a:r>
              <a:rPr lang="en-US" altLang="zh-CN" sz="1600">
                <a:ea typeface="SimSun" panose="02010600030101010101" pitchFamily="2" charset="-122"/>
              </a:rPr>
              <a:t> calculated in step1</a:t>
            </a:r>
          </a:p>
          <a:p>
            <a:pPr lvl="1"/>
            <a:endParaRPr lang="en-US" altLang="zh-CN" sz="1600">
              <a:ea typeface="SimSun" panose="02010600030101010101" pitchFamily="2" charset="-122"/>
            </a:endParaRPr>
          </a:p>
          <a:p>
            <a:pPr algn="ctr">
              <a:buFontTx/>
              <a:buNone/>
            </a:pPr>
            <a:r>
              <a:rPr lang="en-US" altLang="zh-CN" sz="2000" b="1" i="1">
                <a:ea typeface="SimSun" panose="02010600030101010101" pitchFamily="2" charset="-122"/>
              </a:rPr>
              <a:t>AFP = FP ** 1.25</a:t>
            </a:r>
            <a:endParaRPr lang="en-US" altLang="zh-CN" sz="2400" b="1" i="1">
              <a:ea typeface="SimSun" panose="02010600030101010101" pitchFamily="2" charset="-122"/>
            </a:endParaRPr>
          </a:p>
          <a:p>
            <a:pPr lvl="1"/>
            <a:r>
              <a:rPr lang="en-US" altLang="zh-CN" sz="1600">
                <a:ea typeface="SimSun" panose="02010600030101010101" pitchFamily="2" charset="-122"/>
              </a:rPr>
              <a:t>Use the following table for calculating error estimates</a:t>
            </a:r>
          </a:p>
          <a:p>
            <a:endParaRPr lang="en-US" altLang="tr-TR" sz="1600"/>
          </a:p>
        </p:txBody>
      </p:sp>
      <p:graphicFrame>
        <p:nvGraphicFramePr>
          <p:cNvPr id="50180" name="Group 4">
            <a:extLst>
              <a:ext uri="{FF2B5EF4-FFF2-40B4-BE49-F238E27FC236}">
                <a16:creationId xmlns:a16="http://schemas.microsoft.com/office/drawing/2014/main" id="{5EC58E98-08F1-4E1C-49FD-D3CDD8C6C504}"/>
              </a:ext>
            </a:extLst>
          </p:cNvPr>
          <p:cNvGraphicFramePr>
            <a:graphicFrameLocks noGrp="1"/>
          </p:cNvGraphicFramePr>
          <p:nvPr/>
        </p:nvGraphicFramePr>
        <p:xfrm>
          <a:off x="2590800" y="3978275"/>
          <a:ext cx="3941763" cy="2193925"/>
        </p:xfrm>
        <a:graphic>
          <a:graphicData uri="http://schemas.openxmlformats.org/drawingml/2006/table">
            <a:tbl>
              <a:tblPr/>
              <a:tblGrid>
                <a:gridCol w="2354263">
                  <a:extLst>
                    <a:ext uri="{9D8B030D-6E8A-4147-A177-3AD203B41FA5}">
                      <a16:colId xmlns:a16="http://schemas.microsoft.com/office/drawing/2014/main" val="20000"/>
                    </a:ext>
                  </a:extLst>
                </a:gridCol>
                <a:gridCol w="1587500">
                  <a:extLst>
                    <a:ext uri="{9D8B030D-6E8A-4147-A177-3AD203B41FA5}">
                      <a16:colId xmlns:a16="http://schemas.microsoft.com/office/drawing/2014/main" val="20001"/>
                    </a:ext>
                  </a:extLst>
                </a:gridCol>
              </a:tblGrid>
              <a:tr h="365654">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Error Type</a:t>
                      </a:r>
                    </a:p>
                  </a:txBody>
                  <a:tcPr marT="45680" marB="45680"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Error / AFP</a:t>
                      </a:r>
                    </a:p>
                  </a:txBody>
                  <a:tcPr marT="45680" marB="45680"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654">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Requirements</a:t>
                      </a:r>
                    </a:p>
                  </a:txBody>
                  <a:tcPr marT="45680" marB="45680"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1</a:t>
                      </a:r>
                    </a:p>
                  </a:txBody>
                  <a:tcPr marT="45680" marB="45680"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654">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Design</a:t>
                      </a:r>
                    </a:p>
                  </a:txBody>
                  <a:tcPr marT="45680" marB="45680"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1.25</a:t>
                      </a:r>
                    </a:p>
                  </a:txBody>
                  <a:tcPr marT="45680" marB="45680"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654">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Implementation</a:t>
                      </a:r>
                    </a:p>
                  </a:txBody>
                  <a:tcPr marT="45680" marB="45680"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1.75</a:t>
                      </a:r>
                    </a:p>
                  </a:txBody>
                  <a:tcPr marT="45680" marB="45680"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654">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Documentation</a:t>
                      </a:r>
                    </a:p>
                  </a:txBody>
                  <a:tcPr marT="45680" marB="45680"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0.6</a:t>
                      </a:r>
                    </a:p>
                  </a:txBody>
                  <a:tcPr marT="45680" marB="45680"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5654">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Due to Bug Fixes</a:t>
                      </a:r>
                    </a:p>
                  </a:txBody>
                  <a:tcPr marT="45680" marB="45680"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0.4</a:t>
                      </a:r>
                    </a:p>
                  </a:txBody>
                  <a:tcPr marT="45680" marB="45680"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Date Placeholder 3">
            <a:extLst>
              <a:ext uri="{FF2B5EF4-FFF2-40B4-BE49-F238E27FC236}">
                <a16:creationId xmlns:a16="http://schemas.microsoft.com/office/drawing/2014/main" id="{F8D6CDC6-7014-13E2-D601-7E266337ED33}"/>
              </a:ext>
            </a:extLst>
          </p:cNvPr>
          <p:cNvSpPr>
            <a:spLocks noGrp="1"/>
          </p:cNvSpPr>
          <p:nvPr>
            <p:ph type="dt" sz="quarter" idx="10"/>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tr-TR" sz="1400"/>
              <a:t>26/12/2016</a:t>
            </a:r>
          </a:p>
        </p:txBody>
      </p:sp>
      <p:sp>
        <p:nvSpPr>
          <p:cNvPr id="103427" name="Footer Placeholder 4">
            <a:extLst>
              <a:ext uri="{FF2B5EF4-FFF2-40B4-BE49-F238E27FC236}">
                <a16:creationId xmlns:a16="http://schemas.microsoft.com/office/drawing/2014/main" id="{BBAED127-EBB3-0F9A-2BBF-F13FBA164F33}"/>
              </a:ext>
            </a:extLst>
          </p:cNvPr>
          <p:cNvSpPr>
            <a:spLocks noGrp="1"/>
          </p:cNvSpPr>
          <p:nvPr>
            <p:ph type="ftr" sz="quarter" idx="11"/>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tr-TR" sz="1400"/>
          </a:p>
        </p:txBody>
      </p:sp>
      <p:sp>
        <p:nvSpPr>
          <p:cNvPr id="103428" name="Slide Number Placeholder 5">
            <a:extLst>
              <a:ext uri="{FF2B5EF4-FFF2-40B4-BE49-F238E27FC236}">
                <a16:creationId xmlns:a16="http://schemas.microsoft.com/office/drawing/2014/main" id="{229DBD9C-BA3C-F7A9-9C13-474FF31CE0EA}"/>
              </a:ext>
            </a:extLst>
          </p:cNvPr>
          <p:cNvSpPr>
            <a:spLocks noGrp="1"/>
          </p:cNvSpPr>
          <p:nvPr>
            <p:ph type="sldNum" sz="quarter" idx="12"/>
          </p:nvPr>
        </p:nvSpPr>
        <p:spPr>
          <a:noFill/>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1F073DFF-6B9A-024A-8B22-D86544185144}" type="slidenum">
              <a:rPr lang="en-US" altLang="tr-TR" sz="1400"/>
              <a:pPr>
                <a:spcBef>
                  <a:spcPct val="0"/>
                </a:spcBef>
                <a:buFontTx/>
                <a:buNone/>
              </a:pPr>
              <a:t>82</a:t>
            </a:fld>
            <a:endParaRPr lang="en-US" altLang="tr-TR" sz="1400"/>
          </a:p>
        </p:txBody>
      </p:sp>
      <p:sp>
        <p:nvSpPr>
          <p:cNvPr id="52226" name="Rectangle 2">
            <a:extLst>
              <a:ext uri="{FF2B5EF4-FFF2-40B4-BE49-F238E27FC236}">
                <a16:creationId xmlns:a16="http://schemas.microsoft.com/office/drawing/2014/main" id="{FE784B0E-649E-7D3F-A938-8E740028D6AA}"/>
              </a:ext>
            </a:extLst>
          </p:cNvPr>
          <p:cNvSpPr>
            <a:spLocks noGrp="1" noChangeArrowheads="1"/>
          </p:cNvSpPr>
          <p:nvPr>
            <p:ph type="title"/>
          </p:nvPr>
        </p:nvSpPr>
        <p:spPr>
          <a:xfrm>
            <a:off x="-457200" y="0"/>
            <a:ext cx="3581400" cy="457200"/>
          </a:xfrm>
        </p:spPr>
        <p:txBody>
          <a:bodyPr/>
          <a:lstStyle/>
          <a:p>
            <a:pPr>
              <a:defRPr/>
            </a:pPr>
            <a:r>
              <a:rPr lang="en-US" altLang="tr-TR" sz="2800" b="1"/>
              <a:t>All Together</a:t>
            </a:r>
          </a:p>
        </p:txBody>
      </p:sp>
      <p:sp>
        <p:nvSpPr>
          <p:cNvPr id="103430" name="Text Box 4">
            <a:extLst>
              <a:ext uri="{FF2B5EF4-FFF2-40B4-BE49-F238E27FC236}">
                <a16:creationId xmlns:a16="http://schemas.microsoft.com/office/drawing/2014/main" id="{FB030516-0B33-EF55-EE4C-29B9D586E837}"/>
              </a:ext>
            </a:extLst>
          </p:cNvPr>
          <p:cNvSpPr txBox="1">
            <a:spLocks noChangeAspect="1" noChangeArrowheads="1"/>
          </p:cNvSpPr>
          <p:nvPr/>
        </p:nvSpPr>
        <p:spPr bwMode="auto">
          <a:xfrm>
            <a:off x="4462463" y="76200"/>
            <a:ext cx="828675" cy="279400"/>
          </a:xfrm>
          <a:prstGeom prst="rect">
            <a:avLst/>
          </a:prstGeom>
          <a:solidFill>
            <a:schemeClr val="accent1"/>
          </a:solidFill>
          <a:ln w="9525">
            <a:solidFill>
              <a:srgbClr val="000000"/>
            </a:solidFill>
            <a:miter lim="800000"/>
            <a:headEnd/>
            <a:tailEnd/>
          </a:ln>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kumimoji="1" lang="en-US" altLang="zh-CN" sz="1400">
                <a:latin typeface="Verdana" panose="020B0604030504040204" pitchFamily="34" charset="0"/>
                <a:ea typeface="SimSun" panose="02010600030101010101" pitchFamily="2" charset="-122"/>
              </a:rPr>
              <a:t>Design</a:t>
            </a:r>
          </a:p>
        </p:txBody>
      </p:sp>
      <p:sp>
        <p:nvSpPr>
          <p:cNvPr id="103431" name="Text Box 5">
            <a:extLst>
              <a:ext uri="{FF2B5EF4-FFF2-40B4-BE49-F238E27FC236}">
                <a16:creationId xmlns:a16="http://schemas.microsoft.com/office/drawing/2014/main" id="{D3C4E1FB-2193-409F-E5EE-889B42E9CE25}"/>
              </a:ext>
            </a:extLst>
          </p:cNvPr>
          <p:cNvSpPr txBox="1">
            <a:spLocks noChangeAspect="1" noChangeArrowheads="1"/>
          </p:cNvSpPr>
          <p:nvPr/>
        </p:nvSpPr>
        <p:spPr bwMode="auto">
          <a:xfrm>
            <a:off x="3276600" y="1066800"/>
            <a:ext cx="3657600" cy="304800"/>
          </a:xfrm>
          <a:prstGeom prst="rect">
            <a:avLst/>
          </a:prstGeom>
          <a:solidFill>
            <a:schemeClr val="accent1"/>
          </a:solidFill>
          <a:ln w="9525">
            <a:solidFill>
              <a:srgbClr val="000000"/>
            </a:solidFill>
            <a:miter lim="800000"/>
            <a:headEnd/>
            <a:tailEnd/>
          </a:ln>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kumimoji="1" lang="en-US" altLang="zh-CN" sz="1400">
                <a:latin typeface="Verdana" panose="020B0604030504040204" pitchFamily="34" charset="0"/>
                <a:ea typeface="SimSun" panose="02010600030101010101" pitchFamily="2" charset="-122"/>
              </a:rPr>
              <a:t>Unadjusted Function Point (UFP table)</a:t>
            </a:r>
          </a:p>
        </p:txBody>
      </p:sp>
      <p:sp>
        <p:nvSpPr>
          <p:cNvPr id="103432" name="Text Box 6">
            <a:extLst>
              <a:ext uri="{FF2B5EF4-FFF2-40B4-BE49-F238E27FC236}">
                <a16:creationId xmlns:a16="http://schemas.microsoft.com/office/drawing/2014/main" id="{F5622257-02F0-DD98-67D6-7D3648AA1539}"/>
              </a:ext>
            </a:extLst>
          </p:cNvPr>
          <p:cNvSpPr txBox="1">
            <a:spLocks noChangeAspect="1" noChangeArrowheads="1"/>
          </p:cNvSpPr>
          <p:nvPr/>
        </p:nvSpPr>
        <p:spPr bwMode="auto">
          <a:xfrm>
            <a:off x="4267200" y="1752600"/>
            <a:ext cx="1447800" cy="533400"/>
          </a:xfrm>
          <a:prstGeom prst="rect">
            <a:avLst/>
          </a:prstGeom>
          <a:solidFill>
            <a:schemeClr val="accent1"/>
          </a:solidFill>
          <a:ln w="9525">
            <a:solidFill>
              <a:srgbClr val="000000"/>
            </a:solidFill>
            <a:miter lim="800000"/>
            <a:headEnd/>
            <a:tailEnd/>
          </a:ln>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kumimoji="1" lang="en-US" altLang="zh-CN" sz="1400">
                <a:latin typeface="Verdana" panose="020B0604030504040204" pitchFamily="34" charset="0"/>
                <a:ea typeface="SimSun" panose="02010600030101010101" pitchFamily="2" charset="-122"/>
              </a:rPr>
              <a:t>Modify</a:t>
            </a:r>
          </a:p>
          <a:p>
            <a:pPr algn="ctr">
              <a:spcBef>
                <a:spcPct val="0"/>
              </a:spcBef>
              <a:buFontTx/>
              <a:buNone/>
            </a:pPr>
            <a:r>
              <a:rPr kumimoji="1" lang="en-US" altLang="zh-CN" sz="1400">
                <a:latin typeface="Verdana" panose="020B0604030504040204" pitchFamily="34" charset="0"/>
                <a:ea typeface="SimSun" panose="02010600030101010101" pitchFamily="2" charset="-122"/>
              </a:rPr>
              <a:t>FP=UFP*TCF</a:t>
            </a:r>
          </a:p>
        </p:txBody>
      </p:sp>
      <p:sp>
        <p:nvSpPr>
          <p:cNvPr id="103433" name="Text Box 7">
            <a:extLst>
              <a:ext uri="{FF2B5EF4-FFF2-40B4-BE49-F238E27FC236}">
                <a16:creationId xmlns:a16="http://schemas.microsoft.com/office/drawing/2014/main" id="{3A0AF47F-1FC5-89F9-271C-8E8E17DDF378}"/>
              </a:ext>
            </a:extLst>
          </p:cNvPr>
          <p:cNvSpPr txBox="1">
            <a:spLocks noChangeAspect="1" noChangeArrowheads="1"/>
          </p:cNvSpPr>
          <p:nvPr/>
        </p:nvSpPr>
        <p:spPr bwMode="auto">
          <a:xfrm>
            <a:off x="1219200" y="533400"/>
            <a:ext cx="2743200" cy="288925"/>
          </a:xfrm>
          <a:prstGeom prst="rect">
            <a:avLst/>
          </a:prstGeom>
          <a:solidFill>
            <a:schemeClr val="accent1"/>
          </a:solidFill>
          <a:ln w="9525">
            <a:solidFill>
              <a:srgbClr val="000000"/>
            </a:solidFill>
            <a:miter lim="800000"/>
            <a:headEnd/>
            <a:tailEnd/>
          </a:ln>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kumimoji="1" lang="en-US" altLang="zh-CN" sz="1400">
                <a:latin typeface="Verdana" panose="020B0604030504040204" pitchFamily="34" charset="0"/>
                <a:ea typeface="SimSun" panose="02010600030101010101" pitchFamily="2" charset="-122"/>
                <a:hlinkClick r:id="rId2" action="ppaction://hlinksldjump"/>
              </a:rPr>
              <a:t>Classes</a:t>
            </a:r>
            <a:r>
              <a:rPr kumimoji="1" lang="en-US" altLang="zh-CN" sz="1400">
                <a:latin typeface="Verdana" panose="020B0604030504040204" pitchFamily="34" charset="0"/>
                <a:ea typeface="SimSun" panose="02010600030101010101" pitchFamily="2" charset="-122"/>
              </a:rPr>
              <a:t>*(2Function Points)</a:t>
            </a:r>
          </a:p>
        </p:txBody>
      </p:sp>
      <p:sp>
        <p:nvSpPr>
          <p:cNvPr id="103434" name="Text Box 8">
            <a:extLst>
              <a:ext uri="{FF2B5EF4-FFF2-40B4-BE49-F238E27FC236}">
                <a16:creationId xmlns:a16="http://schemas.microsoft.com/office/drawing/2014/main" id="{FDA8697E-DA85-8849-4249-2AF416FAF828}"/>
              </a:ext>
            </a:extLst>
          </p:cNvPr>
          <p:cNvSpPr txBox="1">
            <a:spLocks noChangeAspect="1" noChangeArrowheads="1"/>
          </p:cNvSpPr>
          <p:nvPr/>
        </p:nvSpPr>
        <p:spPr bwMode="auto">
          <a:xfrm>
            <a:off x="3467100" y="1828800"/>
            <a:ext cx="571500" cy="280988"/>
          </a:xfrm>
          <a:prstGeom prst="rect">
            <a:avLst/>
          </a:prstGeom>
          <a:solidFill>
            <a:schemeClr val="accent1"/>
          </a:solidFill>
          <a:ln w="9525">
            <a:solidFill>
              <a:srgbClr val="000000"/>
            </a:solidFill>
            <a:miter lim="800000"/>
            <a:headEnd/>
            <a:tailEnd/>
          </a:ln>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kumimoji="1" lang="en-US" altLang="zh-CN" sz="1400">
                <a:latin typeface="Verdana" panose="020B0604030504040204" pitchFamily="34" charset="0"/>
                <a:ea typeface="SimSun" panose="02010600030101010101" pitchFamily="2" charset="-122"/>
              </a:rPr>
              <a:t>TCF</a:t>
            </a:r>
          </a:p>
        </p:txBody>
      </p:sp>
      <p:sp>
        <p:nvSpPr>
          <p:cNvPr id="103435" name="Text Box 9">
            <a:extLst>
              <a:ext uri="{FF2B5EF4-FFF2-40B4-BE49-F238E27FC236}">
                <a16:creationId xmlns:a16="http://schemas.microsoft.com/office/drawing/2014/main" id="{2F4A060B-D5EF-E9E7-6185-DDC7A398ABF5}"/>
              </a:ext>
            </a:extLst>
          </p:cNvPr>
          <p:cNvSpPr txBox="1">
            <a:spLocks noChangeAspect="1" noChangeArrowheads="1"/>
          </p:cNvSpPr>
          <p:nvPr/>
        </p:nvSpPr>
        <p:spPr bwMode="auto">
          <a:xfrm>
            <a:off x="3429000" y="4038600"/>
            <a:ext cx="2816225" cy="301625"/>
          </a:xfrm>
          <a:prstGeom prst="rect">
            <a:avLst/>
          </a:prstGeom>
          <a:solidFill>
            <a:schemeClr val="accent1"/>
          </a:solidFill>
          <a:ln w="9525">
            <a:solidFill>
              <a:srgbClr val="000000"/>
            </a:solidFill>
            <a:miter lim="800000"/>
            <a:headEnd/>
            <a:tailEnd/>
          </a:ln>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kumimoji="1" lang="en-US" altLang="zh-CN" sz="1400">
                <a:latin typeface="Verdana" panose="020B0604030504040204" pitchFamily="34" charset="0"/>
                <a:ea typeface="SimSun" panose="02010600030101010101" pitchFamily="2" charset="-122"/>
              </a:rPr>
              <a:t>KLOC=Max[aKLOC, bKLOC]</a:t>
            </a:r>
          </a:p>
        </p:txBody>
      </p:sp>
      <p:sp>
        <p:nvSpPr>
          <p:cNvPr id="103436" name="Text Box 10">
            <a:extLst>
              <a:ext uri="{FF2B5EF4-FFF2-40B4-BE49-F238E27FC236}">
                <a16:creationId xmlns:a16="http://schemas.microsoft.com/office/drawing/2014/main" id="{F821471B-3825-042A-776A-81AC56AB3EA3}"/>
              </a:ext>
            </a:extLst>
          </p:cNvPr>
          <p:cNvSpPr txBox="1">
            <a:spLocks noChangeAspect="1" noChangeArrowheads="1"/>
          </p:cNvSpPr>
          <p:nvPr/>
        </p:nvSpPr>
        <p:spPr bwMode="auto">
          <a:xfrm>
            <a:off x="5943600" y="1606550"/>
            <a:ext cx="3124200" cy="527050"/>
          </a:xfrm>
          <a:prstGeom prst="rect">
            <a:avLst/>
          </a:prstGeom>
          <a:solidFill>
            <a:schemeClr val="accent1"/>
          </a:solidFill>
          <a:ln w="9525">
            <a:solidFill>
              <a:srgbClr val="000000"/>
            </a:solidFill>
            <a:miter lim="800000"/>
            <a:headEnd/>
            <a:tailEnd/>
          </a:ln>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kumimoji="1" lang="en-US" altLang="zh-CN" sz="1400">
                <a:latin typeface="Verdana" panose="020B0604030504040204" pitchFamily="34" charset="0"/>
                <a:ea typeface="SimSun" panose="02010600030101010101" pitchFamily="2" charset="-122"/>
              </a:rPr>
              <a:t>LOC=13.20*Num of Method</a:t>
            </a:r>
          </a:p>
          <a:p>
            <a:pPr algn="ctr" eaLnBrk="1" hangingPunct="1">
              <a:spcBef>
                <a:spcPct val="0"/>
              </a:spcBef>
              <a:buFontTx/>
              <a:buNone/>
            </a:pPr>
            <a:r>
              <a:rPr kumimoji="1" lang="en-US" altLang="zh-CN" sz="1400">
                <a:latin typeface="Verdana" panose="020B0604030504040204" pitchFamily="34" charset="0"/>
                <a:ea typeface="SimSun" panose="02010600030101010101" pitchFamily="2" charset="-122"/>
              </a:rPr>
              <a:t>LOC=18.25*Num of Method</a:t>
            </a:r>
          </a:p>
        </p:txBody>
      </p:sp>
      <p:sp>
        <p:nvSpPr>
          <p:cNvPr id="103437" name="Text Box 11">
            <a:extLst>
              <a:ext uri="{FF2B5EF4-FFF2-40B4-BE49-F238E27FC236}">
                <a16:creationId xmlns:a16="http://schemas.microsoft.com/office/drawing/2014/main" id="{8C301F84-0288-B87A-24AC-3D76E62E0521}"/>
              </a:ext>
            </a:extLst>
          </p:cNvPr>
          <p:cNvSpPr txBox="1">
            <a:spLocks noChangeAspect="1" noChangeArrowheads="1"/>
          </p:cNvSpPr>
          <p:nvPr/>
        </p:nvSpPr>
        <p:spPr bwMode="auto">
          <a:xfrm>
            <a:off x="1524000" y="2700338"/>
            <a:ext cx="1508125" cy="304800"/>
          </a:xfrm>
          <a:prstGeom prst="rect">
            <a:avLst/>
          </a:prstGeom>
          <a:solidFill>
            <a:schemeClr val="accent1"/>
          </a:solidFill>
          <a:ln w="9525">
            <a:solidFill>
              <a:srgbClr val="000000"/>
            </a:solidFill>
            <a:miter lim="800000"/>
            <a:headEnd/>
            <a:tailEnd/>
          </a:ln>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kumimoji="1" lang="en-US" altLang="zh-CN" sz="1400">
                <a:latin typeface="Verdana" panose="020B0604030504040204" pitchFamily="34" charset="0"/>
                <a:ea typeface="SimSun" panose="02010600030101010101" pitchFamily="2" charset="-122"/>
              </a:rPr>
              <a:t>AFP=FP*1.25</a:t>
            </a:r>
          </a:p>
        </p:txBody>
      </p:sp>
      <p:sp>
        <p:nvSpPr>
          <p:cNvPr id="103438" name="Text Box 12">
            <a:extLst>
              <a:ext uri="{FF2B5EF4-FFF2-40B4-BE49-F238E27FC236}">
                <a16:creationId xmlns:a16="http://schemas.microsoft.com/office/drawing/2014/main" id="{5EB092B4-F863-F4FF-875E-AFB5D00F6301}"/>
              </a:ext>
            </a:extLst>
          </p:cNvPr>
          <p:cNvSpPr txBox="1">
            <a:spLocks noChangeAspect="1" noChangeArrowheads="1"/>
          </p:cNvSpPr>
          <p:nvPr/>
        </p:nvSpPr>
        <p:spPr bwMode="auto">
          <a:xfrm>
            <a:off x="504825" y="3381375"/>
            <a:ext cx="2514600" cy="304800"/>
          </a:xfrm>
          <a:prstGeom prst="rect">
            <a:avLst/>
          </a:prstGeom>
          <a:solidFill>
            <a:schemeClr val="accent1"/>
          </a:solidFill>
          <a:ln w="9525">
            <a:solidFill>
              <a:srgbClr val="000000"/>
            </a:solidFill>
            <a:miter lim="800000"/>
            <a:headEnd/>
            <a:tailEnd/>
          </a:ln>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kumimoji="1" lang="en-US" altLang="zh-CN" sz="1400">
                <a:latin typeface="Verdana" panose="020B0604030504040204" pitchFamily="34" charset="0"/>
                <a:ea typeface="SimSun" panose="02010600030101010101" pitchFamily="2" charset="-122"/>
              </a:rPr>
              <a:t>Compute Errors = AFP*Y</a:t>
            </a:r>
          </a:p>
        </p:txBody>
      </p:sp>
      <p:sp>
        <p:nvSpPr>
          <p:cNvPr id="103439" name="Text Box 13">
            <a:extLst>
              <a:ext uri="{FF2B5EF4-FFF2-40B4-BE49-F238E27FC236}">
                <a16:creationId xmlns:a16="http://schemas.microsoft.com/office/drawing/2014/main" id="{51B61F8C-9889-A5D7-E95A-C57E9E9F5736}"/>
              </a:ext>
            </a:extLst>
          </p:cNvPr>
          <p:cNvSpPr txBox="1">
            <a:spLocks noChangeAspect="1" noChangeArrowheads="1"/>
          </p:cNvSpPr>
          <p:nvPr/>
        </p:nvSpPr>
        <p:spPr bwMode="auto">
          <a:xfrm>
            <a:off x="2576513" y="4648200"/>
            <a:ext cx="4627562" cy="301625"/>
          </a:xfrm>
          <a:prstGeom prst="rect">
            <a:avLst/>
          </a:prstGeom>
          <a:solidFill>
            <a:schemeClr val="accent1"/>
          </a:solidFill>
          <a:ln w="9525">
            <a:solidFill>
              <a:srgbClr val="000000"/>
            </a:solidFill>
            <a:miter lim="800000"/>
            <a:headEnd/>
            <a:tailEnd/>
          </a:ln>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kumimoji="1" lang="en-US" altLang="zh-CN" sz="1400">
                <a:latin typeface="Verdana" panose="020B0604030504040204" pitchFamily="34" charset="0"/>
                <a:ea typeface="SimSun" panose="02010600030101010101" pitchFamily="2" charset="-122"/>
              </a:rPr>
              <a:t>Compute Effort: Person Month, PM=A*(KLOC**B)</a:t>
            </a:r>
          </a:p>
        </p:txBody>
      </p:sp>
      <p:sp>
        <p:nvSpPr>
          <p:cNvPr id="103440" name="Text Box 14">
            <a:extLst>
              <a:ext uri="{FF2B5EF4-FFF2-40B4-BE49-F238E27FC236}">
                <a16:creationId xmlns:a16="http://schemas.microsoft.com/office/drawing/2014/main" id="{7014CEAF-D35F-AF89-D366-F1211C8001A1}"/>
              </a:ext>
            </a:extLst>
          </p:cNvPr>
          <p:cNvSpPr txBox="1">
            <a:spLocks noChangeAspect="1" noChangeArrowheads="1"/>
          </p:cNvSpPr>
          <p:nvPr/>
        </p:nvSpPr>
        <p:spPr bwMode="auto">
          <a:xfrm>
            <a:off x="5334000" y="2465388"/>
            <a:ext cx="3733800" cy="311150"/>
          </a:xfrm>
          <a:prstGeom prst="rect">
            <a:avLst/>
          </a:prstGeom>
          <a:solidFill>
            <a:schemeClr val="accent1"/>
          </a:solidFill>
          <a:ln w="9525">
            <a:solidFill>
              <a:srgbClr val="000000"/>
            </a:solidFill>
            <a:miter lim="800000"/>
            <a:headEnd/>
            <a:tailEnd/>
          </a:ln>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kumimoji="1" lang="en-US" altLang="zh-CN" sz="1400">
                <a:latin typeface="Verdana" panose="020B0604030504040204" pitchFamily="34" charset="0"/>
                <a:ea typeface="SimSun" panose="02010600030101010101" pitchFamily="2" charset="-122"/>
              </a:rPr>
              <a:t> bKLOC=∑ (LOCs for all Classes)/1000</a:t>
            </a:r>
          </a:p>
        </p:txBody>
      </p:sp>
      <p:sp>
        <p:nvSpPr>
          <p:cNvPr id="103441" name="Line 15">
            <a:extLst>
              <a:ext uri="{FF2B5EF4-FFF2-40B4-BE49-F238E27FC236}">
                <a16:creationId xmlns:a16="http://schemas.microsoft.com/office/drawing/2014/main" id="{6D4A394C-2492-2BF3-F212-D834CB1A513C}"/>
              </a:ext>
            </a:extLst>
          </p:cNvPr>
          <p:cNvSpPr>
            <a:spLocks noChangeAspect="1" noChangeShapeType="1"/>
          </p:cNvSpPr>
          <p:nvPr/>
        </p:nvSpPr>
        <p:spPr bwMode="auto">
          <a:xfrm>
            <a:off x="4876800" y="6175375"/>
            <a:ext cx="1588" cy="30162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3442" name="Text Box 16">
            <a:extLst>
              <a:ext uri="{FF2B5EF4-FFF2-40B4-BE49-F238E27FC236}">
                <a16:creationId xmlns:a16="http://schemas.microsoft.com/office/drawing/2014/main" id="{61FE17BB-4416-20A7-1A6C-D86DD87E495B}"/>
              </a:ext>
            </a:extLst>
          </p:cNvPr>
          <p:cNvSpPr txBox="1">
            <a:spLocks noChangeAspect="1" noChangeArrowheads="1"/>
          </p:cNvSpPr>
          <p:nvPr/>
        </p:nvSpPr>
        <p:spPr bwMode="auto">
          <a:xfrm>
            <a:off x="3367088" y="5257800"/>
            <a:ext cx="3317875" cy="301625"/>
          </a:xfrm>
          <a:prstGeom prst="rect">
            <a:avLst/>
          </a:prstGeom>
          <a:solidFill>
            <a:schemeClr val="accent1"/>
          </a:solidFill>
          <a:ln w="9525">
            <a:solidFill>
              <a:srgbClr val="000000"/>
            </a:solidFill>
            <a:miter lim="800000"/>
            <a:headEnd/>
            <a:tailEnd/>
          </a:ln>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kumimoji="1" lang="en-US" altLang="zh-CN" sz="1400">
                <a:latin typeface="Verdana" panose="020B0604030504040204" pitchFamily="34" charset="0"/>
                <a:ea typeface="SimSun" panose="02010600030101010101" pitchFamily="2" charset="-122"/>
              </a:rPr>
              <a:t>Adjusted PM: APM=(total EAF)*PM</a:t>
            </a:r>
          </a:p>
        </p:txBody>
      </p:sp>
      <p:sp>
        <p:nvSpPr>
          <p:cNvPr id="103443" name="Text Box 17">
            <a:extLst>
              <a:ext uri="{FF2B5EF4-FFF2-40B4-BE49-F238E27FC236}">
                <a16:creationId xmlns:a16="http://schemas.microsoft.com/office/drawing/2014/main" id="{BE12501E-82D8-E048-7AE3-3897C8047573}"/>
              </a:ext>
            </a:extLst>
          </p:cNvPr>
          <p:cNvSpPr txBox="1">
            <a:spLocks noChangeAspect="1" noChangeArrowheads="1"/>
          </p:cNvSpPr>
          <p:nvPr/>
        </p:nvSpPr>
        <p:spPr bwMode="auto">
          <a:xfrm>
            <a:off x="2819400" y="5867400"/>
            <a:ext cx="3857625" cy="312738"/>
          </a:xfrm>
          <a:prstGeom prst="rect">
            <a:avLst/>
          </a:prstGeom>
          <a:solidFill>
            <a:schemeClr val="accent1"/>
          </a:solidFill>
          <a:ln w="9525">
            <a:solidFill>
              <a:srgbClr val="000000"/>
            </a:solidFill>
            <a:miter lim="800000"/>
            <a:headEnd/>
            <a:tailEnd/>
          </a:ln>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kumimoji="1" lang="en-US" altLang="zh-CN" sz="1400">
                <a:latin typeface="Verdana" panose="020B0604030504040204" pitchFamily="34" charset="0"/>
                <a:ea typeface="SimSun" panose="02010600030101010101" pitchFamily="2" charset="-122"/>
              </a:rPr>
              <a:t>Development Time: TDEV=C*(APM**D)</a:t>
            </a:r>
          </a:p>
        </p:txBody>
      </p:sp>
      <p:sp>
        <p:nvSpPr>
          <p:cNvPr id="103444" name="Text Box 18">
            <a:extLst>
              <a:ext uri="{FF2B5EF4-FFF2-40B4-BE49-F238E27FC236}">
                <a16:creationId xmlns:a16="http://schemas.microsoft.com/office/drawing/2014/main" id="{7221ED0F-1BFB-3F8E-652B-11EB467AF06D}"/>
              </a:ext>
            </a:extLst>
          </p:cNvPr>
          <p:cNvSpPr txBox="1">
            <a:spLocks noChangeAspect="1" noChangeArrowheads="1"/>
          </p:cNvSpPr>
          <p:nvPr/>
        </p:nvSpPr>
        <p:spPr bwMode="auto">
          <a:xfrm>
            <a:off x="728663" y="5791200"/>
            <a:ext cx="1295400" cy="304800"/>
          </a:xfrm>
          <a:prstGeom prst="rect">
            <a:avLst/>
          </a:prstGeom>
          <a:solidFill>
            <a:schemeClr val="accent1"/>
          </a:solidFill>
          <a:ln w="9525">
            <a:solidFill>
              <a:srgbClr val="000000"/>
            </a:solidFill>
            <a:miter lim="800000"/>
            <a:headEnd/>
            <a:tailEnd/>
          </a:ln>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kumimoji="1" lang="en-US" altLang="zh-CN" sz="1400">
                <a:latin typeface="Verdana" panose="020B0604030504040204" pitchFamily="34" charset="0"/>
                <a:ea typeface="SimSun" panose="02010600030101010101" pitchFamily="2" charset="-122"/>
              </a:rPr>
              <a:t>Factor:1-15</a:t>
            </a:r>
          </a:p>
        </p:txBody>
      </p:sp>
      <p:sp>
        <p:nvSpPr>
          <p:cNvPr id="103445" name="Text Box 19">
            <a:extLst>
              <a:ext uri="{FF2B5EF4-FFF2-40B4-BE49-F238E27FC236}">
                <a16:creationId xmlns:a16="http://schemas.microsoft.com/office/drawing/2014/main" id="{A870F4EA-D083-2722-A50E-C14698CC233C}"/>
              </a:ext>
            </a:extLst>
          </p:cNvPr>
          <p:cNvSpPr txBox="1">
            <a:spLocks noChangeAspect="1" noChangeArrowheads="1"/>
          </p:cNvSpPr>
          <p:nvPr/>
        </p:nvSpPr>
        <p:spPr bwMode="auto">
          <a:xfrm>
            <a:off x="3124200" y="6477000"/>
            <a:ext cx="3581400" cy="341313"/>
          </a:xfrm>
          <a:prstGeom prst="rect">
            <a:avLst/>
          </a:prstGeom>
          <a:solidFill>
            <a:schemeClr val="accent1"/>
          </a:solidFill>
          <a:ln w="9525">
            <a:solidFill>
              <a:srgbClr val="000000"/>
            </a:solidFill>
            <a:miter lim="800000"/>
            <a:headEnd/>
            <a:tailEnd/>
          </a:ln>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kumimoji="1" lang="en-US" altLang="zh-CN" sz="1400">
                <a:latin typeface="Verdana" panose="020B0604030504040204" pitchFamily="34" charset="0"/>
                <a:ea typeface="SimSun" panose="02010600030101010101" pitchFamily="2" charset="-122"/>
              </a:rPr>
              <a:t>Number of personnel: NP=APM/TDEV</a:t>
            </a:r>
          </a:p>
        </p:txBody>
      </p:sp>
      <p:sp>
        <p:nvSpPr>
          <p:cNvPr id="103446" name="Line 20">
            <a:extLst>
              <a:ext uri="{FF2B5EF4-FFF2-40B4-BE49-F238E27FC236}">
                <a16:creationId xmlns:a16="http://schemas.microsoft.com/office/drawing/2014/main" id="{FBAEB869-E9FD-7D20-957D-DB22236AC7EB}"/>
              </a:ext>
            </a:extLst>
          </p:cNvPr>
          <p:cNvSpPr>
            <a:spLocks noChangeAspect="1" noChangeShapeType="1"/>
          </p:cNvSpPr>
          <p:nvPr/>
        </p:nvSpPr>
        <p:spPr bwMode="auto">
          <a:xfrm>
            <a:off x="4876800" y="381000"/>
            <a:ext cx="1588" cy="6858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03447" name="Text Box 21">
            <a:extLst>
              <a:ext uri="{FF2B5EF4-FFF2-40B4-BE49-F238E27FC236}">
                <a16:creationId xmlns:a16="http://schemas.microsoft.com/office/drawing/2014/main" id="{2E72EC50-FC9F-5DF5-4904-22A064334853}"/>
              </a:ext>
            </a:extLst>
          </p:cNvPr>
          <p:cNvSpPr txBox="1">
            <a:spLocks noChangeAspect="1" noChangeArrowheads="1"/>
          </p:cNvSpPr>
          <p:nvPr/>
        </p:nvSpPr>
        <p:spPr bwMode="auto">
          <a:xfrm>
            <a:off x="47625" y="1066800"/>
            <a:ext cx="3124200" cy="1143000"/>
          </a:xfrm>
          <a:prstGeom prst="rect">
            <a:avLst/>
          </a:prstGeom>
          <a:solidFill>
            <a:srgbClr val="FFFFFF"/>
          </a:solidFill>
          <a:ln w="9525">
            <a:solidFill>
              <a:srgbClr val="000000"/>
            </a:solidFill>
            <a:miter lim="800000"/>
            <a:headEnd/>
            <a:tailEnd/>
          </a:ln>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a:spcBef>
                <a:spcPct val="0"/>
              </a:spcBef>
              <a:buFontTx/>
              <a:buNone/>
            </a:pPr>
            <a:r>
              <a:rPr lang="en-US" altLang="zh-CN" sz="1400">
                <a:latin typeface="Verdana" panose="020B0604030504040204" pitchFamily="34" charset="0"/>
                <a:ea typeface="SimSun" panose="02010600030101010101" pitchFamily="2" charset="-122"/>
              </a:rPr>
              <a:t>DI=∑ratings of selected factors</a:t>
            </a:r>
          </a:p>
          <a:p>
            <a:pPr algn="just">
              <a:spcBef>
                <a:spcPct val="0"/>
              </a:spcBef>
              <a:buFontTx/>
              <a:buNone/>
            </a:pPr>
            <a:r>
              <a:rPr lang="en-US" altLang="zh-CN" sz="1400">
                <a:latin typeface="Verdana" panose="020B0604030504040204" pitchFamily="34" charset="0"/>
                <a:ea typeface="SimSun" panose="02010600030101010101" pitchFamily="2" charset="-122"/>
              </a:rPr>
              <a:t>     	           </a:t>
            </a:r>
            <a:r>
              <a:rPr lang="en-US" altLang="zh-CN" sz="1400" baseline="-25000">
                <a:latin typeface="Verdana" panose="020B0604030504040204" pitchFamily="34" charset="0"/>
                <a:ea typeface="SimSun" panose="02010600030101010101" pitchFamily="2" charset="-122"/>
              </a:rPr>
              <a:t>14</a:t>
            </a:r>
          </a:p>
          <a:p>
            <a:pPr algn="just">
              <a:spcBef>
                <a:spcPct val="0"/>
              </a:spcBef>
              <a:buFontTx/>
              <a:buNone/>
            </a:pPr>
            <a:r>
              <a:rPr lang="en-US" altLang="zh-CN" sz="1400">
                <a:latin typeface="Verdana" panose="020B0604030504040204" pitchFamily="34" charset="0"/>
                <a:ea typeface="SimSun" panose="02010600030101010101" pitchFamily="2" charset="-122"/>
              </a:rPr>
              <a:t>TCF=0.65+0.01*∑(DI)</a:t>
            </a:r>
            <a:r>
              <a:rPr lang="en-US" altLang="zh-CN" sz="1400" baseline="-25000">
                <a:latin typeface="Verdana" panose="020B0604030504040204" pitchFamily="34" charset="0"/>
                <a:ea typeface="SimSun" panose="02010600030101010101" pitchFamily="2" charset="-122"/>
              </a:rPr>
              <a:t>j</a:t>
            </a:r>
            <a:endParaRPr lang="en-US" altLang="zh-CN" sz="1400">
              <a:latin typeface="Verdana" panose="020B0604030504040204" pitchFamily="34" charset="0"/>
              <a:ea typeface="SimSun" panose="02010600030101010101" pitchFamily="2" charset="-122"/>
            </a:endParaRPr>
          </a:p>
          <a:p>
            <a:pPr algn="just">
              <a:spcBef>
                <a:spcPct val="0"/>
              </a:spcBef>
              <a:buFontTx/>
              <a:buNone/>
            </a:pPr>
            <a:r>
              <a:rPr lang="en-US" altLang="zh-CN" sz="1400">
                <a:latin typeface="Verdana" panose="020B0604030504040204" pitchFamily="34" charset="0"/>
                <a:ea typeface="SimSun" panose="02010600030101010101" pitchFamily="2" charset="-122"/>
              </a:rPr>
              <a:t>     	           </a:t>
            </a:r>
            <a:r>
              <a:rPr lang="en-US" altLang="zh-CN" sz="1400" baseline="30000">
                <a:latin typeface="Verdana" panose="020B0604030504040204" pitchFamily="34" charset="0"/>
                <a:ea typeface="SimSun" panose="02010600030101010101" pitchFamily="2" charset="-122"/>
              </a:rPr>
              <a:t>1</a:t>
            </a:r>
          </a:p>
          <a:p>
            <a:pPr algn="just">
              <a:spcBef>
                <a:spcPct val="0"/>
              </a:spcBef>
              <a:buFontTx/>
              <a:buNone/>
            </a:pPr>
            <a:r>
              <a:rPr lang="en-US" altLang="zh-CN" sz="1400">
                <a:latin typeface="Verdana" panose="020B0604030504040204" pitchFamily="34" charset="0"/>
                <a:ea typeface="SimSun" panose="02010600030101010101" pitchFamily="2" charset="-122"/>
              </a:rPr>
              <a:t>Min[TCF]=0.65; Max[TCF]=1.35</a:t>
            </a:r>
          </a:p>
        </p:txBody>
      </p:sp>
      <p:grpSp>
        <p:nvGrpSpPr>
          <p:cNvPr id="103448" name="Group 22">
            <a:extLst>
              <a:ext uri="{FF2B5EF4-FFF2-40B4-BE49-F238E27FC236}">
                <a16:creationId xmlns:a16="http://schemas.microsoft.com/office/drawing/2014/main" id="{FE724134-F651-A213-9799-9AC1672D1527}"/>
              </a:ext>
            </a:extLst>
          </p:cNvPr>
          <p:cNvGrpSpPr>
            <a:grpSpLocks noChangeAspect="1"/>
          </p:cNvGrpSpPr>
          <p:nvPr/>
        </p:nvGrpSpPr>
        <p:grpSpPr bwMode="auto">
          <a:xfrm>
            <a:off x="3429000" y="3006725"/>
            <a:ext cx="2916238" cy="803275"/>
            <a:chOff x="2160" y="1392"/>
            <a:chExt cx="1392" cy="384"/>
          </a:xfrm>
        </p:grpSpPr>
        <p:sp>
          <p:nvSpPr>
            <p:cNvPr id="103490" name="Text Box 23">
              <a:extLst>
                <a:ext uri="{FF2B5EF4-FFF2-40B4-BE49-F238E27FC236}">
                  <a16:creationId xmlns:a16="http://schemas.microsoft.com/office/drawing/2014/main" id="{B01BC968-A01B-7BCA-BE79-FE97E65FC555}"/>
                </a:ext>
              </a:extLst>
            </p:cNvPr>
            <p:cNvSpPr txBox="1">
              <a:spLocks noChangeAspect="1" noChangeArrowheads="1"/>
            </p:cNvSpPr>
            <p:nvPr/>
          </p:nvSpPr>
          <p:spPr bwMode="auto">
            <a:xfrm>
              <a:off x="2160" y="1392"/>
              <a:ext cx="1392" cy="384"/>
            </a:xfrm>
            <a:prstGeom prst="rect">
              <a:avLst/>
            </a:prstGeom>
            <a:solidFill>
              <a:schemeClr val="accent1"/>
            </a:solidFill>
            <a:ln w="9525">
              <a:solidFill>
                <a:srgbClr val="000000"/>
              </a:solidFill>
              <a:miter lim="800000"/>
              <a:headEnd/>
              <a:tailEnd/>
            </a:ln>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kumimoji="1" lang="en-US" altLang="zh-CN" sz="1400">
                  <a:latin typeface="Verdana" panose="020B0604030504040204" pitchFamily="34" charset="0"/>
                  <a:ea typeface="SimSun" panose="02010600030101010101" pitchFamily="2" charset="-122"/>
                </a:rPr>
                <a:t>aKLOC=FP*LOC_per_FP/1000</a:t>
              </a:r>
            </a:p>
            <a:p>
              <a:pPr eaLnBrk="1" hangingPunct="1">
                <a:spcBef>
                  <a:spcPct val="0"/>
                </a:spcBef>
                <a:buFontTx/>
                <a:buNone/>
              </a:pPr>
              <a:endParaRPr kumimoji="1" lang="en-US" altLang="zh-CN" sz="1400">
                <a:latin typeface="Verdana" panose="020B0604030504040204" pitchFamily="34" charset="0"/>
                <a:ea typeface="SimSun" panose="02010600030101010101" pitchFamily="2" charset="-122"/>
              </a:endParaRPr>
            </a:p>
            <a:p>
              <a:pPr eaLnBrk="1" hangingPunct="1">
                <a:spcBef>
                  <a:spcPct val="0"/>
                </a:spcBef>
                <a:buFontTx/>
                <a:buNone/>
              </a:pPr>
              <a:r>
                <a:rPr kumimoji="1" lang="en-US" altLang="zh-CN" sz="1400">
                  <a:latin typeface="Verdana" panose="020B0604030504040204" pitchFamily="34" charset="0"/>
                  <a:ea typeface="SimSun" panose="02010600030101010101" pitchFamily="2" charset="-122"/>
                </a:rPr>
                <a:t>                Java=53; C++=64</a:t>
              </a:r>
            </a:p>
          </p:txBody>
        </p:sp>
        <p:sp>
          <p:nvSpPr>
            <p:cNvPr id="103491" name="Line 24">
              <a:extLst>
                <a:ext uri="{FF2B5EF4-FFF2-40B4-BE49-F238E27FC236}">
                  <a16:creationId xmlns:a16="http://schemas.microsoft.com/office/drawing/2014/main" id="{E006F4F3-55C7-E9FC-6892-11B4D630F493}"/>
                </a:ext>
              </a:extLst>
            </p:cNvPr>
            <p:cNvSpPr>
              <a:spLocks noChangeAspect="1" noChangeShapeType="1"/>
            </p:cNvSpPr>
            <p:nvPr/>
          </p:nvSpPr>
          <p:spPr bwMode="auto">
            <a:xfrm flipH="1">
              <a:off x="2928" y="1536"/>
              <a:ext cx="96" cy="96"/>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03492" name="Line 25">
              <a:extLst>
                <a:ext uri="{FF2B5EF4-FFF2-40B4-BE49-F238E27FC236}">
                  <a16:creationId xmlns:a16="http://schemas.microsoft.com/office/drawing/2014/main" id="{C71E13BD-A75F-6BE1-3BD7-31B8974B5F99}"/>
                </a:ext>
              </a:extLst>
            </p:cNvPr>
            <p:cNvSpPr>
              <a:spLocks noChangeAspect="1" noChangeShapeType="1"/>
            </p:cNvSpPr>
            <p:nvPr/>
          </p:nvSpPr>
          <p:spPr bwMode="auto">
            <a:xfrm>
              <a:off x="3072" y="1536"/>
              <a:ext cx="96" cy="96"/>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103449" name="Line 26">
            <a:extLst>
              <a:ext uri="{FF2B5EF4-FFF2-40B4-BE49-F238E27FC236}">
                <a16:creationId xmlns:a16="http://schemas.microsoft.com/office/drawing/2014/main" id="{2CA8419A-CEB7-E4B1-24D9-96D3456975FD}"/>
              </a:ext>
            </a:extLst>
          </p:cNvPr>
          <p:cNvSpPr>
            <a:spLocks noChangeShapeType="1"/>
          </p:cNvSpPr>
          <p:nvPr/>
        </p:nvSpPr>
        <p:spPr bwMode="auto">
          <a:xfrm>
            <a:off x="5291138" y="228600"/>
            <a:ext cx="21336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03450" name="Line 27">
            <a:extLst>
              <a:ext uri="{FF2B5EF4-FFF2-40B4-BE49-F238E27FC236}">
                <a16:creationId xmlns:a16="http://schemas.microsoft.com/office/drawing/2014/main" id="{C977E646-FEFF-E08F-8162-09996467FBB7}"/>
              </a:ext>
            </a:extLst>
          </p:cNvPr>
          <p:cNvSpPr>
            <a:spLocks noChangeShapeType="1"/>
          </p:cNvSpPr>
          <p:nvPr/>
        </p:nvSpPr>
        <p:spPr bwMode="auto">
          <a:xfrm>
            <a:off x="7419975" y="228600"/>
            <a:ext cx="0" cy="1371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03451" name="Line 28">
            <a:extLst>
              <a:ext uri="{FF2B5EF4-FFF2-40B4-BE49-F238E27FC236}">
                <a16:creationId xmlns:a16="http://schemas.microsoft.com/office/drawing/2014/main" id="{AC573107-3AD2-B324-7A87-B8379568BDD2}"/>
              </a:ext>
            </a:extLst>
          </p:cNvPr>
          <p:cNvSpPr>
            <a:spLocks noChangeShapeType="1"/>
          </p:cNvSpPr>
          <p:nvPr/>
        </p:nvSpPr>
        <p:spPr bwMode="auto">
          <a:xfrm>
            <a:off x="4876800" y="1385888"/>
            <a:ext cx="0" cy="3810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03452" name="Line 29">
            <a:extLst>
              <a:ext uri="{FF2B5EF4-FFF2-40B4-BE49-F238E27FC236}">
                <a16:creationId xmlns:a16="http://schemas.microsoft.com/office/drawing/2014/main" id="{0D7313AD-7638-2A6E-59BF-EB044040C11A}"/>
              </a:ext>
            </a:extLst>
          </p:cNvPr>
          <p:cNvSpPr>
            <a:spLocks noChangeShapeType="1"/>
          </p:cNvSpPr>
          <p:nvPr/>
        </p:nvSpPr>
        <p:spPr bwMode="auto">
          <a:xfrm>
            <a:off x="4876800" y="2300288"/>
            <a:ext cx="0" cy="7620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03453" name="Line 30">
            <a:extLst>
              <a:ext uri="{FF2B5EF4-FFF2-40B4-BE49-F238E27FC236}">
                <a16:creationId xmlns:a16="http://schemas.microsoft.com/office/drawing/2014/main" id="{E5FB35BA-DFA6-A7C3-B44D-47BA63953EA9}"/>
              </a:ext>
            </a:extLst>
          </p:cNvPr>
          <p:cNvSpPr>
            <a:spLocks noChangeShapeType="1"/>
          </p:cNvSpPr>
          <p:nvPr/>
        </p:nvSpPr>
        <p:spPr bwMode="auto">
          <a:xfrm>
            <a:off x="4876800" y="3810000"/>
            <a:ext cx="0" cy="228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03454" name="Line 31">
            <a:extLst>
              <a:ext uri="{FF2B5EF4-FFF2-40B4-BE49-F238E27FC236}">
                <a16:creationId xmlns:a16="http://schemas.microsoft.com/office/drawing/2014/main" id="{EF820CD8-C33E-F082-C185-21E4947E0D37}"/>
              </a:ext>
            </a:extLst>
          </p:cNvPr>
          <p:cNvSpPr>
            <a:spLocks noChangeShapeType="1"/>
          </p:cNvSpPr>
          <p:nvPr/>
        </p:nvSpPr>
        <p:spPr bwMode="auto">
          <a:xfrm>
            <a:off x="4876800" y="4343400"/>
            <a:ext cx="0" cy="3048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03455" name="Line 32">
            <a:extLst>
              <a:ext uri="{FF2B5EF4-FFF2-40B4-BE49-F238E27FC236}">
                <a16:creationId xmlns:a16="http://schemas.microsoft.com/office/drawing/2014/main" id="{4FA30093-1BAD-72B1-7852-5B5651916563}"/>
              </a:ext>
            </a:extLst>
          </p:cNvPr>
          <p:cNvSpPr>
            <a:spLocks noChangeShapeType="1"/>
          </p:cNvSpPr>
          <p:nvPr/>
        </p:nvSpPr>
        <p:spPr bwMode="auto">
          <a:xfrm>
            <a:off x="4876800" y="4953000"/>
            <a:ext cx="0" cy="3048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03456" name="Line 33">
            <a:extLst>
              <a:ext uri="{FF2B5EF4-FFF2-40B4-BE49-F238E27FC236}">
                <a16:creationId xmlns:a16="http://schemas.microsoft.com/office/drawing/2014/main" id="{43548FAB-BEA2-7C0B-7008-317F535D9F68}"/>
              </a:ext>
            </a:extLst>
          </p:cNvPr>
          <p:cNvSpPr>
            <a:spLocks noChangeShapeType="1"/>
          </p:cNvSpPr>
          <p:nvPr/>
        </p:nvSpPr>
        <p:spPr bwMode="auto">
          <a:xfrm>
            <a:off x="4876800" y="5562600"/>
            <a:ext cx="0" cy="3048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03457" name="Line 34">
            <a:extLst>
              <a:ext uri="{FF2B5EF4-FFF2-40B4-BE49-F238E27FC236}">
                <a16:creationId xmlns:a16="http://schemas.microsoft.com/office/drawing/2014/main" id="{2996993C-2C9D-54CB-DDC3-CC14489567E7}"/>
              </a:ext>
            </a:extLst>
          </p:cNvPr>
          <p:cNvSpPr>
            <a:spLocks noChangeShapeType="1"/>
          </p:cNvSpPr>
          <p:nvPr/>
        </p:nvSpPr>
        <p:spPr bwMode="auto">
          <a:xfrm>
            <a:off x="7424738" y="2133600"/>
            <a:ext cx="0" cy="3048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03458" name="Line 35">
            <a:extLst>
              <a:ext uri="{FF2B5EF4-FFF2-40B4-BE49-F238E27FC236}">
                <a16:creationId xmlns:a16="http://schemas.microsoft.com/office/drawing/2014/main" id="{A4894E61-B126-410F-E4B0-2148DDADAC31}"/>
              </a:ext>
            </a:extLst>
          </p:cNvPr>
          <p:cNvSpPr>
            <a:spLocks noChangeShapeType="1"/>
          </p:cNvSpPr>
          <p:nvPr/>
        </p:nvSpPr>
        <p:spPr bwMode="auto">
          <a:xfrm>
            <a:off x="7453313" y="2776538"/>
            <a:ext cx="0" cy="1371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03459" name="Line 36">
            <a:extLst>
              <a:ext uri="{FF2B5EF4-FFF2-40B4-BE49-F238E27FC236}">
                <a16:creationId xmlns:a16="http://schemas.microsoft.com/office/drawing/2014/main" id="{D43C17D3-AB9A-CBF6-D819-3E789A29E294}"/>
              </a:ext>
            </a:extLst>
          </p:cNvPr>
          <p:cNvSpPr>
            <a:spLocks noChangeShapeType="1"/>
          </p:cNvSpPr>
          <p:nvPr/>
        </p:nvSpPr>
        <p:spPr bwMode="auto">
          <a:xfrm flipH="1">
            <a:off x="6310313" y="4157663"/>
            <a:ext cx="11430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03460" name="Line 37">
            <a:extLst>
              <a:ext uri="{FF2B5EF4-FFF2-40B4-BE49-F238E27FC236}">
                <a16:creationId xmlns:a16="http://schemas.microsoft.com/office/drawing/2014/main" id="{9762D7C6-AE00-F77E-16F0-A2D5229FE3D1}"/>
              </a:ext>
            </a:extLst>
          </p:cNvPr>
          <p:cNvSpPr>
            <a:spLocks noChangeShapeType="1"/>
          </p:cNvSpPr>
          <p:nvPr/>
        </p:nvSpPr>
        <p:spPr bwMode="auto">
          <a:xfrm>
            <a:off x="3962400" y="685800"/>
            <a:ext cx="9144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03461" name="Line 38">
            <a:extLst>
              <a:ext uri="{FF2B5EF4-FFF2-40B4-BE49-F238E27FC236}">
                <a16:creationId xmlns:a16="http://schemas.microsoft.com/office/drawing/2014/main" id="{99BEA86E-390F-0DE7-9C4D-A3E987821AD9}"/>
              </a:ext>
            </a:extLst>
          </p:cNvPr>
          <p:cNvSpPr>
            <a:spLocks noChangeShapeType="1"/>
          </p:cNvSpPr>
          <p:nvPr/>
        </p:nvSpPr>
        <p:spPr bwMode="auto">
          <a:xfrm>
            <a:off x="3171825" y="1981200"/>
            <a:ext cx="3048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03462" name="Line 39">
            <a:extLst>
              <a:ext uri="{FF2B5EF4-FFF2-40B4-BE49-F238E27FC236}">
                <a16:creationId xmlns:a16="http://schemas.microsoft.com/office/drawing/2014/main" id="{ACC907D2-9A75-C596-BCCE-70D1B0FEB5B8}"/>
              </a:ext>
            </a:extLst>
          </p:cNvPr>
          <p:cNvSpPr>
            <a:spLocks noChangeShapeType="1"/>
          </p:cNvSpPr>
          <p:nvPr/>
        </p:nvSpPr>
        <p:spPr bwMode="auto">
          <a:xfrm>
            <a:off x="4038600" y="1981200"/>
            <a:ext cx="2286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03463" name="Line 40">
            <a:extLst>
              <a:ext uri="{FF2B5EF4-FFF2-40B4-BE49-F238E27FC236}">
                <a16:creationId xmlns:a16="http://schemas.microsoft.com/office/drawing/2014/main" id="{E1F389C7-3EF2-C0C8-AACA-6A5179FB80E3}"/>
              </a:ext>
            </a:extLst>
          </p:cNvPr>
          <p:cNvSpPr>
            <a:spLocks noChangeShapeType="1"/>
          </p:cNvSpPr>
          <p:nvPr/>
        </p:nvSpPr>
        <p:spPr bwMode="auto">
          <a:xfrm>
            <a:off x="2286000" y="3000375"/>
            <a:ext cx="0" cy="3810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03464" name="Line 41">
            <a:extLst>
              <a:ext uri="{FF2B5EF4-FFF2-40B4-BE49-F238E27FC236}">
                <a16:creationId xmlns:a16="http://schemas.microsoft.com/office/drawing/2014/main" id="{A1700062-743F-FA1F-5A05-E96C6A913268}"/>
              </a:ext>
            </a:extLst>
          </p:cNvPr>
          <p:cNvSpPr>
            <a:spLocks noChangeShapeType="1"/>
          </p:cNvSpPr>
          <p:nvPr/>
        </p:nvSpPr>
        <p:spPr bwMode="auto">
          <a:xfrm flipH="1">
            <a:off x="3048000" y="2819400"/>
            <a:ext cx="18288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03465" name="Text Box 42">
            <a:extLst>
              <a:ext uri="{FF2B5EF4-FFF2-40B4-BE49-F238E27FC236}">
                <a16:creationId xmlns:a16="http://schemas.microsoft.com/office/drawing/2014/main" id="{63B41740-D03D-3F55-7FC5-D43465A033F1}"/>
              </a:ext>
            </a:extLst>
          </p:cNvPr>
          <p:cNvSpPr txBox="1">
            <a:spLocks noChangeArrowheads="1"/>
          </p:cNvSpPr>
          <p:nvPr/>
        </p:nvSpPr>
        <p:spPr bwMode="auto">
          <a:xfrm>
            <a:off x="28575" y="5286375"/>
            <a:ext cx="2971800" cy="304800"/>
          </a:xfrm>
          <a:prstGeom prst="rect">
            <a:avLst/>
          </a:prstGeom>
          <a:solidFill>
            <a:srgbClr val="FFFFFF"/>
          </a:solidFill>
          <a:ln w="9525">
            <a:solidFill>
              <a:srgbClr val="000000"/>
            </a:solidFill>
            <a:miter lim="800000"/>
            <a:headEnd/>
            <a:tailEnd/>
          </a:ln>
        </p:spPr>
        <p:txBody>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a:spcBef>
                <a:spcPct val="0"/>
              </a:spcBef>
              <a:buFontTx/>
              <a:buNone/>
            </a:pPr>
            <a:r>
              <a:rPr lang="en-US" altLang="zh-CN" sz="1400">
                <a:latin typeface="Verdana" panose="020B0604030504040204" pitchFamily="34" charset="0"/>
                <a:ea typeface="SimSun" panose="02010600030101010101" pitchFamily="2" charset="-122"/>
              </a:rPr>
              <a:t>EAF=Product of selected factor</a:t>
            </a:r>
          </a:p>
        </p:txBody>
      </p:sp>
      <p:sp>
        <p:nvSpPr>
          <p:cNvPr id="103466" name="Line 43">
            <a:extLst>
              <a:ext uri="{FF2B5EF4-FFF2-40B4-BE49-F238E27FC236}">
                <a16:creationId xmlns:a16="http://schemas.microsoft.com/office/drawing/2014/main" id="{9345E4FC-8BF0-5762-DA83-8B6DCF772E56}"/>
              </a:ext>
            </a:extLst>
          </p:cNvPr>
          <p:cNvSpPr>
            <a:spLocks noChangeShapeType="1"/>
          </p:cNvSpPr>
          <p:nvPr/>
        </p:nvSpPr>
        <p:spPr bwMode="auto">
          <a:xfrm>
            <a:off x="3000375" y="5410200"/>
            <a:ext cx="3810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03467" name="Line 44">
            <a:extLst>
              <a:ext uri="{FF2B5EF4-FFF2-40B4-BE49-F238E27FC236}">
                <a16:creationId xmlns:a16="http://schemas.microsoft.com/office/drawing/2014/main" id="{8E632887-EBAC-A452-94DE-140A10B26642}"/>
              </a:ext>
            </a:extLst>
          </p:cNvPr>
          <p:cNvSpPr>
            <a:spLocks noChangeShapeType="1"/>
          </p:cNvSpPr>
          <p:nvPr/>
        </p:nvSpPr>
        <p:spPr bwMode="auto">
          <a:xfrm flipV="1">
            <a:off x="1371600" y="5562600"/>
            <a:ext cx="0" cy="228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aphicFrame>
        <p:nvGraphicFramePr>
          <p:cNvPr id="52269" name="Group 45">
            <a:extLst>
              <a:ext uri="{FF2B5EF4-FFF2-40B4-BE49-F238E27FC236}">
                <a16:creationId xmlns:a16="http://schemas.microsoft.com/office/drawing/2014/main" id="{9AB94C85-B35C-52FF-1822-9121BAA72159}"/>
              </a:ext>
            </a:extLst>
          </p:cNvPr>
          <p:cNvGraphicFramePr>
            <a:graphicFrameLocks noGrp="1"/>
          </p:cNvGraphicFramePr>
          <p:nvPr/>
        </p:nvGraphicFramePr>
        <p:xfrm>
          <a:off x="7073900" y="5229225"/>
          <a:ext cx="1966913" cy="1465263"/>
        </p:xfrm>
        <a:graphic>
          <a:graphicData uri="http://schemas.openxmlformats.org/drawingml/2006/table">
            <a:tbl>
              <a:tblPr/>
              <a:tblGrid>
                <a:gridCol w="627063">
                  <a:extLst>
                    <a:ext uri="{9D8B030D-6E8A-4147-A177-3AD203B41FA5}">
                      <a16:colId xmlns:a16="http://schemas.microsoft.com/office/drawing/2014/main" val="20000"/>
                    </a:ext>
                  </a:extLst>
                </a:gridCol>
                <a:gridCol w="674687">
                  <a:extLst>
                    <a:ext uri="{9D8B030D-6E8A-4147-A177-3AD203B41FA5}">
                      <a16:colId xmlns:a16="http://schemas.microsoft.com/office/drawing/2014/main" val="20001"/>
                    </a:ext>
                  </a:extLst>
                </a:gridCol>
                <a:gridCol w="665163">
                  <a:extLst>
                    <a:ext uri="{9D8B030D-6E8A-4147-A177-3AD203B41FA5}">
                      <a16:colId xmlns:a16="http://schemas.microsoft.com/office/drawing/2014/main" val="20002"/>
                    </a:ext>
                  </a:extLst>
                </a:gridCol>
              </a:tblGrid>
              <a:tr h="274439">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NP</a:t>
                      </a:r>
                    </a:p>
                  </a:txBody>
                  <a:tcPr marT="45740" marB="4574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Effort</a:t>
                      </a:r>
                    </a:p>
                  </a:txBody>
                  <a:tcPr marT="45740" marB="4574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time</a:t>
                      </a:r>
                    </a:p>
                  </a:txBody>
                  <a:tcPr marT="45740" marB="4574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1638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Req</a:t>
                      </a:r>
                    </a:p>
                  </a:txBody>
                  <a:tcPr marT="45740" marB="4574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APM</a:t>
                      </a:r>
                    </a:p>
                  </a:txBody>
                  <a:tcPr marT="45740" marB="4574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TDEV</a:t>
                      </a:r>
                    </a:p>
                  </a:txBody>
                  <a:tcPr marT="45740" marB="4574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439">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tr-TR" altLang="tr-TR" sz="1200" b="0" i="0" u="none" strike="noStrike" cap="none" normalizeH="0" baseline="0">
                        <a:ln>
                          <a:noFill/>
                        </a:ln>
                        <a:solidFill>
                          <a:schemeClr val="tx1"/>
                        </a:solidFill>
                        <a:effectLst/>
                        <a:latin typeface="Times New Roman" panose="02020603050405020304" pitchFamily="18" charset="0"/>
                      </a:endParaRPr>
                    </a:p>
                  </a:txBody>
                  <a:tcPr marT="45740" marB="4574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tr-TR" altLang="tr-TR" sz="1200" b="0" i="0" u="none" strike="noStrike" cap="none" normalizeH="0" baseline="0">
                        <a:ln>
                          <a:noFill/>
                        </a:ln>
                        <a:solidFill>
                          <a:schemeClr val="tx1"/>
                        </a:solidFill>
                        <a:effectLst/>
                        <a:latin typeface="Times New Roman" panose="02020603050405020304" pitchFamily="18" charset="0"/>
                      </a:endParaRPr>
                    </a:p>
                  </a:txBody>
                  <a:tcPr marT="45740" marB="4574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tr-TR" altLang="tr-TR" sz="1200" b="0" i="0" u="none" strike="noStrike" cap="none" normalizeH="0" baseline="0">
                        <a:ln>
                          <a:noFill/>
                        </a:ln>
                        <a:solidFill>
                          <a:schemeClr val="tx1"/>
                        </a:solidFill>
                        <a:effectLst/>
                        <a:latin typeface="Times New Roman" panose="02020603050405020304" pitchFamily="18" charset="0"/>
                      </a:endParaRPr>
                    </a:p>
                  </a:txBody>
                  <a:tcPr marT="45740" marB="4574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03486" name="Line 63">
            <a:extLst>
              <a:ext uri="{FF2B5EF4-FFF2-40B4-BE49-F238E27FC236}">
                <a16:creationId xmlns:a16="http://schemas.microsoft.com/office/drawing/2014/main" id="{B53CFFF2-0502-B539-108B-7A34E92E5C1E}"/>
              </a:ext>
            </a:extLst>
          </p:cNvPr>
          <p:cNvSpPr>
            <a:spLocks noChangeShapeType="1"/>
          </p:cNvSpPr>
          <p:nvPr/>
        </p:nvSpPr>
        <p:spPr bwMode="auto">
          <a:xfrm>
            <a:off x="6705600" y="5410200"/>
            <a:ext cx="3810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03487" name="Line 64">
            <a:extLst>
              <a:ext uri="{FF2B5EF4-FFF2-40B4-BE49-F238E27FC236}">
                <a16:creationId xmlns:a16="http://schemas.microsoft.com/office/drawing/2014/main" id="{2EE39136-01F5-008E-EF9C-EEC837B36A44}"/>
              </a:ext>
            </a:extLst>
          </p:cNvPr>
          <p:cNvSpPr>
            <a:spLocks noChangeShapeType="1"/>
          </p:cNvSpPr>
          <p:nvPr/>
        </p:nvSpPr>
        <p:spPr bwMode="auto">
          <a:xfrm>
            <a:off x="6691313" y="6019800"/>
            <a:ext cx="3810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03488" name="Line 65">
            <a:extLst>
              <a:ext uri="{FF2B5EF4-FFF2-40B4-BE49-F238E27FC236}">
                <a16:creationId xmlns:a16="http://schemas.microsoft.com/office/drawing/2014/main" id="{28E58F13-1ABE-2CCA-C1DF-A185B6D53960}"/>
              </a:ext>
            </a:extLst>
          </p:cNvPr>
          <p:cNvSpPr>
            <a:spLocks noChangeShapeType="1"/>
          </p:cNvSpPr>
          <p:nvPr/>
        </p:nvSpPr>
        <p:spPr bwMode="auto">
          <a:xfrm>
            <a:off x="6705600" y="6629400"/>
            <a:ext cx="3810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03489" name="Text Box 66">
            <a:extLst>
              <a:ext uri="{FF2B5EF4-FFF2-40B4-BE49-F238E27FC236}">
                <a16:creationId xmlns:a16="http://schemas.microsoft.com/office/drawing/2014/main" id="{6CEA794A-EAE0-BC35-C319-D6667199F386}"/>
              </a:ext>
            </a:extLst>
          </p:cNvPr>
          <p:cNvSpPr txBox="1">
            <a:spLocks noChangeArrowheads="1"/>
          </p:cNvSpPr>
          <p:nvPr/>
        </p:nvSpPr>
        <p:spPr bwMode="auto">
          <a:xfrm>
            <a:off x="7696200" y="4800600"/>
            <a:ext cx="762000" cy="3143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kumimoji="1" lang="en-US" altLang="zh-CN" sz="1400">
                <a:latin typeface="Verdana" panose="020B0604030504040204" pitchFamily="34" charset="0"/>
                <a:ea typeface="SimSun" panose="02010600030101010101" pitchFamily="2" charset="-122"/>
              </a:rPr>
              <a:t>Result</a:t>
            </a: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Arial"/>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tr-TR"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tr-TR"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047D8722E564145A91C9E1137B22BD3" ma:contentTypeVersion="" ma:contentTypeDescription="Create a new document." ma:contentTypeScope="" ma:versionID="9efd273f6991ce74a1900a83dfc40893">
  <xsd:schema xmlns:xsd="http://www.w3.org/2001/XMLSchema" xmlns:xs="http://www.w3.org/2001/XMLSchema" xmlns:p="http://schemas.microsoft.com/office/2006/metadata/properties" xmlns:ns1="http://schemas.microsoft.com/sharepoint/v3" targetNamespace="http://schemas.microsoft.com/office/2006/metadata/properties" ma:root="true" ma:fieldsID="53aad9280c7bc17f35f657eabd183f16" ns1:_="">
    <xsd:import namespace="http://schemas.microsoft.com/sharepoint/v3"/>
    <xsd:element name="properties">
      <xsd:complexType>
        <xsd:sequence>
          <xsd:element name="documentManagement">
            <xsd:complexType>
              <xsd:all>
                <xsd:element ref="ns1:PublishingStartDate" minOccurs="0"/>
                <xsd:element ref="ns1:PublishingExpiration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Scheduling Start Date is a site column created by the Publishing feature. It is used to specify the date and time on which this page will first appear to site visitors." ma:hidden="true" ma:internalName="PublishingStartDate">
      <xsd:simpleType>
        <xsd:restriction base="dms:Unknown"/>
      </xsd:simpleType>
    </xsd:element>
    <xsd:element name="PublishingExpirationDate" ma:index="9" nillable="true" ma:displayName="Scheduling End Date" ma:description="Scheduling End Date is a site column created by the Publishing feature. It is used to specify the date and time on which this page will no longer appear to site visitors." ma:hidden="true" ma:internalName="PublishingExpirationDat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8E7C726-44F8-4ADE-B6B4-9BDC41C535B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130A8A3-A3CC-4E26-909F-FA3821AED92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848</TotalTime>
  <Words>4780</Words>
  <Application>Microsoft Macintosh PowerPoint</Application>
  <PresentationFormat>On-screen Show (4:3)</PresentationFormat>
  <Paragraphs>973</Paragraphs>
  <Slides>82</Slides>
  <Notes>12</Notes>
  <HiddenSlides>1</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5</vt:i4>
      </vt:variant>
      <vt:variant>
        <vt:lpstr>Slide Titles</vt:lpstr>
      </vt:variant>
      <vt:variant>
        <vt:i4>82</vt:i4>
      </vt:variant>
    </vt:vector>
  </HeadingPairs>
  <TitlesOfParts>
    <vt:vector size="97" baseType="lpstr">
      <vt:lpstr>Times New Roman</vt:lpstr>
      <vt:lpstr>Arial</vt:lpstr>
      <vt:lpstr>Helvetica</vt:lpstr>
      <vt:lpstr>Verdana</vt:lpstr>
      <vt:lpstr>BatangChe</vt:lpstr>
      <vt:lpstr>Wingdings</vt:lpstr>
      <vt:lpstr>Calibri</vt:lpstr>
      <vt:lpstr>Arial Unicode MS</vt:lpstr>
      <vt:lpstr>SimSun</vt:lpstr>
      <vt:lpstr>Default Design</vt:lpstr>
      <vt:lpstr>Bitmap Image</vt:lpstr>
      <vt:lpstr>Microsoft Equation 3.0</vt:lpstr>
      <vt:lpstr>Equation</vt:lpstr>
      <vt:lpstr>Document</vt:lpstr>
      <vt:lpstr>Microsoft Word Document</vt:lpstr>
      <vt:lpstr>COCOMO Models </vt:lpstr>
      <vt:lpstr>Project Management and Mr. Murphy</vt:lpstr>
      <vt:lpstr>PowerPoint Presentation</vt:lpstr>
      <vt:lpstr>Motivation</vt:lpstr>
      <vt:lpstr>Planning Prerequisites</vt:lpstr>
      <vt:lpstr>Cost of a project</vt:lpstr>
      <vt:lpstr>Software Cost Estimation</vt:lpstr>
      <vt:lpstr> Importance of  Estimates</vt:lpstr>
      <vt:lpstr>Reasons for Inaccuracy in Estimates</vt:lpstr>
      <vt:lpstr>Estimation Techniques</vt:lpstr>
      <vt:lpstr>Expert Judgment</vt:lpstr>
      <vt:lpstr>Estimation by Analogy</vt:lpstr>
      <vt:lpstr>Pricing to Win</vt:lpstr>
      <vt:lpstr>Parkinson Pricing</vt:lpstr>
      <vt:lpstr>Importance of Deviation</vt:lpstr>
      <vt:lpstr>Importance of Deviation (cont)</vt:lpstr>
      <vt:lpstr>Algorithmic Models</vt:lpstr>
      <vt:lpstr>Algorithmic Cost Modeling</vt:lpstr>
      <vt:lpstr>PowerPoint Presentation</vt:lpstr>
      <vt:lpstr>Algorithmic Modeling (cont)</vt:lpstr>
      <vt:lpstr>Size Metrics</vt:lpstr>
      <vt:lpstr>Effort</vt:lpstr>
      <vt:lpstr>Productivity</vt:lpstr>
      <vt:lpstr>Schedule</vt:lpstr>
      <vt:lpstr>Average Staffing</vt:lpstr>
      <vt:lpstr>Cost Estimation Process</vt:lpstr>
      <vt:lpstr>Cost Estimation Process</vt:lpstr>
      <vt:lpstr>Project Size - Metrics</vt:lpstr>
      <vt:lpstr>Project Size – Metrics(.)</vt:lpstr>
      <vt:lpstr>LOC Metric</vt:lpstr>
      <vt:lpstr>Problems associated with lines of code as a metric</vt:lpstr>
      <vt:lpstr>PowerPoint Presentation</vt:lpstr>
      <vt:lpstr>PowerPoint Presentation</vt:lpstr>
      <vt:lpstr>FFP</vt:lpstr>
      <vt:lpstr>Structural elements</vt:lpstr>
      <vt:lpstr>FFP (cont)</vt:lpstr>
      <vt:lpstr>FFP (cont)</vt:lpstr>
      <vt:lpstr>Class Exercise</vt:lpstr>
      <vt:lpstr>FFP Summary</vt:lpstr>
      <vt:lpstr>Function Points</vt:lpstr>
      <vt:lpstr>Function Points</vt:lpstr>
      <vt:lpstr>Function Points (cont)</vt:lpstr>
      <vt:lpstr>Function Points (cont)</vt:lpstr>
      <vt:lpstr>Function Points (cont)</vt:lpstr>
      <vt:lpstr>Function Points (cont)</vt:lpstr>
      <vt:lpstr>Function Point Calculations</vt:lpstr>
      <vt:lpstr>Class Exercise</vt:lpstr>
      <vt:lpstr>Class Exercise</vt:lpstr>
      <vt:lpstr>Solution</vt:lpstr>
      <vt:lpstr>Solution</vt:lpstr>
      <vt:lpstr>Solution</vt:lpstr>
      <vt:lpstr>Relation between LOC and FP</vt:lpstr>
      <vt:lpstr>Relation between LOC and FP(.)</vt:lpstr>
      <vt:lpstr>Simple Object-Oriented Estimation</vt:lpstr>
      <vt:lpstr>The Four Steps</vt:lpstr>
      <vt:lpstr>Interface Weights</vt:lpstr>
      <vt:lpstr>Class Exercise</vt:lpstr>
      <vt:lpstr>COCOMO</vt:lpstr>
      <vt:lpstr>Introduction to COCOMO models</vt:lpstr>
      <vt:lpstr>COCOMO</vt:lpstr>
      <vt:lpstr>Project Types/Levels of COCOMO</vt:lpstr>
      <vt:lpstr>Modes </vt:lpstr>
      <vt:lpstr>Modes (.) </vt:lpstr>
      <vt:lpstr>Effort Computation</vt:lpstr>
      <vt:lpstr>Example</vt:lpstr>
      <vt:lpstr>Example</vt:lpstr>
      <vt:lpstr>COCOMO (cont)</vt:lpstr>
      <vt:lpstr>Intermediate COCOMO Calculations</vt:lpstr>
      <vt:lpstr>Intermediate COCOMO (cont)</vt:lpstr>
      <vt:lpstr>Intermediate COCOMO (cont)</vt:lpstr>
      <vt:lpstr>Effort Computation</vt:lpstr>
      <vt:lpstr>Effort computation(.)</vt:lpstr>
      <vt:lpstr>Effort Computation (..)</vt:lpstr>
      <vt:lpstr>Example</vt:lpstr>
      <vt:lpstr>Software Development Time</vt:lpstr>
      <vt:lpstr>COCOMO  II</vt:lpstr>
      <vt:lpstr>COCOMO  II (cont)</vt:lpstr>
      <vt:lpstr>COCOMO  II (cont)</vt:lpstr>
      <vt:lpstr>Distribution of Effort</vt:lpstr>
      <vt:lpstr>Distribution of Effort (.)</vt:lpstr>
      <vt:lpstr>Error Estimation</vt:lpstr>
      <vt:lpstr>All Together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COCOMO Models</dc:title>
  <dc:creator>OGNIAN KABRANOV</dc:creator>
  <cp:lastModifiedBy>Smruti Ranjan Sarangi</cp:lastModifiedBy>
  <cp:revision>37</cp:revision>
  <dcterms:created xsi:type="dcterms:W3CDTF">2003-03-12T05:10:34Z</dcterms:created>
  <dcterms:modified xsi:type="dcterms:W3CDTF">2025-10-04T09:35:29Z</dcterms:modified>
</cp:coreProperties>
</file>